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4" r:id="rId2"/>
    <p:sldMasterId id="2147483655" r:id="rId3"/>
  </p:sldMasterIdLst>
  <p:notesMasterIdLst>
    <p:notesMasterId r:id="rId23"/>
  </p:notesMasterIdLst>
  <p:sldIdLst>
    <p:sldId id="261" r:id="rId4"/>
    <p:sldId id="265" r:id="rId5"/>
    <p:sldId id="357" r:id="rId6"/>
    <p:sldId id="278" r:id="rId7"/>
    <p:sldId id="361" r:id="rId8"/>
    <p:sldId id="365" r:id="rId9"/>
    <p:sldId id="364" r:id="rId10"/>
    <p:sldId id="266" r:id="rId11"/>
    <p:sldId id="356" r:id="rId12"/>
    <p:sldId id="286" r:id="rId13"/>
    <p:sldId id="362" r:id="rId14"/>
    <p:sldId id="366" r:id="rId15"/>
    <p:sldId id="363" r:id="rId16"/>
    <p:sldId id="367" r:id="rId17"/>
    <p:sldId id="368" r:id="rId18"/>
    <p:sldId id="369" r:id="rId19"/>
    <p:sldId id="370" r:id="rId20"/>
    <p:sldId id="371" r:id="rId21"/>
    <p:sldId id="350" r:id="rId22"/>
  </p:sldIdLst>
  <p:sldSz cx="18286413" cy="10287000"/>
  <p:notesSz cx="6858000" cy="9144000"/>
  <p:defaultTextStyle>
    <a:defPPr>
      <a:defRPr lang="ja-JP"/>
    </a:defPPr>
    <a:lvl1pPr marL="0" algn="l" defTabSz="1632753" rtl="0" eaLnBrk="1" latinLnBrk="0" hangingPunct="1">
      <a:defRPr kumimoji="1" sz="3200" kern="1200">
        <a:solidFill>
          <a:schemeClr val="tx1"/>
        </a:solidFill>
        <a:latin typeface="+mn-lt"/>
        <a:ea typeface="+mn-ea"/>
        <a:cs typeface="+mn-cs"/>
      </a:defRPr>
    </a:lvl1pPr>
    <a:lvl2pPr marL="816376" algn="l" defTabSz="1632753" rtl="0" eaLnBrk="1" latinLnBrk="0" hangingPunct="1">
      <a:defRPr kumimoji="1" sz="3200" kern="1200">
        <a:solidFill>
          <a:schemeClr val="tx1"/>
        </a:solidFill>
        <a:latin typeface="+mn-lt"/>
        <a:ea typeface="+mn-ea"/>
        <a:cs typeface="+mn-cs"/>
      </a:defRPr>
    </a:lvl2pPr>
    <a:lvl3pPr marL="1632753" algn="l" defTabSz="1632753" rtl="0" eaLnBrk="1" latinLnBrk="0" hangingPunct="1">
      <a:defRPr kumimoji="1" sz="3200" kern="1200">
        <a:solidFill>
          <a:schemeClr val="tx1"/>
        </a:solidFill>
        <a:latin typeface="+mn-lt"/>
        <a:ea typeface="+mn-ea"/>
        <a:cs typeface="+mn-cs"/>
      </a:defRPr>
    </a:lvl3pPr>
    <a:lvl4pPr marL="2449129" algn="l" defTabSz="1632753" rtl="0" eaLnBrk="1" latinLnBrk="0" hangingPunct="1">
      <a:defRPr kumimoji="1" sz="3200" kern="1200">
        <a:solidFill>
          <a:schemeClr val="tx1"/>
        </a:solidFill>
        <a:latin typeface="+mn-lt"/>
        <a:ea typeface="+mn-ea"/>
        <a:cs typeface="+mn-cs"/>
      </a:defRPr>
    </a:lvl4pPr>
    <a:lvl5pPr marL="3265505" algn="l" defTabSz="1632753" rtl="0" eaLnBrk="1" latinLnBrk="0" hangingPunct="1">
      <a:defRPr kumimoji="1" sz="3200" kern="1200">
        <a:solidFill>
          <a:schemeClr val="tx1"/>
        </a:solidFill>
        <a:latin typeface="+mn-lt"/>
        <a:ea typeface="+mn-ea"/>
        <a:cs typeface="+mn-cs"/>
      </a:defRPr>
    </a:lvl5pPr>
    <a:lvl6pPr marL="4081882" algn="l" defTabSz="1632753" rtl="0" eaLnBrk="1" latinLnBrk="0" hangingPunct="1">
      <a:defRPr kumimoji="1" sz="3200" kern="1200">
        <a:solidFill>
          <a:schemeClr val="tx1"/>
        </a:solidFill>
        <a:latin typeface="+mn-lt"/>
        <a:ea typeface="+mn-ea"/>
        <a:cs typeface="+mn-cs"/>
      </a:defRPr>
    </a:lvl6pPr>
    <a:lvl7pPr marL="4898258" algn="l" defTabSz="1632753" rtl="0" eaLnBrk="1" latinLnBrk="0" hangingPunct="1">
      <a:defRPr kumimoji="1" sz="3200" kern="1200">
        <a:solidFill>
          <a:schemeClr val="tx1"/>
        </a:solidFill>
        <a:latin typeface="+mn-lt"/>
        <a:ea typeface="+mn-ea"/>
        <a:cs typeface="+mn-cs"/>
      </a:defRPr>
    </a:lvl7pPr>
    <a:lvl8pPr marL="5714634" algn="l" defTabSz="1632753" rtl="0" eaLnBrk="1" latinLnBrk="0" hangingPunct="1">
      <a:defRPr kumimoji="1" sz="3200" kern="1200">
        <a:solidFill>
          <a:schemeClr val="tx1"/>
        </a:solidFill>
        <a:latin typeface="+mn-lt"/>
        <a:ea typeface="+mn-ea"/>
        <a:cs typeface="+mn-cs"/>
      </a:defRPr>
    </a:lvl8pPr>
    <a:lvl9pPr marL="6531011" algn="l" defTabSz="1632753" rtl="0" eaLnBrk="1" latinLnBrk="0" hangingPunct="1">
      <a:defRPr kumimoji="1" sz="3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38">
          <p15:clr>
            <a:srgbClr val="A4A3A4"/>
          </p15:clr>
        </p15:guide>
        <p15:guide id="2" pos="57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29" autoAdjust="0"/>
    <p:restoredTop sz="83544" autoAdjust="0"/>
  </p:normalViewPr>
  <p:slideViewPr>
    <p:cSldViewPr snapToGrid="0">
      <p:cViewPr varScale="1">
        <p:scale>
          <a:sx n="65" d="100"/>
          <a:sy n="65" d="100"/>
        </p:scale>
        <p:origin x="1332" y="78"/>
      </p:cViewPr>
      <p:guideLst>
        <p:guide orient="horz" pos="3238"/>
        <p:guide pos="5759"/>
      </p:guideLst>
    </p:cSldViewPr>
  </p:slideViewPr>
  <p:notesTextViewPr>
    <p:cViewPr>
      <p:scale>
        <a:sx n="1" d="1"/>
        <a:sy n="1" d="1"/>
      </p:scale>
      <p:origin x="0" y="0"/>
    </p:cViewPr>
  </p:notesTextViewPr>
  <p:sorterViewPr>
    <p:cViewPr>
      <p:scale>
        <a:sx n="100" d="100"/>
        <a:sy n="100" d="100"/>
      </p:scale>
      <p:origin x="0" y="4836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40410B-B5DF-44D5-B438-62561615F79B}" type="datetimeFigureOut">
              <a:rPr kumimoji="1" lang="ja-JP" altLang="en-US" smtClean="0"/>
              <a:t>2021/6/29</a:t>
            </a:fld>
            <a:endParaRPr kumimoji="1" lang="ja-JP" altLang="en-US"/>
          </a:p>
        </p:txBody>
      </p:sp>
      <p:sp>
        <p:nvSpPr>
          <p:cNvPr id="4" name="スライド イメージ プレースホルダー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0F6D12-D0E5-42E3-AE9E-4CBB24513023}" type="slidenum">
              <a:rPr kumimoji="1" lang="ja-JP" altLang="en-US" smtClean="0"/>
              <a:t>‹#›</a:t>
            </a:fld>
            <a:endParaRPr kumimoji="1" lang="ja-JP" altLang="en-US"/>
          </a:p>
        </p:txBody>
      </p:sp>
    </p:spTree>
    <p:extLst>
      <p:ext uri="{BB962C8B-B14F-4D97-AF65-F5344CB8AC3E}">
        <p14:creationId xmlns:p14="http://schemas.microsoft.com/office/powerpoint/2010/main" val="632614945"/>
      </p:ext>
    </p:extLst>
  </p:cSld>
  <p:clrMap bg1="lt1" tx1="dk1" bg2="lt2" tx2="dk2" accent1="accent1" accent2="accent2" accent3="accent3" accent4="accent4" accent5="accent5" accent6="accent6" hlink="hlink" folHlink="folHlink"/>
  <p:notesStyle>
    <a:lvl1pPr marL="0" algn="l" defTabSz="1632753" rtl="0" eaLnBrk="1" latinLnBrk="0" hangingPunct="1">
      <a:defRPr kumimoji="1" sz="2100" kern="1200">
        <a:solidFill>
          <a:schemeClr val="tx1"/>
        </a:solidFill>
        <a:latin typeface="+mn-lt"/>
        <a:ea typeface="+mn-ea"/>
        <a:cs typeface="+mn-cs"/>
      </a:defRPr>
    </a:lvl1pPr>
    <a:lvl2pPr marL="816376" algn="l" defTabSz="1632753" rtl="0" eaLnBrk="1" latinLnBrk="0" hangingPunct="1">
      <a:defRPr kumimoji="1" sz="2100" kern="1200">
        <a:solidFill>
          <a:schemeClr val="tx1"/>
        </a:solidFill>
        <a:latin typeface="+mn-lt"/>
        <a:ea typeface="+mn-ea"/>
        <a:cs typeface="+mn-cs"/>
      </a:defRPr>
    </a:lvl2pPr>
    <a:lvl3pPr marL="1632753" algn="l" defTabSz="1632753" rtl="0" eaLnBrk="1" latinLnBrk="0" hangingPunct="1">
      <a:defRPr kumimoji="1" sz="2100" kern="1200">
        <a:solidFill>
          <a:schemeClr val="tx1"/>
        </a:solidFill>
        <a:latin typeface="+mn-lt"/>
        <a:ea typeface="+mn-ea"/>
        <a:cs typeface="+mn-cs"/>
      </a:defRPr>
    </a:lvl3pPr>
    <a:lvl4pPr marL="2449129" algn="l" defTabSz="1632753" rtl="0" eaLnBrk="1" latinLnBrk="0" hangingPunct="1">
      <a:defRPr kumimoji="1" sz="2100" kern="1200">
        <a:solidFill>
          <a:schemeClr val="tx1"/>
        </a:solidFill>
        <a:latin typeface="+mn-lt"/>
        <a:ea typeface="+mn-ea"/>
        <a:cs typeface="+mn-cs"/>
      </a:defRPr>
    </a:lvl4pPr>
    <a:lvl5pPr marL="3265505" algn="l" defTabSz="1632753" rtl="0" eaLnBrk="1" latinLnBrk="0" hangingPunct="1">
      <a:defRPr kumimoji="1" sz="2100" kern="1200">
        <a:solidFill>
          <a:schemeClr val="tx1"/>
        </a:solidFill>
        <a:latin typeface="+mn-lt"/>
        <a:ea typeface="+mn-ea"/>
        <a:cs typeface="+mn-cs"/>
      </a:defRPr>
    </a:lvl5pPr>
    <a:lvl6pPr marL="4081882" algn="l" defTabSz="1632753" rtl="0" eaLnBrk="1" latinLnBrk="0" hangingPunct="1">
      <a:defRPr kumimoji="1" sz="2100" kern="1200">
        <a:solidFill>
          <a:schemeClr val="tx1"/>
        </a:solidFill>
        <a:latin typeface="+mn-lt"/>
        <a:ea typeface="+mn-ea"/>
        <a:cs typeface="+mn-cs"/>
      </a:defRPr>
    </a:lvl6pPr>
    <a:lvl7pPr marL="4898258" algn="l" defTabSz="1632753" rtl="0" eaLnBrk="1" latinLnBrk="0" hangingPunct="1">
      <a:defRPr kumimoji="1" sz="2100" kern="1200">
        <a:solidFill>
          <a:schemeClr val="tx1"/>
        </a:solidFill>
        <a:latin typeface="+mn-lt"/>
        <a:ea typeface="+mn-ea"/>
        <a:cs typeface="+mn-cs"/>
      </a:defRPr>
    </a:lvl7pPr>
    <a:lvl8pPr marL="5714634" algn="l" defTabSz="1632753" rtl="0" eaLnBrk="1" latinLnBrk="0" hangingPunct="1">
      <a:defRPr kumimoji="1" sz="2100" kern="1200">
        <a:solidFill>
          <a:schemeClr val="tx1"/>
        </a:solidFill>
        <a:latin typeface="+mn-lt"/>
        <a:ea typeface="+mn-ea"/>
        <a:cs typeface="+mn-cs"/>
      </a:defRPr>
    </a:lvl8pPr>
    <a:lvl9pPr marL="6531011" algn="l" defTabSz="1632753" rtl="0" eaLnBrk="1" latinLnBrk="0" hangingPunct="1">
      <a:defRPr kumimoji="1" sz="2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10"/>
          </p:nvPr>
        </p:nvSpPr>
        <p:spPr/>
        <p:txBody>
          <a:bodyPr/>
          <a:lstStyle/>
          <a:p>
            <a:fld id="{BA0F6D12-D0E5-42E3-AE9E-4CBB24513023}" type="slidenum">
              <a:rPr kumimoji="1" lang="ja-JP" altLang="en-US" smtClean="0"/>
              <a:t>2</a:t>
            </a:fld>
            <a:endParaRPr kumimoji="1" lang="ja-JP" altLang="en-US"/>
          </a:p>
        </p:txBody>
      </p:sp>
    </p:spTree>
    <p:extLst>
      <p:ext uri="{BB962C8B-B14F-4D97-AF65-F5344CB8AC3E}">
        <p14:creationId xmlns:p14="http://schemas.microsoft.com/office/powerpoint/2010/main" val="1284690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id-ID" sz="2100" kern="1200" dirty="0">
                <a:solidFill>
                  <a:schemeClr val="tx1"/>
                </a:solidFill>
                <a:effectLst/>
                <a:latin typeface="+mn-lt"/>
                <a:ea typeface="+mn-ea"/>
                <a:cs typeface="+mn-cs"/>
              </a:rPr>
              <a:t>Kualitas institusi perguruan tinggi dan program studi, oleh mahasiswa, dilihat dari akreditasi yang didapatkan oleh institusi tersebut. Semakin baik nilai akreditasi suatu institusi, maka semakin baik pandangan terhadap institusi tersebut. </a:t>
            </a:r>
            <a:endParaRPr kumimoji="1" lang="en-US" sz="2100" kern="1200" dirty="0">
              <a:solidFill>
                <a:schemeClr val="tx1"/>
              </a:solidFill>
              <a:effectLst/>
              <a:latin typeface="+mn-lt"/>
              <a:ea typeface="+mn-ea"/>
              <a:cs typeface="+mn-cs"/>
            </a:endParaRPr>
          </a:p>
          <a:p>
            <a:endParaRPr kumimoji="1" lang="en-US" sz="2100" kern="1200" dirty="0">
              <a:solidFill>
                <a:schemeClr val="tx1"/>
              </a:solidFill>
              <a:effectLst/>
              <a:latin typeface="+mn-lt"/>
              <a:ea typeface="+mn-ea"/>
              <a:cs typeface="+mn-cs"/>
            </a:endParaRPr>
          </a:p>
          <a:p>
            <a:r>
              <a:rPr kumimoji="1" lang="id-ID" sz="2100" kern="1200" dirty="0">
                <a:solidFill>
                  <a:schemeClr val="tx1"/>
                </a:solidFill>
                <a:effectLst/>
                <a:latin typeface="+mn-lt"/>
                <a:ea typeface="+mn-ea"/>
                <a:cs typeface="+mn-cs"/>
              </a:rPr>
              <a:t>Wewenang dari BAN-PT mencakup akreditasi Perguruan Tinggi Negeri (PTN), Perguruan Tinggi Swasta (PTS), Perguruan Tinggi Agama (PTA), dan Perguruan Tinggi Kedinasan (PTK)</a:t>
            </a:r>
            <a:endParaRPr kumimoji="1" lang="en-US" sz="2100" kern="1200" dirty="0">
              <a:solidFill>
                <a:schemeClr val="tx1"/>
              </a:solidFill>
              <a:effectLst/>
              <a:latin typeface="+mn-lt"/>
              <a:ea typeface="+mn-ea"/>
              <a:cs typeface="+mn-cs"/>
            </a:endParaRPr>
          </a:p>
          <a:p>
            <a:endParaRPr kumimoji="1" lang="en-US" sz="2100" kern="1200" dirty="0">
              <a:solidFill>
                <a:schemeClr val="tx1"/>
              </a:solidFill>
              <a:effectLst/>
              <a:latin typeface="+mn-lt"/>
              <a:ea typeface="+mn-ea"/>
              <a:cs typeface="+mn-cs"/>
            </a:endParaRPr>
          </a:p>
          <a:p>
            <a:endParaRPr kumimoji="1" lang="en-US" sz="2100" kern="1200" dirty="0">
              <a:solidFill>
                <a:schemeClr val="tx1"/>
              </a:solidFill>
              <a:effectLst/>
              <a:latin typeface="+mn-lt"/>
              <a:ea typeface="+mn-ea"/>
              <a:cs typeface="+mn-cs"/>
            </a:endParaRPr>
          </a:p>
          <a:p>
            <a:pPr marL="457200" indent="-457200">
              <a:buAutoNum type="arabicParenR"/>
            </a:pPr>
            <a:r>
              <a:rPr kumimoji="1" lang="en-US" sz="2100" kern="1200" dirty="0" err="1">
                <a:solidFill>
                  <a:schemeClr val="tx1"/>
                </a:solidFill>
                <a:effectLst/>
                <a:latin typeface="+mn-lt"/>
                <a:ea typeface="+mn-ea"/>
                <a:cs typeface="+mn-cs"/>
              </a:rPr>
              <a:t>Penelitian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dari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Raditya</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dkk</a:t>
            </a:r>
            <a:r>
              <a:rPr kumimoji="1" lang="en-US" sz="2100" kern="1200" dirty="0">
                <a:solidFill>
                  <a:schemeClr val="tx1"/>
                </a:solidFill>
                <a:effectLst/>
                <a:latin typeface="+mn-lt"/>
                <a:ea typeface="+mn-ea"/>
                <a:cs typeface="+mn-cs"/>
              </a:rPr>
              <a:t>., (2016) yang </a:t>
            </a:r>
            <a:r>
              <a:rPr kumimoji="1" lang="en-US" sz="2100" kern="1200" dirty="0" err="1">
                <a:solidFill>
                  <a:schemeClr val="tx1"/>
                </a:solidFill>
                <a:effectLst/>
                <a:latin typeface="+mn-lt"/>
                <a:ea typeface="+mn-ea"/>
                <a:cs typeface="+mn-cs"/>
              </a:rPr>
              <a:t>membuat</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sebuah</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Sistem</a:t>
            </a:r>
            <a:r>
              <a:rPr kumimoji="1" lang="en-US" sz="2100" kern="1200" dirty="0">
                <a:solidFill>
                  <a:schemeClr val="tx1"/>
                </a:solidFill>
                <a:effectLst/>
                <a:latin typeface="+mn-lt"/>
                <a:ea typeface="+mn-ea"/>
                <a:cs typeface="+mn-cs"/>
              </a:rPr>
              <a:t> Dashboard </a:t>
            </a:r>
            <a:r>
              <a:rPr kumimoji="1" lang="en-US" sz="2100" kern="1200" dirty="0" err="1">
                <a:solidFill>
                  <a:schemeClr val="tx1"/>
                </a:solidFill>
                <a:effectLst/>
                <a:latin typeface="+mn-lt"/>
                <a:ea typeface="+mn-ea"/>
                <a:cs typeface="+mn-cs"/>
              </a:rPr>
              <a:t>Berbasis</a:t>
            </a:r>
            <a:r>
              <a:rPr kumimoji="1" lang="en-US" sz="2100" kern="1200" dirty="0">
                <a:solidFill>
                  <a:schemeClr val="tx1"/>
                </a:solidFill>
                <a:effectLst/>
                <a:latin typeface="+mn-lt"/>
                <a:ea typeface="+mn-ea"/>
                <a:cs typeface="+mn-cs"/>
              </a:rPr>
              <a:t> Web </a:t>
            </a:r>
            <a:r>
              <a:rPr kumimoji="1" lang="en-US" sz="2100" kern="1200" dirty="0" err="1">
                <a:solidFill>
                  <a:schemeClr val="tx1"/>
                </a:solidFill>
                <a:effectLst/>
                <a:latin typeface="+mn-lt"/>
                <a:ea typeface="+mn-ea"/>
                <a:cs typeface="+mn-cs"/>
              </a:rPr>
              <a:t>Untuk</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Persiapan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Akreditasi</a:t>
            </a:r>
            <a:r>
              <a:rPr kumimoji="1" lang="en-US" sz="2100" kern="1200" dirty="0">
                <a:solidFill>
                  <a:schemeClr val="tx1"/>
                </a:solidFill>
                <a:effectLst/>
                <a:latin typeface="+mn-lt"/>
                <a:ea typeface="+mn-ea"/>
                <a:cs typeface="+mn-cs"/>
              </a:rPr>
              <a:t> Program </a:t>
            </a:r>
            <a:r>
              <a:rPr kumimoji="1" lang="en-US" sz="2100" kern="1200" dirty="0" err="1">
                <a:solidFill>
                  <a:schemeClr val="tx1"/>
                </a:solidFill>
                <a:effectLst/>
                <a:latin typeface="+mn-lt"/>
                <a:ea typeface="+mn-ea"/>
                <a:cs typeface="+mn-cs"/>
              </a:rPr>
              <a:t>Studi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Sarjana</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Berbasis</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Borang</a:t>
            </a:r>
            <a:r>
              <a:rPr kumimoji="1" lang="en-US" sz="2100" kern="1200" dirty="0">
                <a:solidFill>
                  <a:schemeClr val="tx1"/>
                </a:solidFill>
                <a:effectLst/>
                <a:latin typeface="+mn-lt"/>
                <a:ea typeface="+mn-ea"/>
                <a:cs typeface="+mn-cs"/>
              </a:rPr>
              <a:t> 7 </a:t>
            </a:r>
            <a:r>
              <a:rPr kumimoji="1" lang="en-US" sz="2100" kern="1200" dirty="0" err="1">
                <a:solidFill>
                  <a:schemeClr val="tx1"/>
                </a:solidFill>
                <a:effectLst/>
                <a:latin typeface="+mn-lt"/>
                <a:ea typeface="+mn-ea"/>
                <a:cs typeface="+mn-cs"/>
              </a:rPr>
              <a:t>Standar</a:t>
            </a:r>
            <a:r>
              <a:rPr kumimoji="1" lang="en-US" sz="2100" kern="1200" dirty="0">
                <a:solidFill>
                  <a:schemeClr val="tx1"/>
                </a:solidFill>
                <a:effectLst/>
                <a:latin typeface="+mn-lt"/>
                <a:ea typeface="+mn-ea"/>
                <a:cs typeface="+mn-cs"/>
              </a:rPr>
              <a:t> Dari BAN-PT.</a:t>
            </a:r>
          </a:p>
          <a:p>
            <a:pPr marL="457200" indent="-457200">
              <a:buAutoNum type="arabicParenR"/>
            </a:pPr>
            <a:r>
              <a:rPr kumimoji="1" lang="en-US" sz="2100" kern="1200" dirty="0" err="1">
                <a:solidFill>
                  <a:schemeClr val="tx1"/>
                </a:solidFill>
                <a:effectLst/>
                <a:latin typeface="+mn-lt"/>
                <a:ea typeface="+mn-ea"/>
                <a:cs typeface="+mn-cs"/>
              </a:rPr>
              <a:t>Penelitian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Widagdo</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dkk</a:t>
            </a:r>
            <a:r>
              <a:rPr kumimoji="1" lang="en-US" sz="2100" kern="1200" dirty="0">
                <a:solidFill>
                  <a:schemeClr val="tx1"/>
                </a:solidFill>
                <a:effectLst/>
                <a:latin typeface="+mn-lt"/>
                <a:ea typeface="+mn-ea"/>
                <a:cs typeface="+mn-cs"/>
              </a:rPr>
              <a:t>., (2019) </a:t>
            </a:r>
            <a:r>
              <a:rPr kumimoji="1" lang="en-US" sz="2100" kern="1200" dirty="0" err="1">
                <a:solidFill>
                  <a:schemeClr val="tx1"/>
                </a:solidFill>
                <a:effectLst/>
                <a:latin typeface="+mn-lt"/>
                <a:ea typeface="+mn-ea"/>
                <a:cs typeface="+mn-cs"/>
              </a:rPr>
              <a:t>Membuat</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Sistem</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Informasi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Akreditasi</a:t>
            </a:r>
            <a:r>
              <a:rPr kumimoji="1" lang="en-US" sz="2100" kern="1200" dirty="0">
                <a:solidFill>
                  <a:schemeClr val="tx1"/>
                </a:solidFill>
                <a:effectLst/>
                <a:latin typeface="+mn-lt"/>
                <a:ea typeface="+mn-ea"/>
                <a:cs typeface="+mn-cs"/>
              </a:rPr>
              <a:t> Program </a:t>
            </a:r>
            <a:r>
              <a:rPr kumimoji="1" lang="en-US" sz="2100" kern="1200" dirty="0" err="1">
                <a:solidFill>
                  <a:schemeClr val="tx1"/>
                </a:solidFill>
                <a:effectLst/>
                <a:latin typeface="+mn-lt"/>
                <a:ea typeface="+mn-ea"/>
                <a:cs typeface="+mn-cs"/>
              </a:rPr>
              <a:t>Studi</a:t>
            </a:r>
            <a:r>
              <a:rPr kumimoji="1" lang="en-US" sz="2100" kern="1200" dirty="0">
                <a:solidFill>
                  <a:schemeClr val="tx1"/>
                </a:solidFill>
                <a:effectLst/>
                <a:latin typeface="+mn-lt"/>
                <a:ea typeface="+mn-ea"/>
                <a:cs typeface="+mn-cs"/>
              </a:rPr>
              <a:t> di </a:t>
            </a:r>
            <a:r>
              <a:rPr kumimoji="1" lang="en-US" sz="2100" kern="1200" dirty="0" err="1">
                <a:solidFill>
                  <a:schemeClr val="tx1"/>
                </a:solidFill>
                <a:effectLst/>
                <a:latin typeface="+mn-lt"/>
                <a:ea typeface="+mn-ea"/>
                <a:cs typeface="+mn-cs"/>
              </a:rPr>
              <a:t>Fakultas</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Ilmu</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Komputer</a:t>
            </a:r>
            <a:r>
              <a:rPr kumimoji="1" lang="en-US" sz="2100" kern="1200" dirty="0">
                <a:solidFill>
                  <a:schemeClr val="tx1"/>
                </a:solidFill>
                <a:effectLst/>
                <a:latin typeface="+mn-lt"/>
                <a:ea typeface="+mn-ea"/>
                <a:cs typeface="+mn-cs"/>
              </a:rPr>
              <a:t> Dan </a:t>
            </a:r>
            <a:r>
              <a:rPr kumimoji="1" lang="en-US" sz="2100" kern="1200" dirty="0" err="1">
                <a:solidFill>
                  <a:schemeClr val="tx1"/>
                </a:solidFill>
                <a:effectLst/>
                <a:latin typeface="+mn-lt"/>
                <a:ea typeface="+mn-ea"/>
                <a:cs typeface="+mn-cs"/>
              </a:rPr>
              <a:t>Teknologi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Informasi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Universitas</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Mulawarman</a:t>
            </a:r>
            <a:r>
              <a:rPr kumimoji="1" lang="en-US" sz="2100" kern="1200" dirty="0">
                <a:solidFill>
                  <a:schemeClr val="tx1"/>
                </a:solidFill>
                <a:effectLst/>
                <a:latin typeface="+mn-lt"/>
                <a:ea typeface="+mn-ea"/>
                <a:cs typeface="+mn-cs"/>
              </a:rPr>
              <a:t>.</a:t>
            </a:r>
          </a:p>
          <a:p>
            <a:pPr marL="457200" indent="-457200">
              <a:buAutoNum type="arabicParenR"/>
            </a:pPr>
            <a:r>
              <a:rPr kumimoji="1" lang="en-US" sz="2100" kern="1200" dirty="0" err="1">
                <a:solidFill>
                  <a:schemeClr val="tx1"/>
                </a:solidFill>
                <a:effectLst/>
                <a:latin typeface="+mn-lt"/>
                <a:ea typeface="+mn-ea"/>
                <a:cs typeface="+mn-cs"/>
              </a:rPr>
              <a:t>Penilitian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Hadi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Budayawan</a:t>
            </a:r>
            <a:r>
              <a:rPr kumimoji="1" lang="en-US" sz="2100" kern="1200" dirty="0">
                <a:solidFill>
                  <a:schemeClr val="tx1"/>
                </a:solidFill>
                <a:effectLst/>
                <a:latin typeface="+mn-lt"/>
                <a:ea typeface="+mn-ea"/>
                <a:cs typeface="+mn-cs"/>
              </a:rPr>
              <a:t>, &amp; </a:t>
            </a:r>
            <a:r>
              <a:rPr kumimoji="1" lang="en-US" sz="2100" kern="1200" dirty="0" err="1">
                <a:solidFill>
                  <a:schemeClr val="tx1"/>
                </a:solidFill>
                <a:effectLst/>
                <a:latin typeface="+mn-lt"/>
                <a:ea typeface="+mn-ea"/>
                <a:cs typeface="+mn-cs"/>
              </a:rPr>
              <a:t>Syukhri</a:t>
            </a:r>
            <a:r>
              <a:rPr kumimoji="1" lang="en-US" sz="2100" kern="1200" dirty="0">
                <a:solidFill>
                  <a:schemeClr val="tx1"/>
                </a:solidFill>
                <a:effectLst/>
                <a:latin typeface="+mn-lt"/>
                <a:ea typeface="+mn-ea"/>
                <a:cs typeface="+mn-cs"/>
              </a:rPr>
              <a:t> (2017)  </a:t>
            </a:r>
            <a:r>
              <a:rPr kumimoji="1" lang="en-US" sz="2100" kern="1200" dirty="0" err="1">
                <a:solidFill>
                  <a:schemeClr val="tx1"/>
                </a:solidFill>
                <a:effectLst/>
                <a:latin typeface="+mn-lt"/>
                <a:ea typeface="+mn-ea"/>
                <a:cs typeface="+mn-cs"/>
              </a:rPr>
              <a:t>melakukan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perancangan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Sistem</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Informasi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Dokumentasi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Borang</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Akreditasi</a:t>
            </a:r>
            <a:r>
              <a:rPr kumimoji="1" lang="en-US" sz="2100" kern="1200" dirty="0">
                <a:solidFill>
                  <a:schemeClr val="tx1"/>
                </a:solidFill>
                <a:effectLst/>
                <a:latin typeface="+mn-lt"/>
                <a:ea typeface="+mn-ea"/>
                <a:cs typeface="+mn-cs"/>
              </a:rPr>
              <a:t> Program </a:t>
            </a:r>
            <a:r>
              <a:rPr kumimoji="1" lang="en-US" sz="2100" kern="1200" dirty="0" err="1">
                <a:solidFill>
                  <a:schemeClr val="tx1"/>
                </a:solidFill>
                <a:effectLst/>
                <a:latin typeface="+mn-lt"/>
                <a:ea typeface="+mn-ea"/>
                <a:cs typeface="+mn-cs"/>
              </a:rPr>
              <a:t>Studi</a:t>
            </a:r>
            <a:r>
              <a:rPr kumimoji="1" lang="en-US" sz="2100" kern="1200" dirty="0">
                <a:solidFill>
                  <a:schemeClr val="tx1"/>
                </a:solidFill>
                <a:effectLst/>
                <a:latin typeface="+mn-lt"/>
                <a:ea typeface="+mn-ea"/>
                <a:cs typeface="+mn-cs"/>
              </a:rPr>
              <a:t>.</a:t>
            </a:r>
          </a:p>
          <a:p>
            <a:pPr marL="457200" indent="-457200">
              <a:buAutoNum type="arabicParenR"/>
            </a:pPr>
            <a:r>
              <a:rPr kumimoji="1" lang="en-US" sz="2100" kern="1200" dirty="0" err="1">
                <a:solidFill>
                  <a:schemeClr val="tx1"/>
                </a:solidFill>
                <a:effectLst/>
                <a:latin typeface="+mn-lt"/>
                <a:ea typeface="+mn-ea"/>
                <a:cs typeface="+mn-cs"/>
              </a:rPr>
              <a:t>Penelitian</a:t>
            </a:r>
            <a:r>
              <a:rPr kumimoji="1" lang="en-US" sz="2100" kern="1200" dirty="0">
                <a:solidFill>
                  <a:schemeClr val="tx1"/>
                </a:solidFill>
                <a:effectLst/>
                <a:latin typeface="+mn-lt"/>
                <a:ea typeface="+mn-ea"/>
                <a:cs typeface="+mn-cs"/>
              </a:rPr>
              <a:t> oleh </a:t>
            </a:r>
            <a:r>
              <a:rPr kumimoji="1" lang="en-US" sz="2100" kern="1200" dirty="0" err="1">
                <a:solidFill>
                  <a:schemeClr val="tx1"/>
                </a:solidFill>
                <a:effectLst/>
                <a:latin typeface="+mn-lt"/>
                <a:ea typeface="+mn-ea"/>
                <a:cs typeface="+mn-cs"/>
              </a:rPr>
              <a:t>Sukamto</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Nugroho</a:t>
            </a:r>
            <a:r>
              <a:rPr kumimoji="1" lang="en-US" sz="2100" kern="1200" dirty="0">
                <a:solidFill>
                  <a:schemeClr val="tx1"/>
                </a:solidFill>
                <a:effectLst/>
                <a:latin typeface="+mn-lt"/>
                <a:ea typeface="+mn-ea"/>
                <a:cs typeface="+mn-cs"/>
              </a:rPr>
              <a:t>, &amp; </a:t>
            </a:r>
            <a:r>
              <a:rPr kumimoji="1" lang="en-US" sz="2100" kern="1200" dirty="0" err="1">
                <a:solidFill>
                  <a:schemeClr val="tx1"/>
                </a:solidFill>
                <a:effectLst/>
                <a:latin typeface="+mn-lt"/>
                <a:ea typeface="+mn-ea"/>
                <a:cs typeface="+mn-cs"/>
              </a:rPr>
              <a:t>Winarno</a:t>
            </a:r>
            <a:r>
              <a:rPr kumimoji="1" lang="en-US" sz="2100" kern="1200" dirty="0">
                <a:solidFill>
                  <a:schemeClr val="tx1"/>
                </a:solidFill>
                <a:effectLst/>
                <a:latin typeface="+mn-lt"/>
                <a:ea typeface="+mn-ea"/>
                <a:cs typeface="+mn-cs"/>
              </a:rPr>
              <a:t> (2016) </a:t>
            </a:r>
            <a:r>
              <a:rPr kumimoji="1" lang="en-US" sz="2100" kern="1200" dirty="0" err="1">
                <a:solidFill>
                  <a:schemeClr val="tx1"/>
                </a:solidFill>
                <a:effectLst/>
                <a:latin typeface="+mn-lt"/>
                <a:ea typeface="+mn-ea"/>
                <a:cs typeface="+mn-cs"/>
              </a:rPr>
              <a:t>membuat</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desain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Sistem</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Informasi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Akreditasi</a:t>
            </a:r>
            <a:r>
              <a:rPr kumimoji="1" lang="en-US" sz="2100" kern="1200" dirty="0">
                <a:solidFill>
                  <a:schemeClr val="tx1"/>
                </a:solidFill>
                <a:effectLst/>
                <a:latin typeface="+mn-lt"/>
                <a:ea typeface="+mn-ea"/>
                <a:cs typeface="+mn-cs"/>
              </a:rPr>
              <a:t> Program </a:t>
            </a:r>
            <a:r>
              <a:rPr kumimoji="1" lang="en-US" sz="2100" kern="1200" dirty="0" err="1">
                <a:solidFill>
                  <a:schemeClr val="tx1"/>
                </a:solidFill>
                <a:effectLst/>
                <a:latin typeface="+mn-lt"/>
                <a:ea typeface="+mn-ea"/>
                <a:cs typeface="+mn-cs"/>
              </a:rPr>
              <a:t>Studi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Berbasis</a:t>
            </a:r>
            <a:r>
              <a:rPr kumimoji="1" lang="en-US" sz="2100" kern="1200" dirty="0">
                <a:solidFill>
                  <a:schemeClr val="tx1"/>
                </a:solidFill>
                <a:effectLst/>
                <a:latin typeface="+mn-lt"/>
                <a:ea typeface="+mn-ea"/>
                <a:cs typeface="+mn-cs"/>
              </a:rPr>
              <a:t> Website di Indonesia.</a:t>
            </a:r>
          </a:p>
          <a:p>
            <a:pPr marL="457200" indent="-457200">
              <a:buAutoNum type="arabicParenR"/>
            </a:pPr>
            <a:r>
              <a:rPr kumimoji="1" lang="en-US" sz="2100" kern="1200" dirty="0" err="1">
                <a:solidFill>
                  <a:schemeClr val="tx1"/>
                </a:solidFill>
                <a:effectLst/>
                <a:latin typeface="+mn-lt"/>
                <a:ea typeface="+mn-ea"/>
                <a:cs typeface="+mn-cs"/>
              </a:rPr>
              <a:t>Penelitian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Putro</a:t>
            </a:r>
            <a:r>
              <a:rPr kumimoji="1" lang="en-US" sz="2100" kern="1200" dirty="0">
                <a:solidFill>
                  <a:schemeClr val="tx1"/>
                </a:solidFill>
                <a:effectLst/>
                <a:latin typeface="+mn-lt"/>
                <a:ea typeface="+mn-ea"/>
                <a:cs typeface="+mn-cs"/>
              </a:rPr>
              <a:t> (2014) </a:t>
            </a:r>
            <a:r>
              <a:rPr kumimoji="1" lang="en-US" sz="2100" kern="1200" dirty="0" err="1">
                <a:solidFill>
                  <a:schemeClr val="tx1"/>
                </a:solidFill>
                <a:effectLst/>
                <a:latin typeface="+mn-lt"/>
                <a:ea typeface="+mn-ea"/>
                <a:cs typeface="+mn-cs"/>
              </a:rPr>
              <a:t>melakukan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pembuatan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Aplikasi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Penyusunan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Borang</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Akreditasi</a:t>
            </a:r>
            <a:r>
              <a:rPr kumimoji="1" lang="en-US" sz="2100" kern="1200" dirty="0">
                <a:solidFill>
                  <a:schemeClr val="tx1"/>
                </a:solidFill>
                <a:effectLst/>
                <a:latin typeface="+mn-lt"/>
                <a:ea typeface="+mn-ea"/>
                <a:cs typeface="+mn-cs"/>
              </a:rPr>
              <a:t> Program </a:t>
            </a:r>
            <a:r>
              <a:rPr kumimoji="1" lang="en-US" sz="2100" kern="1200" dirty="0" err="1">
                <a:solidFill>
                  <a:schemeClr val="tx1"/>
                </a:solidFill>
                <a:effectLst/>
                <a:latin typeface="+mn-lt"/>
                <a:ea typeface="+mn-ea"/>
                <a:cs typeface="+mn-cs"/>
              </a:rPr>
              <a:t>Studi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Buku</a:t>
            </a:r>
            <a:r>
              <a:rPr kumimoji="1" lang="en-US" sz="2100" kern="1200" dirty="0">
                <a:solidFill>
                  <a:schemeClr val="tx1"/>
                </a:solidFill>
                <a:effectLst/>
                <a:latin typeface="+mn-lt"/>
                <a:ea typeface="+mn-ea"/>
                <a:cs typeface="+mn-cs"/>
              </a:rPr>
              <a:t> III-A).</a:t>
            </a:r>
          </a:p>
          <a:p>
            <a:endParaRPr kumimoji="1" lang="en-US" sz="2100" kern="1200" dirty="0">
              <a:solidFill>
                <a:schemeClr val="tx1"/>
              </a:solidFill>
              <a:effectLst/>
              <a:latin typeface="+mn-lt"/>
              <a:ea typeface="+mn-ea"/>
              <a:cs typeface="+mn-cs"/>
            </a:endParaRPr>
          </a:p>
          <a:p>
            <a:endParaRPr lang="en-ID" dirty="0"/>
          </a:p>
        </p:txBody>
      </p:sp>
      <p:sp>
        <p:nvSpPr>
          <p:cNvPr id="4" name="Slide Number Placeholder 3"/>
          <p:cNvSpPr>
            <a:spLocks noGrp="1"/>
          </p:cNvSpPr>
          <p:nvPr>
            <p:ph type="sldNum" sz="quarter" idx="10"/>
          </p:nvPr>
        </p:nvSpPr>
        <p:spPr/>
        <p:txBody>
          <a:bodyPr/>
          <a:lstStyle/>
          <a:p>
            <a:fld id="{BA0F6D12-D0E5-42E3-AE9E-4CBB24513023}" type="slidenum">
              <a:rPr kumimoji="1" lang="ja-JP" altLang="en-US" smtClean="0"/>
              <a:t>4</a:t>
            </a:fld>
            <a:endParaRPr kumimoji="1" lang="ja-JP" altLang="en-US"/>
          </a:p>
        </p:txBody>
      </p:sp>
    </p:spTree>
    <p:extLst>
      <p:ext uri="{BB962C8B-B14F-4D97-AF65-F5344CB8AC3E}">
        <p14:creationId xmlns:p14="http://schemas.microsoft.com/office/powerpoint/2010/main" val="3129562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Penjelasan poin:</a:t>
            </a:r>
          </a:p>
          <a:p>
            <a:pPr marL="457200" indent="-457200">
              <a:buAutoNum type="arabicPeriod"/>
            </a:pPr>
            <a:r>
              <a:rPr lang="id-ID" dirty="0"/>
              <a:t>Harus membuat sinkronisasi data</a:t>
            </a:r>
          </a:p>
          <a:p>
            <a:pPr marL="457200" indent="-457200">
              <a:buAutoNum type="arabicPeriod"/>
            </a:pPr>
            <a:r>
              <a:rPr lang="id-ID" dirty="0"/>
              <a:t>Agar manajemen akun tidak sulit</a:t>
            </a:r>
          </a:p>
          <a:p>
            <a:pPr marL="457200" indent="-457200">
              <a:buAutoNum type="arabicPeriod"/>
            </a:pPr>
            <a:r>
              <a:rPr lang="id-ID" dirty="0"/>
              <a:t>Sistem penilaian dari </a:t>
            </a:r>
            <a:r>
              <a:rPr lang="id-ID" dirty="0" err="1"/>
              <a:t>led</a:t>
            </a:r>
            <a:r>
              <a:rPr lang="id-ID" dirty="0"/>
              <a:t> dan </a:t>
            </a:r>
            <a:r>
              <a:rPr lang="id-ID" dirty="0" err="1"/>
              <a:t>lk</a:t>
            </a:r>
            <a:r>
              <a:rPr lang="id-ID" dirty="0"/>
              <a:t> bisa menjadi penelitian tersendiri.</a:t>
            </a:r>
            <a:endParaRPr lang="en-ID" dirty="0"/>
          </a:p>
        </p:txBody>
      </p:sp>
      <p:sp>
        <p:nvSpPr>
          <p:cNvPr id="4" name="Slide Number Placeholder 3"/>
          <p:cNvSpPr>
            <a:spLocks noGrp="1"/>
          </p:cNvSpPr>
          <p:nvPr>
            <p:ph type="sldNum" sz="quarter" idx="5"/>
          </p:nvPr>
        </p:nvSpPr>
        <p:spPr/>
        <p:txBody>
          <a:bodyPr/>
          <a:lstStyle/>
          <a:p>
            <a:fld id="{BA0F6D12-D0E5-42E3-AE9E-4CBB24513023}" type="slidenum">
              <a:rPr kumimoji="1" lang="ja-JP" altLang="en-US" smtClean="0"/>
              <a:t>7</a:t>
            </a:fld>
            <a:endParaRPr kumimoji="1" lang="ja-JP" altLang="en-US"/>
          </a:p>
        </p:txBody>
      </p:sp>
    </p:spTree>
    <p:extLst>
      <p:ext uri="{BB962C8B-B14F-4D97-AF65-F5344CB8AC3E}">
        <p14:creationId xmlns:p14="http://schemas.microsoft.com/office/powerpoint/2010/main" val="2936829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sz="2400" dirty="0"/>
              <a:t>Akreditasi berarti pengakuan terhadap lembaga pendidikan yang diberikan oleh badan yang memiliki wewenang setelah suatu lembaga tersebut telah memenuhi syarat dan kriteria baku tertentu (Tim Penyusun KBBI, 2016)</a:t>
            </a:r>
            <a:endParaRPr lang="en-US" sz="2400" dirty="0"/>
          </a:p>
          <a:p>
            <a:r>
              <a:rPr lang="id-ID" sz="2400" dirty="0"/>
              <a:t>Pasal 60 Ayat 1 </a:t>
            </a:r>
            <a:r>
              <a:rPr lang="id-ID" sz="2400" dirty="0" err="1"/>
              <a:t>Undang-Undang</a:t>
            </a:r>
            <a:r>
              <a:rPr lang="id-ID" sz="2400" dirty="0"/>
              <a:t> Nomor 20 Tahun 2003 Tentang Sistem Pendidikan Nasional yang berbunyi: “Akreditasi dilakukan untuk menentukan kelayakan program dan satuan pendidikan pada jalur pendidikan formal dan nonformal setiap jenjang dan jenis pendidikan.” </a:t>
            </a:r>
          </a:p>
          <a:p>
            <a:pPr marL="0" marR="0" lvl="0" indent="0" algn="l" defTabSz="1632753" rtl="0" eaLnBrk="1" fontAlgn="auto" latinLnBrk="0" hangingPunct="1">
              <a:lnSpc>
                <a:spcPct val="100000"/>
              </a:lnSpc>
              <a:spcBef>
                <a:spcPts val="0"/>
              </a:spcBef>
              <a:spcAft>
                <a:spcPts val="0"/>
              </a:spcAft>
              <a:buClrTx/>
              <a:buSzTx/>
              <a:buFontTx/>
              <a:buNone/>
              <a:tabLst/>
              <a:defRPr/>
            </a:pPr>
            <a:endParaRPr lang="id-ID" sz="2400" dirty="0"/>
          </a:p>
          <a:p>
            <a:pPr marL="0" marR="0" lvl="0" indent="0" algn="l" defTabSz="1632753" rtl="0" eaLnBrk="1" fontAlgn="auto" latinLnBrk="0" hangingPunct="1">
              <a:lnSpc>
                <a:spcPct val="100000"/>
              </a:lnSpc>
              <a:spcBef>
                <a:spcPts val="0"/>
              </a:spcBef>
              <a:spcAft>
                <a:spcPts val="0"/>
              </a:spcAft>
              <a:buClrTx/>
              <a:buSzTx/>
              <a:buFontTx/>
              <a:buNone/>
              <a:tabLst/>
              <a:defRPr/>
            </a:pPr>
            <a:r>
              <a:rPr lang="id-ID" sz="2400" dirty="0"/>
              <a:t>Laporan Kinerja berisi capaian indikator dari kinerja perguruan tinggi atau program studi. </a:t>
            </a:r>
            <a:r>
              <a:rPr lang="en-US" sz="2400" dirty="0"/>
              <a:t> </a:t>
            </a:r>
            <a:r>
              <a:rPr lang="id-ID" sz="2400" dirty="0"/>
              <a:t>Laporan Evaluasi Diri merupakan dokumen evaluasi yang disusun secara komprehensif sebagai bagian dari pengembangan institusi, tidak hanya menggambarkan status capaian suatu kriteria, melainkan juga berisi analisis terhadap tercapai atau tidak tercapainya suatu kriteria </a:t>
            </a:r>
          </a:p>
          <a:p>
            <a:pPr marL="0" marR="0" lvl="0" indent="0" algn="l" defTabSz="1632753" rtl="0" eaLnBrk="1" fontAlgn="auto" latinLnBrk="0" hangingPunct="1">
              <a:lnSpc>
                <a:spcPct val="100000"/>
              </a:lnSpc>
              <a:spcBef>
                <a:spcPts val="0"/>
              </a:spcBef>
              <a:spcAft>
                <a:spcPts val="0"/>
              </a:spcAft>
              <a:buClrTx/>
              <a:buSzTx/>
              <a:buFontTx/>
              <a:buNone/>
              <a:tabLst/>
              <a:defRPr/>
            </a:pPr>
            <a:endParaRPr lang="id-ID" altLang="ja-JP" sz="2400" dirty="0"/>
          </a:p>
          <a:p>
            <a:pPr marL="0" marR="0" lvl="0" indent="0" algn="l" defTabSz="1632753" rtl="0" eaLnBrk="1" fontAlgn="auto" latinLnBrk="0" hangingPunct="1">
              <a:lnSpc>
                <a:spcPct val="100000"/>
              </a:lnSpc>
              <a:spcBef>
                <a:spcPts val="0"/>
              </a:spcBef>
              <a:spcAft>
                <a:spcPts val="0"/>
              </a:spcAft>
              <a:buClrTx/>
              <a:buSzTx/>
              <a:buFontTx/>
              <a:buNone/>
              <a:tabLst/>
              <a:defRPr/>
            </a:pPr>
            <a:r>
              <a:rPr kumimoji="1" lang="id-ID" sz="2100" kern="1200" dirty="0">
                <a:solidFill>
                  <a:schemeClr val="tx1"/>
                </a:solidFill>
                <a:effectLst/>
                <a:latin typeface="+mn-lt"/>
                <a:ea typeface="+mn-ea"/>
                <a:cs typeface="+mn-cs"/>
              </a:rPr>
              <a:t>Dasbor strategis digunakan dalam mendukung manajemen level strategis untuk informasi dalam membuat keputusan bisnis, prediksi peluang, dan arahan untuk mencapai tujuan strategis. Sedangkan dasbor tipe taktis dimanfaatkan untuk proses analisis dalam menentukan penyebab dari suatu kondisi. Terakhir, dasbor tipe operasional </a:t>
            </a:r>
            <a:r>
              <a:rPr kumimoji="1" lang="id-ID" sz="2100" kern="1200" dirty="0" err="1">
                <a:solidFill>
                  <a:schemeClr val="tx1"/>
                </a:solidFill>
                <a:effectLst/>
                <a:latin typeface="+mn-lt"/>
                <a:ea typeface="+mn-ea"/>
                <a:cs typeface="+mn-cs"/>
              </a:rPr>
              <a:t>diguakan</a:t>
            </a:r>
            <a:r>
              <a:rPr kumimoji="1" lang="id-ID" sz="2100" kern="1200" dirty="0">
                <a:solidFill>
                  <a:schemeClr val="tx1"/>
                </a:solidFill>
                <a:effectLst/>
                <a:latin typeface="+mn-lt"/>
                <a:ea typeface="+mn-ea"/>
                <a:cs typeface="+mn-cs"/>
              </a:rPr>
              <a:t> untuk mendukung proses </a:t>
            </a:r>
            <a:r>
              <a:rPr kumimoji="1" lang="id-ID" sz="2100" kern="1200" dirty="0" err="1">
                <a:solidFill>
                  <a:schemeClr val="tx1"/>
                </a:solidFill>
                <a:effectLst/>
                <a:latin typeface="+mn-lt"/>
                <a:ea typeface="+mn-ea"/>
                <a:cs typeface="+mn-cs"/>
              </a:rPr>
              <a:t>monitoring</a:t>
            </a:r>
            <a:r>
              <a:rPr kumimoji="1" lang="id-ID" sz="2100" kern="1200" dirty="0">
                <a:solidFill>
                  <a:schemeClr val="tx1"/>
                </a:solidFill>
                <a:effectLst/>
                <a:latin typeface="+mn-lt"/>
                <a:ea typeface="+mn-ea"/>
                <a:cs typeface="+mn-cs"/>
              </a:rPr>
              <a:t> dan </a:t>
            </a:r>
            <a:r>
              <a:rPr kumimoji="1" lang="id-ID" sz="2100" kern="1200" dirty="0" err="1">
                <a:solidFill>
                  <a:schemeClr val="tx1"/>
                </a:solidFill>
                <a:effectLst/>
                <a:latin typeface="+mn-lt"/>
                <a:ea typeface="+mn-ea"/>
                <a:cs typeface="+mn-cs"/>
              </a:rPr>
              <a:t>aktifitas</a:t>
            </a:r>
            <a:r>
              <a:rPr kumimoji="1" lang="id-ID" sz="2100" kern="1200" dirty="0">
                <a:solidFill>
                  <a:schemeClr val="tx1"/>
                </a:solidFill>
                <a:effectLst/>
                <a:latin typeface="+mn-lt"/>
                <a:ea typeface="+mn-ea"/>
                <a:cs typeface="+mn-cs"/>
              </a:rPr>
              <a:t> dari proses bisnis </a:t>
            </a:r>
            <a:endParaRPr lang="en-US" altLang="ja-JP" sz="2400" dirty="0"/>
          </a:p>
          <a:p>
            <a:endParaRPr lang="en-ID" dirty="0"/>
          </a:p>
        </p:txBody>
      </p:sp>
      <p:sp>
        <p:nvSpPr>
          <p:cNvPr id="4" name="Slide Number Placeholder 3"/>
          <p:cNvSpPr>
            <a:spLocks noGrp="1"/>
          </p:cNvSpPr>
          <p:nvPr>
            <p:ph type="sldNum" sz="quarter" idx="10"/>
          </p:nvPr>
        </p:nvSpPr>
        <p:spPr/>
        <p:txBody>
          <a:bodyPr/>
          <a:lstStyle/>
          <a:p>
            <a:fld id="{BA0F6D12-D0E5-42E3-AE9E-4CBB24513023}" type="slidenum">
              <a:rPr kumimoji="1" lang="ja-JP" altLang="en-US" smtClean="0"/>
              <a:t>9</a:t>
            </a:fld>
            <a:endParaRPr kumimoji="1" lang="ja-JP" altLang="en-US"/>
          </a:p>
        </p:txBody>
      </p:sp>
    </p:spTree>
    <p:extLst>
      <p:ext uri="{BB962C8B-B14F-4D97-AF65-F5344CB8AC3E}">
        <p14:creationId xmlns:p14="http://schemas.microsoft.com/office/powerpoint/2010/main" val="2061080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A0F6D12-D0E5-42E3-AE9E-4CBB24513023}" type="slidenum">
              <a:rPr kumimoji="1" lang="ja-JP" altLang="en-US" smtClean="0"/>
              <a:t>13</a:t>
            </a:fld>
            <a:endParaRPr kumimoji="1" lang="ja-JP" altLang="en-US"/>
          </a:p>
        </p:txBody>
      </p:sp>
    </p:spTree>
    <p:extLst>
      <p:ext uri="{BB962C8B-B14F-4D97-AF65-F5344CB8AC3E}">
        <p14:creationId xmlns:p14="http://schemas.microsoft.com/office/powerpoint/2010/main" val="3154647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5" name="テキスト プレースホルダー 6"/>
          <p:cNvSpPr>
            <a:spLocks noGrp="1"/>
          </p:cNvSpPr>
          <p:nvPr>
            <p:ph type="body" sz="quarter" idx="14" hasCustomPrompt="1"/>
          </p:nvPr>
        </p:nvSpPr>
        <p:spPr>
          <a:xfrm>
            <a:off x="1078310" y="4279404"/>
            <a:ext cx="16200313" cy="3312368"/>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6" name="正方形/長方形 5"/>
          <p:cNvSpPr/>
          <p:nvPr userDrawn="1"/>
        </p:nvSpPr>
        <p:spPr>
          <a:xfrm>
            <a:off x="1222326" y="4135388"/>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036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8" decel="10000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 presetClass="entr" presetSubtype="2" decel="100000" fill="hold" grpId="0" nodeType="after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 calcmode="lin" valueType="num">
                                      <p:cBhvr additive="base">
                                        <p:cTn id="20"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アーチ 4"/>
          <p:cNvSpPr/>
          <p:nvPr userDrawn="1"/>
        </p:nvSpPr>
        <p:spPr>
          <a:xfrm rot="3600000">
            <a:off x="1165671" y="3510331"/>
            <a:ext cx="1492195" cy="1492195"/>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3" name="アーチ 12"/>
          <p:cNvSpPr/>
          <p:nvPr userDrawn="1"/>
        </p:nvSpPr>
        <p:spPr>
          <a:xfrm rot="6618510">
            <a:off x="1282259" y="3626919"/>
            <a:ext cx="1259018" cy="12590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5" name="テキスト プレースホルダー 6"/>
          <p:cNvSpPr>
            <a:spLocks noGrp="1"/>
          </p:cNvSpPr>
          <p:nvPr>
            <p:ph type="body" sz="quarter" idx="15" hasCustomPrompt="1"/>
          </p:nvPr>
        </p:nvSpPr>
        <p:spPr>
          <a:xfrm>
            <a:off x="2023050" y="3745801"/>
            <a:ext cx="7426863"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p:ph type="body" sz="quarter" idx="14" hasCustomPrompt="1"/>
          </p:nvPr>
        </p:nvSpPr>
        <p:spPr>
          <a:xfrm>
            <a:off x="2709065" y="4451978"/>
            <a:ext cx="13938025" cy="3227826"/>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90953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750" fill="hold"/>
                                        <p:tgtEl>
                                          <p:spTgt spid="5"/>
                                        </p:tgtEl>
                                        <p:attrNameLst>
                                          <p:attrName>ppt_x</p:attrName>
                                        </p:attrNameLst>
                                      </p:cBhvr>
                                      <p:tavLst>
                                        <p:tav tm="0">
                                          <p:val>
                                            <p:strVal val="0-#ppt_w/2"/>
                                          </p:val>
                                        </p:tav>
                                        <p:tav tm="100000">
                                          <p:val>
                                            <p:strVal val="#ppt_x"/>
                                          </p:val>
                                        </p:tav>
                                      </p:tavLst>
                                    </p:anim>
                                    <p:anim calcmode="lin" valueType="num">
                                      <p:cBhvr additive="base">
                                        <p:cTn id="20" dur="750" fill="hold"/>
                                        <p:tgtEl>
                                          <p:spTgt spid="5"/>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750"/>
                                        <p:tgtEl>
                                          <p:spTgt spid="13"/>
                                        </p:tgtEl>
                                      </p:cBhvr>
                                    </p:animEffect>
                                    <p:anim calcmode="lin" valueType="num">
                                      <p:cBhvr>
                                        <p:cTn id="24" dur="750" fill="hold"/>
                                        <p:tgtEl>
                                          <p:spTgt spid="13"/>
                                        </p:tgtEl>
                                        <p:attrNameLst>
                                          <p:attrName>ppt_w</p:attrName>
                                        </p:attrNameLst>
                                      </p:cBhvr>
                                      <p:tavLst>
                                        <p:tav tm="0" fmla="#ppt_w*sin(2.5*pi*$)">
                                          <p:val>
                                            <p:fltVal val="0"/>
                                          </p:val>
                                        </p:tav>
                                        <p:tav tm="100000">
                                          <p:val>
                                            <p:fltVal val="1"/>
                                          </p:val>
                                        </p:tav>
                                      </p:tavLst>
                                    </p:anim>
                                    <p:anim calcmode="lin" valueType="num">
                                      <p:cBhvr>
                                        <p:cTn id="25" dur="750" fill="hold"/>
                                        <p:tgtEl>
                                          <p:spTgt spid="13"/>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750"/>
                                        <p:tgtEl>
                                          <p:spTgt spid="5"/>
                                        </p:tgtEl>
                                      </p:cBhvr>
                                    </p:animEffect>
                                    <p:anim calcmode="lin" valueType="num">
                                      <p:cBhvr>
                                        <p:cTn id="29" dur="750" fill="hold"/>
                                        <p:tgtEl>
                                          <p:spTgt spid="5"/>
                                        </p:tgtEl>
                                        <p:attrNameLst>
                                          <p:attrName>ppt_w</p:attrName>
                                        </p:attrNameLst>
                                      </p:cBhvr>
                                      <p:tavLst>
                                        <p:tav tm="0" fmla="#ppt_w*sin(2.5*pi*$)">
                                          <p:val>
                                            <p:fltVal val="0"/>
                                          </p:val>
                                        </p:tav>
                                        <p:tav tm="100000">
                                          <p:val>
                                            <p:fltVal val="1"/>
                                          </p:val>
                                        </p:tav>
                                      </p:tavLst>
                                    </p:anim>
                                    <p:anim calcmode="lin" valueType="num">
                                      <p:cBhvr>
                                        <p:cTn id="30" dur="750" fill="hold"/>
                                        <p:tgtEl>
                                          <p:spTgt spid="5"/>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15">
                                            <p:txEl>
                                              <p:pRg st="0" end="0"/>
                                            </p:txEl>
                                          </p:spTgt>
                                        </p:tgtEl>
                                        <p:attrNameLst>
                                          <p:attrName>style.visibility</p:attrName>
                                        </p:attrNameLst>
                                      </p:cBhvr>
                                      <p:to>
                                        <p:strVal val="visible"/>
                                      </p:to>
                                    </p:set>
                                    <p:anim calcmode="lin" valueType="num">
                                      <p:cBhvr additive="base">
                                        <p:cTn id="33"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5">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17">
                                            <p:txEl>
                                              <p:pRg st="0" end="0"/>
                                            </p:txEl>
                                          </p:spTgt>
                                        </p:tgtEl>
                                        <p:attrNameLst>
                                          <p:attrName>style.visibility</p:attrName>
                                        </p:attrNameLst>
                                      </p:cBhvr>
                                      <p:to>
                                        <p:strVal val="visible"/>
                                      </p:to>
                                    </p:set>
                                    <p:anim calcmode="lin" valueType="num">
                                      <p:cBhvr additive="base">
                                        <p:cTn id="38" dur="5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5" grpId="1" animBg="1"/>
      <p:bldP spid="13" grpId="0" animBg="1"/>
      <p:bldP spid="13" grpId="1" animBg="1"/>
      <p:bldP spid="15"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0-#ppt_w/2"/>
                          </p:val>
                        </p:tav>
                        <p:tav tm="100000">
                          <p:val>
                            <p:strVal val="#ppt_x"/>
                          </p:val>
                        </p:tav>
                      </p:tavLst>
                    </p:anim>
                    <p:anim calcmode="lin" valueType="num">
                      <p:cBhvr additive="base">
                        <p:cTn dur="500" fill="hold"/>
                        <p:tgtEl>
                          <p:spTgt spid="15"/>
                        </p:tgtEl>
                        <p:attrNameLst>
                          <p:attrName>ppt_y</p:attrName>
                        </p:attrNameLst>
                      </p:cBhvr>
                      <p:tavLst>
                        <p:tav tm="0">
                          <p:val>
                            <p:strVal val="0-#ppt_h/2"/>
                          </p:val>
                        </p:tav>
                        <p:tav tm="100000">
                          <p:val>
                            <p:strVal val="#ppt_y"/>
                          </p:val>
                        </p:tav>
                      </p:tavLst>
                    </p:anim>
                  </p:childTnLst>
                </p:cTn>
              </p:par>
            </p:tnLst>
          </p:tmpl>
        </p:tmplLst>
      </p:bldP>
      <p:bldP spid="17"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1+#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アーチ 19"/>
          <p:cNvSpPr/>
          <p:nvPr userDrawn="1"/>
        </p:nvSpPr>
        <p:spPr>
          <a:xfrm rot="3600000">
            <a:off x="1165671" y="2943135"/>
            <a:ext cx="1492195" cy="1492195"/>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1" name="アーチ 20"/>
          <p:cNvSpPr/>
          <p:nvPr userDrawn="1"/>
        </p:nvSpPr>
        <p:spPr>
          <a:xfrm rot="6618510">
            <a:off x="1282259" y="3059723"/>
            <a:ext cx="1259018" cy="12590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2" name="テキスト プレースホルダー 6"/>
          <p:cNvSpPr>
            <a:spLocks noGrp="1"/>
          </p:cNvSpPr>
          <p:nvPr>
            <p:ph type="body" sz="quarter" idx="15" hasCustomPrompt="1"/>
          </p:nvPr>
        </p:nvSpPr>
        <p:spPr>
          <a:xfrm>
            <a:off x="2023051" y="3178605"/>
            <a:ext cx="6833566"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3" name="テキスト プレースホルダー 6"/>
          <p:cNvSpPr>
            <a:spLocks noGrp="1"/>
          </p:cNvSpPr>
          <p:nvPr>
            <p:ph type="body" sz="quarter" idx="14" hasCustomPrompt="1"/>
          </p:nvPr>
        </p:nvSpPr>
        <p:spPr>
          <a:xfrm>
            <a:off x="2709066" y="3884782"/>
            <a:ext cx="6147552" cy="4726742"/>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27" name="アーチ 26"/>
          <p:cNvSpPr/>
          <p:nvPr userDrawn="1"/>
        </p:nvSpPr>
        <p:spPr>
          <a:xfrm rot="3600000">
            <a:off x="9415504" y="2940038"/>
            <a:ext cx="1492195" cy="1492195"/>
          </a:xfrm>
          <a:prstGeom prst="blockArc">
            <a:avLst>
              <a:gd name="adj1" fmla="val 18941412"/>
              <a:gd name="adj2" fmla="val 11732646"/>
              <a:gd name="adj3" fmla="val 4340"/>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8" name="アーチ 27"/>
          <p:cNvSpPr/>
          <p:nvPr userDrawn="1"/>
        </p:nvSpPr>
        <p:spPr>
          <a:xfrm rot="6618510">
            <a:off x="9532092" y="3056626"/>
            <a:ext cx="1259018" cy="1259018"/>
          </a:xfrm>
          <a:prstGeom prst="blockArc">
            <a:avLst>
              <a:gd name="adj1" fmla="val 19452122"/>
              <a:gd name="adj2" fmla="val 11742259"/>
              <a:gd name="adj3" fmla="val 4894"/>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9" name="テキスト プレースホルダー 6"/>
          <p:cNvSpPr>
            <a:spLocks noGrp="1"/>
          </p:cNvSpPr>
          <p:nvPr>
            <p:ph type="body" sz="quarter" idx="16" hasCustomPrompt="1"/>
          </p:nvPr>
        </p:nvSpPr>
        <p:spPr>
          <a:xfrm>
            <a:off x="10272884" y="3175508"/>
            <a:ext cx="6833566" cy="790352"/>
          </a:xfrm>
        </p:spPr>
        <p:txBody>
          <a:bodyPr anchor="b">
            <a:no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0" name="テキスト プレースホルダー 6"/>
          <p:cNvSpPr>
            <a:spLocks noGrp="1"/>
          </p:cNvSpPr>
          <p:nvPr>
            <p:ph type="body" sz="quarter" idx="17" hasCustomPrompt="1"/>
          </p:nvPr>
        </p:nvSpPr>
        <p:spPr>
          <a:xfrm>
            <a:off x="10958899" y="3881685"/>
            <a:ext cx="6147552" cy="4726742"/>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789019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750" fill="hold"/>
                                        <p:tgtEl>
                                          <p:spTgt spid="21"/>
                                        </p:tgtEl>
                                        <p:attrNameLst>
                                          <p:attrName>ppt_x</p:attrName>
                                        </p:attrNameLst>
                                      </p:cBhvr>
                                      <p:tavLst>
                                        <p:tav tm="0">
                                          <p:val>
                                            <p:strVal val="#ppt_x"/>
                                          </p:val>
                                        </p:tav>
                                        <p:tav tm="100000">
                                          <p:val>
                                            <p:strVal val="#ppt_x"/>
                                          </p:val>
                                        </p:tav>
                                      </p:tavLst>
                                    </p:anim>
                                    <p:anim calcmode="lin" valueType="num">
                                      <p:cBhvr additive="base">
                                        <p:cTn id="16" dur="750" fill="hold"/>
                                        <p:tgtEl>
                                          <p:spTgt spid="21"/>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750" fill="hold"/>
                                        <p:tgtEl>
                                          <p:spTgt spid="20"/>
                                        </p:tgtEl>
                                        <p:attrNameLst>
                                          <p:attrName>ppt_x</p:attrName>
                                        </p:attrNameLst>
                                      </p:cBhvr>
                                      <p:tavLst>
                                        <p:tav tm="0">
                                          <p:val>
                                            <p:strVal val="0-#ppt_w/2"/>
                                          </p:val>
                                        </p:tav>
                                        <p:tav tm="100000">
                                          <p:val>
                                            <p:strVal val="#ppt_x"/>
                                          </p:val>
                                        </p:tav>
                                      </p:tavLst>
                                    </p:anim>
                                    <p:anim calcmode="lin" valueType="num">
                                      <p:cBhvr additive="base">
                                        <p:cTn id="20" dur="750" fill="hold"/>
                                        <p:tgtEl>
                                          <p:spTgt spid="20"/>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750"/>
                                        <p:tgtEl>
                                          <p:spTgt spid="21"/>
                                        </p:tgtEl>
                                      </p:cBhvr>
                                    </p:animEffect>
                                    <p:anim calcmode="lin" valueType="num">
                                      <p:cBhvr>
                                        <p:cTn id="24" dur="750" fill="hold"/>
                                        <p:tgtEl>
                                          <p:spTgt spid="21"/>
                                        </p:tgtEl>
                                        <p:attrNameLst>
                                          <p:attrName>ppt_w</p:attrName>
                                        </p:attrNameLst>
                                      </p:cBhvr>
                                      <p:tavLst>
                                        <p:tav tm="0" fmla="#ppt_w*sin(2.5*pi*$)">
                                          <p:val>
                                            <p:fltVal val="0"/>
                                          </p:val>
                                        </p:tav>
                                        <p:tav tm="100000">
                                          <p:val>
                                            <p:fltVal val="1"/>
                                          </p:val>
                                        </p:tav>
                                      </p:tavLst>
                                    </p:anim>
                                    <p:anim calcmode="lin" valueType="num">
                                      <p:cBhvr>
                                        <p:cTn id="25" dur="750" fill="hold"/>
                                        <p:tgtEl>
                                          <p:spTgt spid="21"/>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750"/>
                                        <p:tgtEl>
                                          <p:spTgt spid="20"/>
                                        </p:tgtEl>
                                      </p:cBhvr>
                                    </p:animEffect>
                                    <p:anim calcmode="lin" valueType="num">
                                      <p:cBhvr>
                                        <p:cTn id="29" dur="750" fill="hold"/>
                                        <p:tgtEl>
                                          <p:spTgt spid="20"/>
                                        </p:tgtEl>
                                        <p:attrNameLst>
                                          <p:attrName>ppt_w</p:attrName>
                                        </p:attrNameLst>
                                      </p:cBhvr>
                                      <p:tavLst>
                                        <p:tav tm="0" fmla="#ppt_w*sin(2.5*pi*$)">
                                          <p:val>
                                            <p:fltVal val="0"/>
                                          </p:val>
                                        </p:tav>
                                        <p:tav tm="100000">
                                          <p:val>
                                            <p:fltVal val="1"/>
                                          </p:val>
                                        </p:tav>
                                      </p:tavLst>
                                    </p:anim>
                                    <p:anim calcmode="lin" valueType="num">
                                      <p:cBhvr>
                                        <p:cTn id="30" dur="750" fill="hold"/>
                                        <p:tgtEl>
                                          <p:spTgt spid="20"/>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22">
                                            <p:txEl>
                                              <p:pRg st="0" end="0"/>
                                            </p:txEl>
                                          </p:spTgt>
                                        </p:tgtEl>
                                        <p:attrNameLst>
                                          <p:attrName>style.visibility</p:attrName>
                                        </p:attrNameLst>
                                      </p:cBhvr>
                                      <p:to>
                                        <p:strVal val="visible"/>
                                      </p:to>
                                    </p:set>
                                    <p:anim calcmode="lin" valueType="num">
                                      <p:cBhvr additive="base">
                                        <p:cTn id="33" dur="5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2">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23">
                                            <p:txEl>
                                              <p:pRg st="0" end="0"/>
                                            </p:txEl>
                                          </p:spTgt>
                                        </p:tgtEl>
                                        <p:attrNameLst>
                                          <p:attrName>style.visibility</p:attrName>
                                        </p:attrNameLst>
                                      </p:cBhvr>
                                      <p:to>
                                        <p:strVal val="visible"/>
                                      </p:to>
                                    </p:set>
                                    <p:anim calcmode="lin" valueType="num">
                                      <p:cBhvr additive="base">
                                        <p:cTn id="38"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par>
                          <p:cTn id="40" fill="hold">
                            <p:stCondLst>
                              <p:cond delay="2350"/>
                            </p:stCondLst>
                            <p:childTnLst>
                              <p:par>
                                <p:cTn id="41" presetID="2" presetClass="entr" presetSubtype="4" decel="100000"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anim calcmode="lin" valueType="num">
                                      <p:cBhvr additive="base">
                                        <p:cTn id="43" dur="750" fill="hold"/>
                                        <p:tgtEl>
                                          <p:spTgt spid="28"/>
                                        </p:tgtEl>
                                        <p:attrNameLst>
                                          <p:attrName>ppt_x</p:attrName>
                                        </p:attrNameLst>
                                      </p:cBhvr>
                                      <p:tavLst>
                                        <p:tav tm="0">
                                          <p:val>
                                            <p:strVal val="#ppt_x"/>
                                          </p:val>
                                        </p:tav>
                                        <p:tav tm="100000">
                                          <p:val>
                                            <p:strVal val="#ppt_x"/>
                                          </p:val>
                                        </p:tav>
                                      </p:tavLst>
                                    </p:anim>
                                    <p:anim calcmode="lin" valueType="num">
                                      <p:cBhvr additive="base">
                                        <p:cTn id="44" dur="750" fill="hold"/>
                                        <p:tgtEl>
                                          <p:spTgt spid="28"/>
                                        </p:tgtEl>
                                        <p:attrNameLst>
                                          <p:attrName>ppt_y</p:attrName>
                                        </p:attrNameLst>
                                      </p:cBhvr>
                                      <p:tavLst>
                                        <p:tav tm="0">
                                          <p:val>
                                            <p:strVal val="1+#ppt_h/2"/>
                                          </p:val>
                                        </p:tav>
                                        <p:tav tm="100000">
                                          <p:val>
                                            <p:strVal val="#ppt_y"/>
                                          </p:val>
                                        </p:tav>
                                      </p:tavLst>
                                    </p:anim>
                                  </p:childTnLst>
                                </p:cTn>
                              </p:par>
                              <p:par>
                                <p:cTn id="45" presetID="2" presetClass="entr" presetSubtype="8" decel="10000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750" fill="hold"/>
                                        <p:tgtEl>
                                          <p:spTgt spid="27"/>
                                        </p:tgtEl>
                                        <p:attrNameLst>
                                          <p:attrName>ppt_x</p:attrName>
                                        </p:attrNameLst>
                                      </p:cBhvr>
                                      <p:tavLst>
                                        <p:tav tm="0">
                                          <p:val>
                                            <p:strVal val="0-#ppt_w/2"/>
                                          </p:val>
                                        </p:tav>
                                        <p:tav tm="100000">
                                          <p:val>
                                            <p:strVal val="#ppt_x"/>
                                          </p:val>
                                        </p:tav>
                                      </p:tavLst>
                                    </p:anim>
                                    <p:anim calcmode="lin" valueType="num">
                                      <p:cBhvr additive="base">
                                        <p:cTn id="48" dur="750" fill="hold"/>
                                        <p:tgtEl>
                                          <p:spTgt spid="27"/>
                                        </p:tgtEl>
                                        <p:attrNameLst>
                                          <p:attrName>ppt_y</p:attrName>
                                        </p:attrNameLst>
                                      </p:cBhvr>
                                      <p:tavLst>
                                        <p:tav tm="0">
                                          <p:val>
                                            <p:strVal val="#ppt_y"/>
                                          </p:val>
                                        </p:tav>
                                        <p:tav tm="100000">
                                          <p:val>
                                            <p:strVal val="#ppt_y"/>
                                          </p:val>
                                        </p:tav>
                                      </p:tavLst>
                                    </p:anim>
                                  </p:childTnLst>
                                </p:cTn>
                              </p:par>
                              <p:par>
                                <p:cTn id="49" presetID="45" presetClass="entr" presetSubtype="0" fill="hold" grpId="1"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750"/>
                                        <p:tgtEl>
                                          <p:spTgt spid="28"/>
                                        </p:tgtEl>
                                      </p:cBhvr>
                                    </p:animEffect>
                                    <p:anim calcmode="lin" valueType="num">
                                      <p:cBhvr>
                                        <p:cTn id="52" dur="750" fill="hold"/>
                                        <p:tgtEl>
                                          <p:spTgt spid="28"/>
                                        </p:tgtEl>
                                        <p:attrNameLst>
                                          <p:attrName>ppt_w</p:attrName>
                                        </p:attrNameLst>
                                      </p:cBhvr>
                                      <p:tavLst>
                                        <p:tav tm="0" fmla="#ppt_w*sin(2.5*pi*$)">
                                          <p:val>
                                            <p:fltVal val="0"/>
                                          </p:val>
                                        </p:tav>
                                        <p:tav tm="100000">
                                          <p:val>
                                            <p:fltVal val="1"/>
                                          </p:val>
                                        </p:tav>
                                      </p:tavLst>
                                    </p:anim>
                                    <p:anim calcmode="lin" valueType="num">
                                      <p:cBhvr>
                                        <p:cTn id="53" dur="750" fill="hold"/>
                                        <p:tgtEl>
                                          <p:spTgt spid="28"/>
                                        </p:tgtEl>
                                        <p:attrNameLst>
                                          <p:attrName>ppt_h</p:attrName>
                                        </p:attrNameLst>
                                      </p:cBhvr>
                                      <p:tavLst>
                                        <p:tav tm="0">
                                          <p:val>
                                            <p:strVal val="#ppt_h"/>
                                          </p:val>
                                        </p:tav>
                                        <p:tav tm="100000">
                                          <p:val>
                                            <p:strVal val="#ppt_h"/>
                                          </p:val>
                                        </p:tav>
                                      </p:tavLst>
                                    </p:anim>
                                  </p:childTnLst>
                                </p:cTn>
                              </p:par>
                              <p:par>
                                <p:cTn id="54" presetID="45" presetClass="entr" presetSubtype="0" fill="hold" grpId="1"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750"/>
                                        <p:tgtEl>
                                          <p:spTgt spid="27"/>
                                        </p:tgtEl>
                                      </p:cBhvr>
                                    </p:animEffect>
                                    <p:anim calcmode="lin" valueType="num">
                                      <p:cBhvr>
                                        <p:cTn id="57" dur="750" fill="hold"/>
                                        <p:tgtEl>
                                          <p:spTgt spid="27"/>
                                        </p:tgtEl>
                                        <p:attrNameLst>
                                          <p:attrName>ppt_w</p:attrName>
                                        </p:attrNameLst>
                                      </p:cBhvr>
                                      <p:tavLst>
                                        <p:tav tm="0" fmla="#ppt_w*sin(2.5*pi*$)">
                                          <p:val>
                                            <p:fltVal val="0"/>
                                          </p:val>
                                        </p:tav>
                                        <p:tav tm="100000">
                                          <p:val>
                                            <p:fltVal val="1"/>
                                          </p:val>
                                        </p:tav>
                                      </p:tavLst>
                                    </p:anim>
                                    <p:anim calcmode="lin" valueType="num">
                                      <p:cBhvr>
                                        <p:cTn id="58" dur="750" fill="hold"/>
                                        <p:tgtEl>
                                          <p:spTgt spid="27"/>
                                        </p:tgtEl>
                                        <p:attrNameLst>
                                          <p:attrName>ppt_h</p:attrName>
                                        </p:attrNameLst>
                                      </p:cBhvr>
                                      <p:tavLst>
                                        <p:tav tm="0">
                                          <p:val>
                                            <p:strVal val="#ppt_h"/>
                                          </p:val>
                                        </p:tav>
                                        <p:tav tm="100000">
                                          <p:val>
                                            <p:strVal val="#ppt_h"/>
                                          </p:val>
                                        </p:tav>
                                      </p:tavLst>
                                    </p:anim>
                                  </p:childTnLst>
                                </p:cTn>
                              </p:par>
                              <p:par>
                                <p:cTn id="59" presetID="2" presetClass="entr" presetSubtype="3" decel="100000" fill="hold" grpId="0" nodeType="withEffect">
                                  <p:stCondLst>
                                    <p:cond delay="500"/>
                                  </p:stCondLst>
                                  <p:iterate type="wd">
                                    <p:tmPct val="10000"/>
                                  </p:iterate>
                                  <p:childTnLst>
                                    <p:set>
                                      <p:cBhvr>
                                        <p:cTn id="60" dur="1" fill="hold">
                                          <p:stCondLst>
                                            <p:cond delay="0"/>
                                          </p:stCondLst>
                                        </p:cTn>
                                        <p:tgtEl>
                                          <p:spTgt spid="29">
                                            <p:txEl>
                                              <p:pRg st="0" end="0"/>
                                            </p:txEl>
                                          </p:spTgt>
                                        </p:tgtEl>
                                        <p:attrNameLst>
                                          <p:attrName>style.visibility</p:attrName>
                                        </p:attrNameLst>
                                      </p:cBhvr>
                                      <p:to>
                                        <p:strVal val="visible"/>
                                      </p:to>
                                    </p:set>
                                    <p:anim calcmode="lin" valueType="num">
                                      <p:cBhvr additive="base">
                                        <p:cTn id="61"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29">
                                            <p:txEl>
                                              <p:pRg st="0" end="0"/>
                                            </p:txEl>
                                          </p:spTgt>
                                        </p:tgtEl>
                                        <p:attrNameLst>
                                          <p:attrName>ppt_y</p:attrName>
                                        </p:attrNameLst>
                                      </p:cBhvr>
                                      <p:tavLst>
                                        <p:tav tm="0">
                                          <p:val>
                                            <p:strVal val="0-#ppt_h/2"/>
                                          </p:val>
                                        </p:tav>
                                        <p:tav tm="100000">
                                          <p:val>
                                            <p:strVal val="#ppt_y"/>
                                          </p:val>
                                        </p:tav>
                                      </p:tavLst>
                                    </p:anim>
                                  </p:childTnLst>
                                </p:cTn>
                              </p:par>
                            </p:childTnLst>
                          </p:cTn>
                        </p:par>
                        <p:par>
                          <p:cTn id="63" fill="hold">
                            <p:stCondLst>
                              <p:cond delay="3450"/>
                            </p:stCondLst>
                            <p:childTnLst>
                              <p:par>
                                <p:cTn id="64" presetID="2" presetClass="entr" presetSubtype="2" decel="100000" fill="hold" grpId="0" nodeType="afterEffect">
                                  <p:stCondLst>
                                    <p:cond delay="250"/>
                                  </p:stCondLst>
                                  <p:childTnLst>
                                    <p:set>
                                      <p:cBhvr>
                                        <p:cTn id="65" dur="1" fill="hold">
                                          <p:stCondLst>
                                            <p:cond delay="0"/>
                                          </p:stCondLst>
                                        </p:cTn>
                                        <p:tgtEl>
                                          <p:spTgt spid="30">
                                            <p:txEl>
                                              <p:pRg st="0" end="0"/>
                                            </p:txEl>
                                          </p:spTgt>
                                        </p:tgtEl>
                                        <p:attrNameLst>
                                          <p:attrName>style.visibility</p:attrName>
                                        </p:attrNameLst>
                                      </p:cBhvr>
                                      <p:to>
                                        <p:strVal val="visible"/>
                                      </p:to>
                                    </p:set>
                                    <p:anim calcmode="lin" valueType="num">
                                      <p:cBhvr additive="base">
                                        <p:cTn id="66" dur="500" fill="hold"/>
                                        <p:tgtEl>
                                          <p:spTgt spid="30">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3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20" grpId="0" animBg="1"/>
      <p:bldP spid="20" grpId="1" animBg="1"/>
      <p:bldP spid="21" grpId="0" animBg="1"/>
      <p:bldP spid="21" grpId="1" animBg="1"/>
      <p:bldP spid="22"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0-#ppt_w/2"/>
                          </p:val>
                        </p:tav>
                        <p:tav tm="100000">
                          <p:val>
                            <p:strVal val="#ppt_x"/>
                          </p:val>
                        </p:tav>
                      </p:tavLst>
                    </p:anim>
                    <p:anim calcmode="lin" valueType="num">
                      <p:cBhvr additive="base">
                        <p:cTn dur="500" fill="hold"/>
                        <p:tgtEl>
                          <p:spTgt spid="22"/>
                        </p:tgtEl>
                        <p:attrNameLst>
                          <p:attrName>ppt_y</p:attrName>
                        </p:attrNameLst>
                      </p:cBhvr>
                      <p:tavLst>
                        <p:tav tm="0">
                          <p:val>
                            <p:strVal val="0-#ppt_h/2"/>
                          </p:val>
                        </p:tav>
                        <p:tav tm="100000">
                          <p:val>
                            <p:strVal val="#ppt_y"/>
                          </p:val>
                        </p:tav>
                      </p:tavLst>
                    </p:anim>
                  </p:childTnLst>
                </p:cTn>
              </p:par>
            </p:tnLst>
          </p:tmpl>
        </p:tmplLst>
      </p:bldP>
      <p:bldP spid="23"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7" grpId="0" animBg="1"/>
      <p:bldP spid="27" grpId="1" animBg="1"/>
      <p:bldP spid="28" grpId="0" animBg="1"/>
      <p:bldP spid="28" grpId="1" animBg="1"/>
      <p:bldP spid="29" grpId="0" build="p">
        <p:tmplLst>
          <p:tmpl lvl="1">
            <p:tnLst>
              <p:par>
                <p:cTn presetID="2" presetClass="entr" presetSubtype="3" decel="100000" fill="hold" nodeType="withEffect">
                  <p:stCondLst>
                    <p:cond delay="500"/>
                  </p:stCondLst>
                  <p:iterate type="wd">
                    <p:tmPct val="10000"/>
                  </p:iterate>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1+#ppt_w/2"/>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P spid="30"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1+#ppt_w/2"/>
                          </p:val>
                        </p:tav>
                        <p:tav tm="100000">
                          <p:val>
                            <p:strVal val="#ppt_x"/>
                          </p:val>
                        </p:tav>
                      </p:tavLst>
                    </p:anim>
                    <p:anim calcmode="lin" valueType="num">
                      <p:cBhvr additive="base">
                        <p:cTn dur="500" fill="hold"/>
                        <p:tgtEl>
                          <p:spTgt spid="30"/>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s 2">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p:cNvGrpSpPr/>
          <p:nvPr userDrawn="1"/>
        </p:nvGrpSpPr>
        <p:grpSpPr>
          <a:xfrm>
            <a:off x="0" y="2814604"/>
            <a:ext cx="9664975" cy="3312368"/>
            <a:chOff x="0" y="2839244"/>
            <a:chExt cx="9664975" cy="3312368"/>
          </a:xfrm>
          <a:solidFill>
            <a:schemeClr val="accent3"/>
          </a:solidFill>
        </p:grpSpPr>
        <p:sp>
          <p:nvSpPr>
            <p:cNvPr id="5" name="正方形/長方形 4"/>
            <p:cNvSpPr/>
            <p:nvPr userDrawn="1"/>
          </p:nvSpPr>
          <p:spPr>
            <a:xfrm>
              <a:off x="0" y="2839244"/>
              <a:ext cx="8441633" cy="3312368"/>
            </a:xfrm>
            <a:prstGeom prst="rect">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6" name="直角三角形 5"/>
            <p:cNvSpPr/>
            <p:nvPr userDrawn="1"/>
          </p:nvSpPr>
          <p:spPr>
            <a:xfrm>
              <a:off x="8441633" y="2839244"/>
              <a:ext cx="1223342" cy="3312368"/>
            </a:xfrm>
            <a:prstGeom prst="rtTriangle">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grpSp>
        <p:nvGrpSpPr>
          <p:cNvPr id="34" name="グループ化 33"/>
          <p:cNvGrpSpPr/>
          <p:nvPr userDrawn="1"/>
        </p:nvGrpSpPr>
        <p:grpSpPr>
          <a:xfrm rot="10800000">
            <a:off x="8621438" y="3303070"/>
            <a:ext cx="9664975" cy="3312368"/>
            <a:chOff x="0" y="2839244"/>
            <a:chExt cx="9664975" cy="3312368"/>
          </a:xfrm>
          <a:solidFill>
            <a:schemeClr val="accent2"/>
          </a:solidFill>
        </p:grpSpPr>
        <p:sp>
          <p:nvSpPr>
            <p:cNvPr id="35" name="正方形/長方形 34"/>
            <p:cNvSpPr/>
            <p:nvPr userDrawn="1"/>
          </p:nvSpPr>
          <p:spPr>
            <a:xfrm>
              <a:off x="0" y="2839244"/>
              <a:ext cx="8441633" cy="3312368"/>
            </a:xfrm>
            <a:prstGeom prst="rect">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6" name="直角三角形 35"/>
            <p:cNvSpPr/>
            <p:nvPr userDrawn="1"/>
          </p:nvSpPr>
          <p:spPr>
            <a:xfrm>
              <a:off x="8441633" y="2839244"/>
              <a:ext cx="1223342" cy="3312368"/>
            </a:xfrm>
            <a:prstGeom prst="rtTriangle">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sp>
        <p:nvSpPr>
          <p:cNvPr id="37" name="テキスト プレースホルダー 6"/>
          <p:cNvSpPr>
            <a:spLocks noGrp="1"/>
          </p:cNvSpPr>
          <p:nvPr>
            <p:ph type="body" sz="quarter" idx="27" hasCustomPrompt="1"/>
          </p:nvPr>
        </p:nvSpPr>
        <p:spPr>
          <a:xfrm>
            <a:off x="834889" y="3103641"/>
            <a:ext cx="7401338" cy="2823902"/>
          </a:xfrm>
        </p:spPr>
        <p:txBody>
          <a:bodyPr anchor="b">
            <a:noAutofit/>
          </a:bodyPr>
          <a:lstStyle>
            <a:lvl1pPr algn="l">
              <a:lnSpc>
                <a:spcPct val="100000"/>
              </a:lnSpc>
              <a:spcBef>
                <a:spcPts val="0"/>
              </a:spcBef>
              <a:defRPr sz="6600" i="0" baseline="0">
                <a:solidFill>
                  <a:schemeClr val="bg1"/>
                </a:solidFill>
                <a:latin typeface="+mj-lt"/>
              </a:defRPr>
            </a:lvl1pPr>
          </a:lstStyle>
          <a:p>
            <a:pPr lvl="0"/>
            <a:r>
              <a:rPr kumimoji="1" lang="en-US" altLang="ja-JP" dirty="0"/>
              <a:t>Text goes here</a:t>
            </a:r>
            <a:endParaRPr kumimoji="1" lang="ja-JP" altLang="en-US" dirty="0"/>
          </a:p>
        </p:txBody>
      </p:sp>
      <p:sp>
        <p:nvSpPr>
          <p:cNvPr id="38" name="テキスト プレースホルダー 6"/>
          <p:cNvSpPr>
            <a:spLocks noGrp="1"/>
          </p:cNvSpPr>
          <p:nvPr>
            <p:ph type="body" sz="quarter" idx="28" hasCustomPrompt="1"/>
          </p:nvPr>
        </p:nvSpPr>
        <p:spPr>
          <a:xfrm>
            <a:off x="10065028" y="3605358"/>
            <a:ext cx="7401338" cy="2823902"/>
          </a:xfrm>
        </p:spPr>
        <p:txBody>
          <a:bodyPr anchor="b">
            <a:noAutofit/>
          </a:bodyPr>
          <a:lstStyle>
            <a:lvl1pPr algn="l">
              <a:lnSpc>
                <a:spcPct val="100000"/>
              </a:lnSpc>
              <a:spcBef>
                <a:spcPts val="0"/>
              </a:spcBef>
              <a:defRPr sz="6600" i="0" baseline="0">
                <a:solidFill>
                  <a:schemeClr val="bg1"/>
                </a:solidFill>
                <a:latin typeface="+mj-lt"/>
              </a:defRPr>
            </a:lvl1pPr>
          </a:lstStyle>
          <a:p>
            <a:pPr lvl="0"/>
            <a:r>
              <a:rPr kumimoji="1" lang="en-US" altLang="ja-JP" dirty="0"/>
              <a:t>Text goes here</a:t>
            </a:r>
            <a:endParaRPr kumimoji="1" lang="ja-JP" altLang="en-US" dirty="0"/>
          </a:p>
        </p:txBody>
      </p:sp>
      <p:grpSp>
        <p:nvGrpSpPr>
          <p:cNvPr id="11" name="グループ化 10"/>
          <p:cNvGrpSpPr/>
          <p:nvPr userDrawn="1"/>
        </p:nvGrpSpPr>
        <p:grpSpPr>
          <a:xfrm>
            <a:off x="0" y="6111441"/>
            <a:ext cx="9701241" cy="119030"/>
            <a:chOff x="0" y="6111441"/>
            <a:chExt cx="9701241" cy="119030"/>
          </a:xfrm>
          <a:solidFill>
            <a:schemeClr val="accent3">
              <a:lumMod val="60000"/>
              <a:lumOff val="40000"/>
            </a:schemeClr>
          </a:solidFill>
        </p:grpSpPr>
        <p:sp>
          <p:nvSpPr>
            <p:cNvPr id="40" name="正方形/長方形 39"/>
            <p:cNvSpPr/>
            <p:nvPr userDrawn="1"/>
          </p:nvSpPr>
          <p:spPr>
            <a:xfrm>
              <a:off x="0" y="6126973"/>
              <a:ext cx="9657281" cy="103498"/>
            </a:xfrm>
            <a:prstGeom prst="rect">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lumMod val="20000"/>
                    <a:lumOff val="80000"/>
                  </a:schemeClr>
                </a:solidFill>
              </a:endParaRPr>
            </a:p>
          </p:txBody>
        </p:sp>
        <p:sp>
          <p:nvSpPr>
            <p:cNvPr id="41" name="直角三角形 40"/>
            <p:cNvSpPr/>
            <p:nvPr userDrawn="1"/>
          </p:nvSpPr>
          <p:spPr>
            <a:xfrm>
              <a:off x="9657281" y="6111441"/>
              <a:ext cx="43960" cy="119029"/>
            </a:xfrm>
            <a:prstGeom prst="rtTriangle">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lumMod val="20000"/>
                    <a:lumOff val="80000"/>
                  </a:schemeClr>
                </a:solidFill>
              </a:endParaRPr>
            </a:p>
          </p:txBody>
        </p:sp>
      </p:grpSp>
      <p:grpSp>
        <p:nvGrpSpPr>
          <p:cNvPr id="42" name="グループ化 41"/>
          <p:cNvGrpSpPr/>
          <p:nvPr userDrawn="1"/>
        </p:nvGrpSpPr>
        <p:grpSpPr>
          <a:xfrm rot="10800000">
            <a:off x="8581997" y="3199915"/>
            <a:ext cx="9704415" cy="119030"/>
            <a:chOff x="-3174" y="6111441"/>
            <a:chExt cx="9704415" cy="119030"/>
          </a:xfrm>
          <a:solidFill>
            <a:schemeClr val="accent2">
              <a:lumMod val="60000"/>
              <a:lumOff val="40000"/>
            </a:schemeClr>
          </a:solidFill>
        </p:grpSpPr>
        <p:sp>
          <p:nvSpPr>
            <p:cNvPr id="43" name="正方形/長方形 42"/>
            <p:cNvSpPr/>
            <p:nvPr userDrawn="1"/>
          </p:nvSpPr>
          <p:spPr>
            <a:xfrm>
              <a:off x="-3174" y="6111441"/>
              <a:ext cx="9660456" cy="119030"/>
            </a:xfrm>
            <a:prstGeom prst="rect">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4" name="直角三角形 43"/>
            <p:cNvSpPr/>
            <p:nvPr userDrawn="1"/>
          </p:nvSpPr>
          <p:spPr>
            <a:xfrm>
              <a:off x="9657281" y="6111441"/>
              <a:ext cx="43960" cy="119029"/>
            </a:xfrm>
            <a:prstGeom prst="rtTriangle">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sp>
        <p:nvSpPr>
          <p:cNvPr id="45" name="テキスト プレースホルダー 6"/>
          <p:cNvSpPr>
            <a:spLocks noGrp="1"/>
          </p:cNvSpPr>
          <p:nvPr>
            <p:ph type="body" sz="quarter" idx="14" hasCustomPrompt="1"/>
          </p:nvPr>
        </p:nvSpPr>
        <p:spPr>
          <a:xfrm>
            <a:off x="829466" y="6348582"/>
            <a:ext cx="7412834" cy="1893718"/>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46" name="テキスト プレースホルダー 6"/>
          <p:cNvSpPr>
            <a:spLocks noGrp="1"/>
          </p:cNvSpPr>
          <p:nvPr>
            <p:ph type="body" sz="quarter" idx="29" hasCustomPrompt="1"/>
          </p:nvPr>
        </p:nvSpPr>
        <p:spPr>
          <a:xfrm>
            <a:off x="10054379" y="6729738"/>
            <a:ext cx="7412834" cy="1893718"/>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90355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 decel="10000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1000" fill="hold"/>
                                        <p:tgtEl>
                                          <p:spTgt spid="9"/>
                                        </p:tgtEl>
                                        <p:attrNameLst>
                                          <p:attrName>ppt_x</p:attrName>
                                        </p:attrNameLst>
                                      </p:cBhvr>
                                      <p:tavLst>
                                        <p:tav tm="0">
                                          <p:val>
                                            <p:strVal val="#ppt_x"/>
                                          </p:val>
                                        </p:tav>
                                        <p:tav tm="100000">
                                          <p:val>
                                            <p:strVal val="#ppt_x"/>
                                          </p:val>
                                        </p:tav>
                                      </p:tavLst>
                                    </p:anim>
                                    <p:anim calcmode="lin" valueType="num">
                                      <p:cBhvr additive="base">
                                        <p:cTn id="16" dur="1000" fill="hold"/>
                                        <p:tgtEl>
                                          <p:spTgt spid="9"/>
                                        </p:tgtEl>
                                        <p:attrNameLst>
                                          <p:attrName>ppt_y</p:attrName>
                                        </p:attrNameLst>
                                      </p:cBhvr>
                                      <p:tavLst>
                                        <p:tav tm="0">
                                          <p:val>
                                            <p:strVal val="0-#ppt_h/2"/>
                                          </p:val>
                                        </p:tav>
                                        <p:tav tm="100000">
                                          <p:val>
                                            <p:strVal val="#ppt_y"/>
                                          </p:val>
                                        </p:tav>
                                      </p:tavLst>
                                    </p:anim>
                                  </p:childTnLst>
                                </p:cTn>
                              </p:par>
                              <p:par>
                                <p:cTn id="17" presetID="2" presetClass="entr" presetSubtype="1" decel="10000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1000" fill="hold"/>
                                        <p:tgtEl>
                                          <p:spTgt spid="11"/>
                                        </p:tgtEl>
                                        <p:attrNameLst>
                                          <p:attrName>ppt_x</p:attrName>
                                        </p:attrNameLst>
                                      </p:cBhvr>
                                      <p:tavLst>
                                        <p:tav tm="0">
                                          <p:val>
                                            <p:strVal val="#ppt_x"/>
                                          </p:val>
                                        </p:tav>
                                        <p:tav tm="100000">
                                          <p:val>
                                            <p:strVal val="#ppt_x"/>
                                          </p:val>
                                        </p:tav>
                                      </p:tavLst>
                                    </p:anim>
                                    <p:anim calcmode="lin" valueType="num">
                                      <p:cBhvr additive="base">
                                        <p:cTn id="20" dur="1000" fill="hold"/>
                                        <p:tgtEl>
                                          <p:spTgt spid="11"/>
                                        </p:tgtEl>
                                        <p:attrNameLst>
                                          <p:attrName>ppt_y</p:attrName>
                                        </p:attrNameLst>
                                      </p:cBhvr>
                                      <p:tavLst>
                                        <p:tav tm="0">
                                          <p:val>
                                            <p:strVal val="0-#ppt_h/2"/>
                                          </p:val>
                                        </p:tav>
                                        <p:tav tm="100000">
                                          <p:val>
                                            <p:strVal val="#ppt_y"/>
                                          </p:val>
                                        </p:tav>
                                      </p:tavLst>
                                    </p:anim>
                                  </p:childTnLst>
                                </p:cTn>
                              </p:par>
                              <p:par>
                                <p:cTn id="21" presetID="2" presetClass="entr" presetSubtype="4" decel="10000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1000" fill="hold"/>
                                        <p:tgtEl>
                                          <p:spTgt spid="34"/>
                                        </p:tgtEl>
                                        <p:attrNameLst>
                                          <p:attrName>ppt_x</p:attrName>
                                        </p:attrNameLst>
                                      </p:cBhvr>
                                      <p:tavLst>
                                        <p:tav tm="0">
                                          <p:val>
                                            <p:strVal val="#ppt_x"/>
                                          </p:val>
                                        </p:tav>
                                        <p:tav tm="100000">
                                          <p:val>
                                            <p:strVal val="#ppt_x"/>
                                          </p:val>
                                        </p:tav>
                                      </p:tavLst>
                                    </p:anim>
                                    <p:anim calcmode="lin" valueType="num">
                                      <p:cBhvr additive="base">
                                        <p:cTn id="24" dur="1000" fill="hold"/>
                                        <p:tgtEl>
                                          <p:spTgt spid="34"/>
                                        </p:tgtEl>
                                        <p:attrNameLst>
                                          <p:attrName>ppt_y</p:attrName>
                                        </p:attrNameLst>
                                      </p:cBhvr>
                                      <p:tavLst>
                                        <p:tav tm="0">
                                          <p:val>
                                            <p:strVal val="1+#ppt_h/2"/>
                                          </p:val>
                                        </p:tav>
                                        <p:tav tm="100000">
                                          <p:val>
                                            <p:strVal val="#ppt_y"/>
                                          </p:val>
                                        </p:tav>
                                      </p:tavLst>
                                    </p:anim>
                                  </p:childTnLst>
                                </p:cTn>
                              </p:par>
                              <p:par>
                                <p:cTn id="25" presetID="2" presetClass="entr" presetSubtype="4" decel="10000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1000" fill="hold"/>
                                        <p:tgtEl>
                                          <p:spTgt spid="42"/>
                                        </p:tgtEl>
                                        <p:attrNameLst>
                                          <p:attrName>ppt_x</p:attrName>
                                        </p:attrNameLst>
                                      </p:cBhvr>
                                      <p:tavLst>
                                        <p:tav tm="0">
                                          <p:val>
                                            <p:strVal val="#ppt_x"/>
                                          </p:val>
                                        </p:tav>
                                        <p:tav tm="100000">
                                          <p:val>
                                            <p:strVal val="#ppt_x"/>
                                          </p:val>
                                        </p:tav>
                                      </p:tavLst>
                                    </p:anim>
                                    <p:anim calcmode="lin" valueType="num">
                                      <p:cBhvr additive="base">
                                        <p:cTn id="28" dur="1000" fill="hold"/>
                                        <p:tgtEl>
                                          <p:spTgt spid="42"/>
                                        </p:tgtEl>
                                        <p:attrNameLst>
                                          <p:attrName>ppt_y</p:attrName>
                                        </p:attrNameLst>
                                      </p:cBhvr>
                                      <p:tavLst>
                                        <p:tav tm="0">
                                          <p:val>
                                            <p:strVal val="1+#ppt_h/2"/>
                                          </p:val>
                                        </p:tav>
                                        <p:tav tm="100000">
                                          <p:val>
                                            <p:strVal val="#ppt_y"/>
                                          </p:val>
                                        </p:tav>
                                      </p:tavLst>
                                    </p:anim>
                                  </p:childTnLst>
                                </p:cTn>
                              </p:par>
                              <p:par>
                                <p:cTn id="29" presetID="2" presetClass="entr" presetSubtype="9" decel="100000" fill="hold" grpId="0" nodeType="withEffect">
                                  <p:stCondLst>
                                    <p:cond delay="0"/>
                                  </p:stCondLst>
                                  <p:iterate type="wd">
                                    <p:tmPct val="10000"/>
                                  </p:iterate>
                                  <p:childTnLst>
                                    <p:set>
                                      <p:cBhvr>
                                        <p:cTn id="30" dur="1" fill="hold">
                                          <p:stCondLst>
                                            <p:cond delay="0"/>
                                          </p:stCondLst>
                                        </p:cTn>
                                        <p:tgtEl>
                                          <p:spTgt spid="37">
                                            <p:txEl>
                                              <p:pRg st="0" end="0"/>
                                            </p:txEl>
                                          </p:spTgt>
                                        </p:tgtEl>
                                        <p:attrNameLst>
                                          <p:attrName>style.visibility</p:attrName>
                                        </p:attrNameLst>
                                      </p:cBhvr>
                                      <p:to>
                                        <p:strVal val="visible"/>
                                      </p:to>
                                    </p:set>
                                    <p:anim calcmode="lin" valueType="num">
                                      <p:cBhvr additive="base">
                                        <p:cTn id="31" dur="1000" fill="hold"/>
                                        <p:tgtEl>
                                          <p:spTgt spid="37">
                                            <p:txEl>
                                              <p:pRg st="0" end="0"/>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37">
                                            <p:txEl>
                                              <p:pRg st="0" end="0"/>
                                            </p:txEl>
                                          </p:spTgt>
                                        </p:tgtEl>
                                        <p:attrNameLst>
                                          <p:attrName>ppt_y</p:attrName>
                                        </p:attrNameLst>
                                      </p:cBhvr>
                                      <p:tavLst>
                                        <p:tav tm="0">
                                          <p:val>
                                            <p:strVal val="0-#ppt_h/2"/>
                                          </p:val>
                                        </p:tav>
                                        <p:tav tm="100000">
                                          <p:val>
                                            <p:strVal val="#ppt_y"/>
                                          </p:val>
                                        </p:tav>
                                      </p:tavLst>
                                    </p:anim>
                                  </p:childTnLst>
                                </p:cTn>
                              </p:par>
                              <p:par>
                                <p:cTn id="33" presetID="2" presetClass="entr" presetSubtype="8" decel="100000" fill="hold" grpId="0" nodeType="withEffect">
                                  <p:stCondLst>
                                    <p:cond delay="250"/>
                                  </p:stCondLst>
                                  <p:childTnLst>
                                    <p:set>
                                      <p:cBhvr>
                                        <p:cTn id="34" dur="1" fill="hold">
                                          <p:stCondLst>
                                            <p:cond delay="0"/>
                                          </p:stCondLst>
                                        </p:cTn>
                                        <p:tgtEl>
                                          <p:spTgt spid="45">
                                            <p:txEl>
                                              <p:pRg st="0" end="0"/>
                                            </p:txEl>
                                          </p:spTgt>
                                        </p:tgtEl>
                                        <p:attrNameLst>
                                          <p:attrName>style.visibility</p:attrName>
                                        </p:attrNameLst>
                                      </p:cBhvr>
                                      <p:to>
                                        <p:strVal val="visible"/>
                                      </p:to>
                                    </p:set>
                                    <p:anim calcmode="lin" valueType="num">
                                      <p:cBhvr additive="base">
                                        <p:cTn id="35" dur="1000" fill="hold"/>
                                        <p:tgtEl>
                                          <p:spTgt spid="45">
                                            <p:txEl>
                                              <p:pRg st="0" end="0"/>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45">
                                            <p:txEl>
                                              <p:pRg st="0" end="0"/>
                                            </p:txEl>
                                          </p:spTgt>
                                        </p:tgtEl>
                                        <p:attrNameLst>
                                          <p:attrName>ppt_y</p:attrName>
                                        </p:attrNameLst>
                                      </p:cBhvr>
                                      <p:tavLst>
                                        <p:tav tm="0">
                                          <p:val>
                                            <p:strVal val="#ppt_y"/>
                                          </p:val>
                                        </p:tav>
                                        <p:tav tm="100000">
                                          <p:val>
                                            <p:strVal val="#ppt_y"/>
                                          </p:val>
                                        </p:tav>
                                      </p:tavLst>
                                    </p:anim>
                                  </p:childTnLst>
                                </p:cTn>
                              </p:par>
                              <p:par>
                                <p:cTn id="37" presetID="10" presetClass="entr" presetSubtype="0" fill="hold" grpId="1" nodeType="withEffect">
                                  <p:stCondLst>
                                    <p:cond delay="250"/>
                                  </p:stCondLst>
                                  <p:childTnLst>
                                    <p:set>
                                      <p:cBhvr>
                                        <p:cTn id="38" dur="1" fill="hold">
                                          <p:stCondLst>
                                            <p:cond delay="0"/>
                                          </p:stCondLst>
                                        </p:cTn>
                                        <p:tgtEl>
                                          <p:spTgt spid="45">
                                            <p:txEl>
                                              <p:pRg st="0" end="0"/>
                                            </p:txEl>
                                          </p:spTgt>
                                        </p:tgtEl>
                                        <p:attrNameLst>
                                          <p:attrName>style.visibility</p:attrName>
                                        </p:attrNameLst>
                                      </p:cBhvr>
                                      <p:to>
                                        <p:strVal val="visible"/>
                                      </p:to>
                                    </p:set>
                                    <p:animEffect transition="in" filter="fade">
                                      <p:cBhvr>
                                        <p:cTn id="39" dur="1000"/>
                                        <p:tgtEl>
                                          <p:spTgt spid="45">
                                            <p:txEl>
                                              <p:pRg st="0" end="0"/>
                                            </p:txEl>
                                          </p:spTgt>
                                        </p:tgtEl>
                                      </p:cBhvr>
                                    </p:animEffect>
                                  </p:childTnLst>
                                </p:cTn>
                              </p:par>
                              <p:par>
                                <p:cTn id="40" presetID="2" presetClass="entr" presetSubtype="3" decel="100000" fill="hold" grpId="0" nodeType="withEffect">
                                  <p:stCondLst>
                                    <p:cond delay="0"/>
                                  </p:stCondLst>
                                  <p:iterate type="wd">
                                    <p:tmPct val="10000"/>
                                  </p:iterate>
                                  <p:childTnLst>
                                    <p:set>
                                      <p:cBhvr>
                                        <p:cTn id="41" dur="1" fill="hold">
                                          <p:stCondLst>
                                            <p:cond delay="0"/>
                                          </p:stCondLst>
                                        </p:cTn>
                                        <p:tgtEl>
                                          <p:spTgt spid="38">
                                            <p:txEl>
                                              <p:pRg st="0" end="0"/>
                                            </p:txEl>
                                          </p:spTgt>
                                        </p:tgtEl>
                                        <p:attrNameLst>
                                          <p:attrName>style.visibility</p:attrName>
                                        </p:attrNameLst>
                                      </p:cBhvr>
                                      <p:to>
                                        <p:strVal val="visible"/>
                                      </p:to>
                                    </p:set>
                                    <p:anim calcmode="lin" valueType="num">
                                      <p:cBhvr additive="base">
                                        <p:cTn id="42" dur="10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43" dur="1000" fill="hold"/>
                                        <p:tgtEl>
                                          <p:spTgt spid="38">
                                            <p:txEl>
                                              <p:pRg st="0" end="0"/>
                                            </p:txEl>
                                          </p:spTgt>
                                        </p:tgtEl>
                                        <p:attrNameLst>
                                          <p:attrName>ppt_y</p:attrName>
                                        </p:attrNameLst>
                                      </p:cBhvr>
                                      <p:tavLst>
                                        <p:tav tm="0">
                                          <p:val>
                                            <p:strVal val="0-#ppt_h/2"/>
                                          </p:val>
                                        </p:tav>
                                        <p:tav tm="100000">
                                          <p:val>
                                            <p:strVal val="#ppt_y"/>
                                          </p:val>
                                        </p:tav>
                                      </p:tavLst>
                                    </p:anim>
                                  </p:childTnLst>
                                </p:cTn>
                              </p:par>
                              <p:par>
                                <p:cTn id="44" presetID="10" presetClass="entr" presetSubtype="0" fill="hold" grpId="1" nodeType="withEffect">
                                  <p:stCondLst>
                                    <p:cond delay="500"/>
                                  </p:stCondLst>
                                  <p:childTnLst>
                                    <p:set>
                                      <p:cBhvr>
                                        <p:cTn id="45" dur="1" fill="hold">
                                          <p:stCondLst>
                                            <p:cond delay="0"/>
                                          </p:stCondLst>
                                        </p:cTn>
                                        <p:tgtEl>
                                          <p:spTgt spid="46">
                                            <p:txEl>
                                              <p:pRg st="0" end="0"/>
                                            </p:txEl>
                                          </p:spTgt>
                                        </p:tgtEl>
                                        <p:attrNameLst>
                                          <p:attrName>style.visibility</p:attrName>
                                        </p:attrNameLst>
                                      </p:cBhvr>
                                      <p:to>
                                        <p:strVal val="visible"/>
                                      </p:to>
                                    </p:set>
                                    <p:animEffect transition="in" filter="fade">
                                      <p:cBhvr>
                                        <p:cTn id="46" dur="1000"/>
                                        <p:tgtEl>
                                          <p:spTgt spid="46">
                                            <p:txEl>
                                              <p:pRg st="0" end="0"/>
                                            </p:txEl>
                                          </p:spTgt>
                                        </p:tgtEl>
                                      </p:cBhvr>
                                    </p:animEffect>
                                  </p:childTnLst>
                                </p:cTn>
                              </p:par>
                              <p:par>
                                <p:cTn id="47" presetID="2" presetClass="entr" presetSubtype="2" decel="100000" fill="hold" grpId="0" nodeType="withEffect">
                                  <p:stCondLst>
                                    <p:cond delay="500"/>
                                  </p:stCondLst>
                                  <p:childTnLst>
                                    <p:set>
                                      <p:cBhvr>
                                        <p:cTn id="48" dur="1" fill="hold">
                                          <p:stCondLst>
                                            <p:cond delay="0"/>
                                          </p:stCondLst>
                                        </p:cTn>
                                        <p:tgtEl>
                                          <p:spTgt spid="46">
                                            <p:txEl>
                                              <p:pRg st="0" end="0"/>
                                            </p:txEl>
                                          </p:spTgt>
                                        </p:tgtEl>
                                        <p:attrNameLst>
                                          <p:attrName>style.visibility</p:attrName>
                                        </p:attrNameLst>
                                      </p:cBhvr>
                                      <p:to>
                                        <p:strVal val="visible"/>
                                      </p:to>
                                    </p:set>
                                    <p:anim calcmode="lin" valueType="num">
                                      <p:cBhvr additive="base">
                                        <p:cTn id="49" dur="1000" fill="hold"/>
                                        <p:tgtEl>
                                          <p:spTgt spid="46">
                                            <p:txEl>
                                              <p:pRg st="0" end="0"/>
                                            </p:txEl>
                                          </p:spTgt>
                                        </p:tgtEl>
                                        <p:attrNameLst>
                                          <p:attrName>ppt_x</p:attrName>
                                        </p:attrNameLst>
                                      </p:cBhvr>
                                      <p:tavLst>
                                        <p:tav tm="0">
                                          <p:val>
                                            <p:strVal val="1+#ppt_w/2"/>
                                          </p:val>
                                        </p:tav>
                                        <p:tav tm="100000">
                                          <p:val>
                                            <p:strVal val="#ppt_x"/>
                                          </p:val>
                                        </p:tav>
                                      </p:tavLst>
                                    </p:anim>
                                    <p:anim calcmode="lin" valueType="num">
                                      <p:cBhvr additive="base">
                                        <p:cTn id="50" dur="1000" fill="hold"/>
                                        <p:tgtEl>
                                          <p:spTgt spid="4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7" grpId="0" build="p">
        <p:tmplLst>
          <p:tmpl lvl="1">
            <p:tnLst>
              <p:par>
                <p:cTn presetID="2" presetClass="entr" presetSubtype="9" decel="100000" fill="hold" nodeType="withEffect">
                  <p:stCondLst>
                    <p:cond delay="0"/>
                  </p:stCondLst>
                  <p:iterate type="wd">
                    <p:tmPct val="10000"/>
                  </p:iterate>
                  <p:childTnLst>
                    <p:set>
                      <p:cBhvr>
                        <p:cTn dur="1" fill="hold">
                          <p:stCondLst>
                            <p:cond delay="0"/>
                          </p:stCondLst>
                        </p:cTn>
                        <p:tgtEl>
                          <p:spTgt spid="37"/>
                        </p:tgtEl>
                        <p:attrNameLst>
                          <p:attrName>style.visibility</p:attrName>
                        </p:attrNameLst>
                      </p:cBhvr>
                      <p:to>
                        <p:strVal val="visible"/>
                      </p:to>
                    </p:set>
                    <p:anim calcmode="lin" valueType="num">
                      <p:cBhvr additive="base">
                        <p:cTn dur="1000" fill="hold"/>
                        <p:tgtEl>
                          <p:spTgt spid="37"/>
                        </p:tgtEl>
                        <p:attrNameLst>
                          <p:attrName>ppt_x</p:attrName>
                        </p:attrNameLst>
                      </p:cBhvr>
                      <p:tavLst>
                        <p:tav tm="0">
                          <p:val>
                            <p:strVal val="0-#ppt_w/2"/>
                          </p:val>
                        </p:tav>
                        <p:tav tm="100000">
                          <p:val>
                            <p:strVal val="#ppt_x"/>
                          </p:val>
                        </p:tav>
                      </p:tavLst>
                    </p:anim>
                    <p:anim calcmode="lin" valueType="num">
                      <p:cBhvr additive="base">
                        <p:cTn dur="1000" fill="hold"/>
                        <p:tgtEl>
                          <p:spTgt spid="37"/>
                        </p:tgtEl>
                        <p:attrNameLst>
                          <p:attrName>ppt_y</p:attrName>
                        </p:attrNameLst>
                      </p:cBhvr>
                      <p:tavLst>
                        <p:tav tm="0">
                          <p:val>
                            <p:strVal val="0-#ppt_h/2"/>
                          </p:val>
                        </p:tav>
                        <p:tav tm="100000">
                          <p:val>
                            <p:strVal val="#ppt_y"/>
                          </p:val>
                        </p:tav>
                      </p:tavLst>
                    </p:anim>
                  </p:childTnLst>
                </p:cTn>
              </p:par>
            </p:tnLst>
          </p:tmpl>
        </p:tmplLst>
      </p:bldP>
      <p:bldP spid="38" grpId="0" build="p">
        <p:tmplLst>
          <p:tmpl lvl="1">
            <p:tnLst>
              <p:par>
                <p:cTn presetID="2" presetClass="entr" presetSubtype="3" decel="100000" fill="hold" nodeType="withEffect">
                  <p:stCondLst>
                    <p:cond delay="0"/>
                  </p:stCondLst>
                  <p:iterate type="wd">
                    <p:tmPct val="10000"/>
                  </p:iterate>
                  <p:childTnLst>
                    <p:set>
                      <p:cBhvr>
                        <p:cTn dur="1" fill="hold">
                          <p:stCondLst>
                            <p:cond delay="0"/>
                          </p:stCondLst>
                        </p:cTn>
                        <p:tgtEl>
                          <p:spTgt spid="38"/>
                        </p:tgtEl>
                        <p:attrNameLst>
                          <p:attrName>style.visibility</p:attrName>
                        </p:attrNameLst>
                      </p:cBhvr>
                      <p:to>
                        <p:strVal val="visible"/>
                      </p:to>
                    </p:set>
                    <p:anim calcmode="lin" valueType="num">
                      <p:cBhvr additive="base">
                        <p:cTn dur="1000" fill="hold"/>
                        <p:tgtEl>
                          <p:spTgt spid="38"/>
                        </p:tgtEl>
                        <p:attrNameLst>
                          <p:attrName>ppt_x</p:attrName>
                        </p:attrNameLst>
                      </p:cBhvr>
                      <p:tavLst>
                        <p:tav tm="0">
                          <p:val>
                            <p:strVal val="1+#ppt_w/2"/>
                          </p:val>
                        </p:tav>
                        <p:tav tm="100000">
                          <p:val>
                            <p:strVal val="#ppt_x"/>
                          </p:val>
                        </p:tav>
                      </p:tavLst>
                    </p:anim>
                    <p:anim calcmode="lin" valueType="num">
                      <p:cBhvr additive="base">
                        <p:cTn dur="1000" fill="hold"/>
                        <p:tgtEl>
                          <p:spTgt spid="38"/>
                        </p:tgtEl>
                        <p:attrNameLst>
                          <p:attrName>ppt_y</p:attrName>
                        </p:attrNameLst>
                      </p:cBhvr>
                      <p:tavLst>
                        <p:tav tm="0">
                          <p:val>
                            <p:strVal val="0-#ppt_h/2"/>
                          </p:val>
                        </p:tav>
                        <p:tav tm="100000">
                          <p:val>
                            <p:strVal val="#ppt_y"/>
                          </p:val>
                        </p:tav>
                      </p:tavLst>
                    </p:anim>
                  </p:childTnLst>
                </p:cTn>
              </p:par>
            </p:tnLst>
          </p:tmpl>
        </p:tmplLst>
      </p:bldP>
      <p:bldP spid="45" grpId="0" build="p">
        <p:tmplLst>
          <p:tmpl lvl="1">
            <p:tnLst>
              <p:par>
                <p:cTn presetID="2" presetClass="entr" presetSubtype="8" decel="100000" fill="hold" nodeType="withEffect">
                  <p:stCondLst>
                    <p:cond delay="25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1000" fill="hold"/>
                        <p:tgtEl>
                          <p:spTgt spid="45"/>
                        </p:tgtEl>
                        <p:attrNameLst>
                          <p:attrName>ppt_x</p:attrName>
                        </p:attrNameLst>
                      </p:cBhvr>
                      <p:tavLst>
                        <p:tav tm="0">
                          <p:val>
                            <p:strVal val="0-#ppt_w/2"/>
                          </p:val>
                        </p:tav>
                        <p:tav tm="100000">
                          <p:val>
                            <p:strVal val="#ppt_x"/>
                          </p:val>
                        </p:tav>
                      </p:tavLst>
                    </p:anim>
                    <p:anim calcmode="lin" valueType="num">
                      <p:cBhvr additive="base">
                        <p:cTn dur="1000" fill="hold"/>
                        <p:tgtEl>
                          <p:spTgt spid="45"/>
                        </p:tgtEl>
                        <p:attrNameLst>
                          <p:attrName>ppt_y</p:attrName>
                        </p:attrNameLst>
                      </p:cBhvr>
                      <p:tavLst>
                        <p:tav tm="0">
                          <p:val>
                            <p:strVal val="#ppt_y"/>
                          </p:val>
                        </p:tav>
                        <p:tav tm="100000">
                          <p:val>
                            <p:strVal val="#ppt_y"/>
                          </p:val>
                        </p:tav>
                      </p:tavLst>
                    </p:anim>
                  </p:childTnLst>
                </p:cTn>
              </p:par>
            </p:tnLst>
          </p:tmpl>
        </p:tmplLst>
      </p:bldP>
      <p:bldP spid="45" grpId="1" build="p">
        <p:tmplLst>
          <p:tmpl lvl="1">
            <p:tnLst>
              <p:par>
                <p:cTn presetID="10" presetClass="entr" presetSubtype="0" fill="hold" nodeType="withEffect">
                  <p:stCondLst>
                    <p:cond delay="250"/>
                  </p:stCondLst>
                  <p:childTnLst>
                    <p:set>
                      <p:cBhvr>
                        <p:cTn dur="1" fill="hold">
                          <p:stCondLst>
                            <p:cond delay="0"/>
                          </p:stCondLst>
                        </p:cTn>
                        <p:tgtEl>
                          <p:spTgt spid="45"/>
                        </p:tgtEl>
                        <p:attrNameLst>
                          <p:attrName>style.visibility</p:attrName>
                        </p:attrNameLst>
                      </p:cBhvr>
                      <p:to>
                        <p:strVal val="visible"/>
                      </p:to>
                    </p:set>
                    <p:animEffect transition="in" filter="fade">
                      <p:cBhvr>
                        <p:cTn dur="1000"/>
                        <p:tgtEl>
                          <p:spTgt spid="45"/>
                        </p:tgtEl>
                      </p:cBhvr>
                    </p:animEffect>
                  </p:childTnLst>
                </p:cTn>
              </p:par>
            </p:tnLst>
          </p:tmpl>
        </p:tmplLst>
      </p:bldP>
      <p:bldP spid="46" grpId="0" build="p">
        <p:tmplLst>
          <p:tmpl lvl="1">
            <p:tnLst>
              <p:par>
                <p:cTn presetID="2" presetClass="entr" presetSubtype="2" decel="100000" fill="hold" nodeType="withEffect">
                  <p:stCondLst>
                    <p:cond delay="50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1000" fill="hold"/>
                        <p:tgtEl>
                          <p:spTgt spid="46"/>
                        </p:tgtEl>
                        <p:attrNameLst>
                          <p:attrName>ppt_x</p:attrName>
                        </p:attrNameLst>
                      </p:cBhvr>
                      <p:tavLst>
                        <p:tav tm="0">
                          <p:val>
                            <p:strVal val="1+#ppt_w/2"/>
                          </p:val>
                        </p:tav>
                        <p:tav tm="100000">
                          <p:val>
                            <p:strVal val="#ppt_x"/>
                          </p:val>
                        </p:tav>
                      </p:tavLst>
                    </p:anim>
                    <p:anim calcmode="lin" valueType="num">
                      <p:cBhvr additive="base">
                        <p:cTn dur="1000" fill="hold"/>
                        <p:tgtEl>
                          <p:spTgt spid="46"/>
                        </p:tgtEl>
                        <p:attrNameLst>
                          <p:attrName>ppt_y</p:attrName>
                        </p:attrNameLst>
                      </p:cBhvr>
                      <p:tavLst>
                        <p:tav tm="0">
                          <p:val>
                            <p:strVal val="#ppt_y"/>
                          </p:val>
                        </p:tav>
                        <p:tav tm="100000">
                          <p:val>
                            <p:strVal val="#ppt_y"/>
                          </p:val>
                        </p:tav>
                      </p:tavLst>
                    </p:anim>
                  </p:childTnLst>
                </p:cTn>
              </p:par>
            </p:tnLst>
          </p:tmpl>
        </p:tmplLst>
      </p:bldP>
      <p:bldP spid="46" grpId="1" build="p">
        <p:tmplLst>
          <p:tmpl lvl="1">
            <p:tnLst>
              <p:par>
                <p:cTn presetID="10" presetClass="entr" presetSubtype="0" fill="hold" nodeType="withEffect">
                  <p:stCondLst>
                    <p:cond delay="500"/>
                  </p:stCondLst>
                  <p:childTnLst>
                    <p:set>
                      <p:cBhvr>
                        <p:cTn dur="1" fill="hold">
                          <p:stCondLst>
                            <p:cond delay="0"/>
                          </p:stCondLst>
                        </p:cTn>
                        <p:tgtEl>
                          <p:spTgt spid="46"/>
                        </p:tgtEl>
                        <p:attrNameLst>
                          <p:attrName>style.visibility</p:attrName>
                        </p:attrNameLst>
                      </p:cBhvr>
                      <p:to>
                        <p:strVal val="visible"/>
                      </p:to>
                    </p:set>
                    <p:animEffect transition="in" filter="fade">
                      <p:cBhvr>
                        <p:cTn dur="1000"/>
                        <p:tgtEl>
                          <p:spTgt spid="46"/>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アーチ 33"/>
          <p:cNvSpPr/>
          <p:nvPr userDrawn="1"/>
        </p:nvSpPr>
        <p:spPr>
          <a:xfrm rot="3600000">
            <a:off x="1165671" y="2420421"/>
            <a:ext cx="1492195" cy="1492195"/>
          </a:xfrm>
          <a:prstGeom prst="blockArc">
            <a:avLst>
              <a:gd name="adj1" fmla="val 18941412"/>
              <a:gd name="adj2" fmla="val 11732646"/>
              <a:gd name="adj3" fmla="val 4340"/>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5" name="アーチ 34"/>
          <p:cNvSpPr/>
          <p:nvPr userDrawn="1"/>
        </p:nvSpPr>
        <p:spPr>
          <a:xfrm rot="6618510">
            <a:off x="1282259" y="2537009"/>
            <a:ext cx="1259018" cy="1259018"/>
          </a:xfrm>
          <a:prstGeom prst="blockArc">
            <a:avLst>
              <a:gd name="adj1" fmla="val 19452122"/>
              <a:gd name="adj2" fmla="val 11742259"/>
              <a:gd name="adj3" fmla="val 4894"/>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6" name="テキスト プレースホルダー 6"/>
          <p:cNvSpPr>
            <a:spLocks noGrp="1"/>
          </p:cNvSpPr>
          <p:nvPr>
            <p:ph type="body" sz="quarter" idx="15" hasCustomPrompt="1"/>
          </p:nvPr>
        </p:nvSpPr>
        <p:spPr>
          <a:xfrm>
            <a:off x="2023050" y="2655891"/>
            <a:ext cx="7426863" cy="790352"/>
          </a:xfrm>
        </p:spPr>
        <p:txBody>
          <a:bodyPr anchor="b">
            <a:no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p:ph type="body" sz="quarter" idx="14" hasCustomPrompt="1"/>
          </p:nvPr>
        </p:nvSpPr>
        <p:spPr>
          <a:xfrm>
            <a:off x="2709065" y="3362068"/>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8" name="アーチ 37"/>
          <p:cNvSpPr/>
          <p:nvPr userDrawn="1"/>
        </p:nvSpPr>
        <p:spPr>
          <a:xfrm rot="3600000">
            <a:off x="1165671" y="4630775"/>
            <a:ext cx="1492195" cy="1492195"/>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9" name="アーチ 38"/>
          <p:cNvSpPr/>
          <p:nvPr userDrawn="1"/>
        </p:nvSpPr>
        <p:spPr>
          <a:xfrm rot="6618510">
            <a:off x="1282259" y="4747363"/>
            <a:ext cx="1259018" cy="12590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0" name="テキスト プレースホルダー 6"/>
          <p:cNvSpPr>
            <a:spLocks noGrp="1"/>
          </p:cNvSpPr>
          <p:nvPr>
            <p:ph type="body" sz="quarter" idx="16" hasCustomPrompt="1"/>
          </p:nvPr>
        </p:nvSpPr>
        <p:spPr>
          <a:xfrm>
            <a:off x="2023050" y="4866245"/>
            <a:ext cx="7426863"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17" hasCustomPrompt="1"/>
          </p:nvPr>
        </p:nvSpPr>
        <p:spPr>
          <a:xfrm>
            <a:off x="2709065" y="5572422"/>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42" name="アーチ 41"/>
          <p:cNvSpPr/>
          <p:nvPr userDrawn="1"/>
        </p:nvSpPr>
        <p:spPr>
          <a:xfrm rot="3600000">
            <a:off x="1165671" y="6841128"/>
            <a:ext cx="1492195" cy="1492195"/>
          </a:xfrm>
          <a:prstGeom prst="blockArc">
            <a:avLst>
              <a:gd name="adj1" fmla="val 18941412"/>
              <a:gd name="adj2" fmla="val 11732646"/>
              <a:gd name="adj3" fmla="val 4340"/>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3" name="アーチ 42"/>
          <p:cNvSpPr/>
          <p:nvPr userDrawn="1"/>
        </p:nvSpPr>
        <p:spPr>
          <a:xfrm rot="6618510">
            <a:off x="1282259" y="6957716"/>
            <a:ext cx="1259018" cy="1259018"/>
          </a:xfrm>
          <a:prstGeom prst="blockArc">
            <a:avLst>
              <a:gd name="adj1" fmla="val 19452122"/>
              <a:gd name="adj2" fmla="val 11742259"/>
              <a:gd name="adj3" fmla="val 4894"/>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4" name="テキスト プレースホルダー 6"/>
          <p:cNvSpPr>
            <a:spLocks noGrp="1"/>
          </p:cNvSpPr>
          <p:nvPr>
            <p:ph type="body" sz="quarter" idx="16" hasCustomPrompt="1"/>
          </p:nvPr>
        </p:nvSpPr>
        <p:spPr>
          <a:xfrm>
            <a:off x="2023050" y="7076598"/>
            <a:ext cx="7426863" cy="790352"/>
          </a:xfrm>
        </p:spPr>
        <p:txBody>
          <a:bodyPr anchor="b">
            <a:no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5" name="テキスト プレースホルダー 6"/>
          <p:cNvSpPr>
            <a:spLocks noGrp="1"/>
          </p:cNvSpPr>
          <p:nvPr>
            <p:ph type="body" sz="quarter" idx="17" hasCustomPrompt="1"/>
          </p:nvPr>
        </p:nvSpPr>
        <p:spPr>
          <a:xfrm>
            <a:off x="2709065" y="7782775"/>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538724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750" fill="hold"/>
                                        <p:tgtEl>
                                          <p:spTgt spid="35"/>
                                        </p:tgtEl>
                                        <p:attrNameLst>
                                          <p:attrName>ppt_x</p:attrName>
                                        </p:attrNameLst>
                                      </p:cBhvr>
                                      <p:tavLst>
                                        <p:tav tm="0">
                                          <p:val>
                                            <p:strVal val="#ppt_x"/>
                                          </p:val>
                                        </p:tav>
                                        <p:tav tm="100000">
                                          <p:val>
                                            <p:strVal val="#ppt_x"/>
                                          </p:val>
                                        </p:tav>
                                      </p:tavLst>
                                    </p:anim>
                                    <p:anim calcmode="lin" valueType="num">
                                      <p:cBhvr additive="base">
                                        <p:cTn id="16" dur="75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750" fill="hold"/>
                                        <p:tgtEl>
                                          <p:spTgt spid="34"/>
                                        </p:tgtEl>
                                        <p:attrNameLst>
                                          <p:attrName>ppt_x</p:attrName>
                                        </p:attrNameLst>
                                      </p:cBhvr>
                                      <p:tavLst>
                                        <p:tav tm="0">
                                          <p:val>
                                            <p:strVal val="0-#ppt_w/2"/>
                                          </p:val>
                                        </p:tav>
                                        <p:tav tm="100000">
                                          <p:val>
                                            <p:strVal val="#ppt_x"/>
                                          </p:val>
                                        </p:tav>
                                      </p:tavLst>
                                    </p:anim>
                                    <p:anim calcmode="lin" valueType="num">
                                      <p:cBhvr additive="base">
                                        <p:cTn id="20" dur="750" fill="hold"/>
                                        <p:tgtEl>
                                          <p:spTgt spid="34"/>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750"/>
                                        <p:tgtEl>
                                          <p:spTgt spid="35"/>
                                        </p:tgtEl>
                                      </p:cBhvr>
                                    </p:animEffect>
                                    <p:anim calcmode="lin" valueType="num">
                                      <p:cBhvr>
                                        <p:cTn id="24" dur="750" fill="hold"/>
                                        <p:tgtEl>
                                          <p:spTgt spid="35"/>
                                        </p:tgtEl>
                                        <p:attrNameLst>
                                          <p:attrName>ppt_w</p:attrName>
                                        </p:attrNameLst>
                                      </p:cBhvr>
                                      <p:tavLst>
                                        <p:tav tm="0" fmla="#ppt_w*sin(2.5*pi*$)">
                                          <p:val>
                                            <p:fltVal val="0"/>
                                          </p:val>
                                        </p:tav>
                                        <p:tav tm="100000">
                                          <p:val>
                                            <p:fltVal val="1"/>
                                          </p:val>
                                        </p:tav>
                                      </p:tavLst>
                                    </p:anim>
                                    <p:anim calcmode="lin" valueType="num">
                                      <p:cBhvr>
                                        <p:cTn id="25" dur="750" fill="hold"/>
                                        <p:tgtEl>
                                          <p:spTgt spid="35"/>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750"/>
                                        <p:tgtEl>
                                          <p:spTgt spid="34"/>
                                        </p:tgtEl>
                                      </p:cBhvr>
                                    </p:animEffect>
                                    <p:anim calcmode="lin" valueType="num">
                                      <p:cBhvr>
                                        <p:cTn id="29" dur="750" fill="hold"/>
                                        <p:tgtEl>
                                          <p:spTgt spid="34"/>
                                        </p:tgtEl>
                                        <p:attrNameLst>
                                          <p:attrName>ppt_w</p:attrName>
                                        </p:attrNameLst>
                                      </p:cBhvr>
                                      <p:tavLst>
                                        <p:tav tm="0" fmla="#ppt_w*sin(2.5*pi*$)">
                                          <p:val>
                                            <p:fltVal val="0"/>
                                          </p:val>
                                        </p:tav>
                                        <p:tav tm="100000">
                                          <p:val>
                                            <p:fltVal val="1"/>
                                          </p:val>
                                        </p:tav>
                                      </p:tavLst>
                                    </p:anim>
                                    <p:anim calcmode="lin" valueType="num">
                                      <p:cBhvr>
                                        <p:cTn id="30" dur="750" fill="hold"/>
                                        <p:tgtEl>
                                          <p:spTgt spid="34"/>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36">
                                            <p:txEl>
                                              <p:pRg st="0" end="0"/>
                                            </p:txEl>
                                          </p:spTgt>
                                        </p:tgtEl>
                                        <p:attrNameLst>
                                          <p:attrName>style.visibility</p:attrName>
                                        </p:attrNameLst>
                                      </p:cBhvr>
                                      <p:to>
                                        <p:strVal val="visible"/>
                                      </p:to>
                                    </p:set>
                                    <p:anim calcmode="lin" valueType="num">
                                      <p:cBhvr additive="base">
                                        <p:cTn id="33"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6">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37">
                                            <p:txEl>
                                              <p:pRg st="0" end="0"/>
                                            </p:txEl>
                                          </p:spTgt>
                                        </p:tgtEl>
                                        <p:attrNameLst>
                                          <p:attrName>style.visibility</p:attrName>
                                        </p:attrNameLst>
                                      </p:cBhvr>
                                      <p:to>
                                        <p:strVal val="visible"/>
                                      </p:to>
                                    </p:set>
                                    <p:anim calcmode="lin" valueType="num">
                                      <p:cBhvr additive="base">
                                        <p:cTn id="38" dur="5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37">
                                            <p:txEl>
                                              <p:pRg st="0" end="0"/>
                                            </p:txEl>
                                          </p:spTgt>
                                        </p:tgtEl>
                                        <p:attrNameLst>
                                          <p:attrName>ppt_y</p:attrName>
                                        </p:attrNameLst>
                                      </p:cBhvr>
                                      <p:tavLst>
                                        <p:tav tm="0">
                                          <p:val>
                                            <p:strVal val="#ppt_y"/>
                                          </p:val>
                                        </p:tav>
                                        <p:tav tm="100000">
                                          <p:val>
                                            <p:strVal val="#ppt_y"/>
                                          </p:val>
                                        </p:tav>
                                      </p:tavLst>
                                    </p:anim>
                                  </p:childTnLst>
                                </p:cTn>
                              </p:par>
                            </p:childTnLst>
                          </p:cTn>
                        </p:par>
                        <p:par>
                          <p:cTn id="40" fill="hold">
                            <p:stCondLst>
                              <p:cond delay="2350"/>
                            </p:stCondLst>
                            <p:childTnLst>
                              <p:par>
                                <p:cTn id="41" presetID="2" presetClass="entr" presetSubtype="4" decel="100000"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750" fill="hold"/>
                                        <p:tgtEl>
                                          <p:spTgt spid="39"/>
                                        </p:tgtEl>
                                        <p:attrNameLst>
                                          <p:attrName>ppt_x</p:attrName>
                                        </p:attrNameLst>
                                      </p:cBhvr>
                                      <p:tavLst>
                                        <p:tav tm="0">
                                          <p:val>
                                            <p:strVal val="#ppt_x"/>
                                          </p:val>
                                        </p:tav>
                                        <p:tav tm="100000">
                                          <p:val>
                                            <p:strVal val="#ppt_x"/>
                                          </p:val>
                                        </p:tav>
                                      </p:tavLst>
                                    </p:anim>
                                    <p:anim calcmode="lin" valueType="num">
                                      <p:cBhvr additive="base">
                                        <p:cTn id="44" dur="750" fill="hold"/>
                                        <p:tgtEl>
                                          <p:spTgt spid="39"/>
                                        </p:tgtEl>
                                        <p:attrNameLst>
                                          <p:attrName>ppt_y</p:attrName>
                                        </p:attrNameLst>
                                      </p:cBhvr>
                                      <p:tavLst>
                                        <p:tav tm="0">
                                          <p:val>
                                            <p:strVal val="1+#ppt_h/2"/>
                                          </p:val>
                                        </p:tav>
                                        <p:tav tm="100000">
                                          <p:val>
                                            <p:strVal val="#ppt_y"/>
                                          </p:val>
                                        </p:tav>
                                      </p:tavLst>
                                    </p:anim>
                                  </p:childTnLst>
                                </p:cTn>
                              </p:par>
                              <p:par>
                                <p:cTn id="45" presetID="2" presetClass="entr" presetSubtype="8" decel="10000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750" fill="hold"/>
                                        <p:tgtEl>
                                          <p:spTgt spid="38"/>
                                        </p:tgtEl>
                                        <p:attrNameLst>
                                          <p:attrName>ppt_x</p:attrName>
                                        </p:attrNameLst>
                                      </p:cBhvr>
                                      <p:tavLst>
                                        <p:tav tm="0">
                                          <p:val>
                                            <p:strVal val="0-#ppt_w/2"/>
                                          </p:val>
                                        </p:tav>
                                        <p:tav tm="100000">
                                          <p:val>
                                            <p:strVal val="#ppt_x"/>
                                          </p:val>
                                        </p:tav>
                                      </p:tavLst>
                                    </p:anim>
                                    <p:anim calcmode="lin" valueType="num">
                                      <p:cBhvr additive="base">
                                        <p:cTn id="48" dur="750" fill="hold"/>
                                        <p:tgtEl>
                                          <p:spTgt spid="38"/>
                                        </p:tgtEl>
                                        <p:attrNameLst>
                                          <p:attrName>ppt_y</p:attrName>
                                        </p:attrNameLst>
                                      </p:cBhvr>
                                      <p:tavLst>
                                        <p:tav tm="0">
                                          <p:val>
                                            <p:strVal val="#ppt_y"/>
                                          </p:val>
                                        </p:tav>
                                        <p:tav tm="100000">
                                          <p:val>
                                            <p:strVal val="#ppt_y"/>
                                          </p:val>
                                        </p:tav>
                                      </p:tavLst>
                                    </p:anim>
                                  </p:childTnLst>
                                </p:cTn>
                              </p:par>
                              <p:par>
                                <p:cTn id="49" presetID="45" presetClass="entr" presetSubtype="0" fill="hold" grpId="1"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750"/>
                                        <p:tgtEl>
                                          <p:spTgt spid="39"/>
                                        </p:tgtEl>
                                      </p:cBhvr>
                                    </p:animEffect>
                                    <p:anim calcmode="lin" valueType="num">
                                      <p:cBhvr>
                                        <p:cTn id="52" dur="750" fill="hold"/>
                                        <p:tgtEl>
                                          <p:spTgt spid="39"/>
                                        </p:tgtEl>
                                        <p:attrNameLst>
                                          <p:attrName>ppt_w</p:attrName>
                                        </p:attrNameLst>
                                      </p:cBhvr>
                                      <p:tavLst>
                                        <p:tav tm="0" fmla="#ppt_w*sin(2.5*pi*$)">
                                          <p:val>
                                            <p:fltVal val="0"/>
                                          </p:val>
                                        </p:tav>
                                        <p:tav tm="100000">
                                          <p:val>
                                            <p:fltVal val="1"/>
                                          </p:val>
                                        </p:tav>
                                      </p:tavLst>
                                    </p:anim>
                                    <p:anim calcmode="lin" valueType="num">
                                      <p:cBhvr>
                                        <p:cTn id="53" dur="750" fill="hold"/>
                                        <p:tgtEl>
                                          <p:spTgt spid="39"/>
                                        </p:tgtEl>
                                        <p:attrNameLst>
                                          <p:attrName>ppt_h</p:attrName>
                                        </p:attrNameLst>
                                      </p:cBhvr>
                                      <p:tavLst>
                                        <p:tav tm="0">
                                          <p:val>
                                            <p:strVal val="#ppt_h"/>
                                          </p:val>
                                        </p:tav>
                                        <p:tav tm="100000">
                                          <p:val>
                                            <p:strVal val="#ppt_h"/>
                                          </p:val>
                                        </p:tav>
                                      </p:tavLst>
                                    </p:anim>
                                  </p:childTnLst>
                                </p:cTn>
                              </p:par>
                              <p:par>
                                <p:cTn id="54" presetID="45" presetClass="entr" presetSubtype="0" fill="hold" grpId="1"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750"/>
                                        <p:tgtEl>
                                          <p:spTgt spid="38"/>
                                        </p:tgtEl>
                                      </p:cBhvr>
                                    </p:animEffect>
                                    <p:anim calcmode="lin" valueType="num">
                                      <p:cBhvr>
                                        <p:cTn id="57" dur="750" fill="hold"/>
                                        <p:tgtEl>
                                          <p:spTgt spid="38"/>
                                        </p:tgtEl>
                                        <p:attrNameLst>
                                          <p:attrName>ppt_w</p:attrName>
                                        </p:attrNameLst>
                                      </p:cBhvr>
                                      <p:tavLst>
                                        <p:tav tm="0" fmla="#ppt_w*sin(2.5*pi*$)">
                                          <p:val>
                                            <p:fltVal val="0"/>
                                          </p:val>
                                        </p:tav>
                                        <p:tav tm="100000">
                                          <p:val>
                                            <p:fltVal val="1"/>
                                          </p:val>
                                        </p:tav>
                                      </p:tavLst>
                                    </p:anim>
                                    <p:anim calcmode="lin" valueType="num">
                                      <p:cBhvr>
                                        <p:cTn id="58" dur="750" fill="hold"/>
                                        <p:tgtEl>
                                          <p:spTgt spid="38"/>
                                        </p:tgtEl>
                                        <p:attrNameLst>
                                          <p:attrName>ppt_h</p:attrName>
                                        </p:attrNameLst>
                                      </p:cBhvr>
                                      <p:tavLst>
                                        <p:tav tm="0">
                                          <p:val>
                                            <p:strVal val="#ppt_h"/>
                                          </p:val>
                                        </p:tav>
                                        <p:tav tm="100000">
                                          <p:val>
                                            <p:strVal val="#ppt_h"/>
                                          </p:val>
                                        </p:tav>
                                      </p:tavLst>
                                    </p:anim>
                                  </p:childTnLst>
                                </p:cTn>
                              </p:par>
                              <p:par>
                                <p:cTn id="59" presetID="2" presetClass="entr" presetSubtype="9" decel="100000" fill="hold" grpId="0" nodeType="withEffect">
                                  <p:stCondLst>
                                    <p:cond delay="500"/>
                                  </p:stCondLst>
                                  <p:iterate type="wd">
                                    <p:tmPct val="10000"/>
                                  </p:iterate>
                                  <p:childTnLst>
                                    <p:set>
                                      <p:cBhvr>
                                        <p:cTn id="60" dur="1" fill="hold">
                                          <p:stCondLst>
                                            <p:cond delay="0"/>
                                          </p:stCondLst>
                                        </p:cTn>
                                        <p:tgtEl>
                                          <p:spTgt spid="40">
                                            <p:txEl>
                                              <p:pRg st="0" end="0"/>
                                            </p:txEl>
                                          </p:spTgt>
                                        </p:tgtEl>
                                        <p:attrNameLst>
                                          <p:attrName>style.visibility</p:attrName>
                                        </p:attrNameLst>
                                      </p:cBhvr>
                                      <p:to>
                                        <p:strVal val="visible"/>
                                      </p:to>
                                    </p:set>
                                    <p:anim calcmode="lin" valueType="num">
                                      <p:cBhvr additive="base">
                                        <p:cTn id="61" dur="500" fill="hold"/>
                                        <p:tgtEl>
                                          <p:spTgt spid="40">
                                            <p:txEl>
                                              <p:pRg st="0" end="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0">
                                            <p:txEl>
                                              <p:pRg st="0" end="0"/>
                                            </p:txEl>
                                          </p:spTgt>
                                        </p:tgtEl>
                                        <p:attrNameLst>
                                          <p:attrName>ppt_y</p:attrName>
                                        </p:attrNameLst>
                                      </p:cBhvr>
                                      <p:tavLst>
                                        <p:tav tm="0">
                                          <p:val>
                                            <p:strVal val="0-#ppt_h/2"/>
                                          </p:val>
                                        </p:tav>
                                        <p:tav tm="100000">
                                          <p:val>
                                            <p:strVal val="#ppt_y"/>
                                          </p:val>
                                        </p:tav>
                                      </p:tavLst>
                                    </p:anim>
                                  </p:childTnLst>
                                </p:cTn>
                              </p:par>
                            </p:childTnLst>
                          </p:cTn>
                        </p:par>
                        <p:par>
                          <p:cTn id="63" fill="hold">
                            <p:stCondLst>
                              <p:cond delay="3450"/>
                            </p:stCondLst>
                            <p:childTnLst>
                              <p:par>
                                <p:cTn id="64" presetID="2" presetClass="entr" presetSubtype="2" decel="100000" fill="hold" grpId="0" nodeType="afterEffect">
                                  <p:stCondLst>
                                    <p:cond delay="250"/>
                                  </p:stCondLst>
                                  <p:childTnLst>
                                    <p:set>
                                      <p:cBhvr>
                                        <p:cTn id="65" dur="1" fill="hold">
                                          <p:stCondLst>
                                            <p:cond delay="0"/>
                                          </p:stCondLst>
                                        </p:cTn>
                                        <p:tgtEl>
                                          <p:spTgt spid="41">
                                            <p:txEl>
                                              <p:pRg st="0" end="0"/>
                                            </p:txEl>
                                          </p:spTgt>
                                        </p:tgtEl>
                                        <p:attrNameLst>
                                          <p:attrName>style.visibility</p:attrName>
                                        </p:attrNameLst>
                                      </p:cBhvr>
                                      <p:to>
                                        <p:strVal val="visible"/>
                                      </p:to>
                                    </p:set>
                                    <p:anim calcmode="lin" valueType="num">
                                      <p:cBhvr additive="base">
                                        <p:cTn id="66" dur="500" fill="hold"/>
                                        <p:tgtEl>
                                          <p:spTgt spid="41">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1">
                                            <p:txEl>
                                              <p:pRg st="0" end="0"/>
                                            </p:txEl>
                                          </p:spTgt>
                                        </p:tgtEl>
                                        <p:attrNameLst>
                                          <p:attrName>ppt_y</p:attrName>
                                        </p:attrNameLst>
                                      </p:cBhvr>
                                      <p:tavLst>
                                        <p:tav tm="0">
                                          <p:val>
                                            <p:strVal val="#ppt_y"/>
                                          </p:val>
                                        </p:tav>
                                        <p:tav tm="100000">
                                          <p:val>
                                            <p:strVal val="#ppt_y"/>
                                          </p:val>
                                        </p:tav>
                                      </p:tavLst>
                                    </p:anim>
                                  </p:childTnLst>
                                </p:cTn>
                              </p:par>
                            </p:childTnLst>
                          </p:cTn>
                        </p:par>
                        <p:par>
                          <p:cTn id="68" fill="hold">
                            <p:stCondLst>
                              <p:cond delay="4200"/>
                            </p:stCondLst>
                            <p:childTnLst>
                              <p:par>
                                <p:cTn id="69" presetID="2" presetClass="entr" presetSubtype="4" decel="100000" fill="hold" grpId="0" nodeType="afterEffect">
                                  <p:stCondLst>
                                    <p:cond delay="0"/>
                                  </p:stCondLst>
                                  <p:childTnLst>
                                    <p:set>
                                      <p:cBhvr>
                                        <p:cTn id="70" dur="1" fill="hold">
                                          <p:stCondLst>
                                            <p:cond delay="0"/>
                                          </p:stCondLst>
                                        </p:cTn>
                                        <p:tgtEl>
                                          <p:spTgt spid="43"/>
                                        </p:tgtEl>
                                        <p:attrNameLst>
                                          <p:attrName>style.visibility</p:attrName>
                                        </p:attrNameLst>
                                      </p:cBhvr>
                                      <p:to>
                                        <p:strVal val="visible"/>
                                      </p:to>
                                    </p:set>
                                    <p:anim calcmode="lin" valueType="num">
                                      <p:cBhvr additive="base">
                                        <p:cTn id="71" dur="750" fill="hold"/>
                                        <p:tgtEl>
                                          <p:spTgt spid="43"/>
                                        </p:tgtEl>
                                        <p:attrNameLst>
                                          <p:attrName>ppt_x</p:attrName>
                                        </p:attrNameLst>
                                      </p:cBhvr>
                                      <p:tavLst>
                                        <p:tav tm="0">
                                          <p:val>
                                            <p:strVal val="#ppt_x"/>
                                          </p:val>
                                        </p:tav>
                                        <p:tav tm="100000">
                                          <p:val>
                                            <p:strVal val="#ppt_x"/>
                                          </p:val>
                                        </p:tav>
                                      </p:tavLst>
                                    </p:anim>
                                    <p:anim calcmode="lin" valueType="num">
                                      <p:cBhvr additive="base">
                                        <p:cTn id="72" dur="750" fill="hold"/>
                                        <p:tgtEl>
                                          <p:spTgt spid="43"/>
                                        </p:tgtEl>
                                        <p:attrNameLst>
                                          <p:attrName>ppt_y</p:attrName>
                                        </p:attrNameLst>
                                      </p:cBhvr>
                                      <p:tavLst>
                                        <p:tav tm="0">
                                          <p:val>
                                            <p:strVal val="1+#ppt_h/2"/>
                                          </p:val>
                                        </p:tav>
                                        <p:tav tm="100000">
                                          <p:val>
                                            <p:strVal val="#ppt_y"/>
                                          </p:val>
                                        </p:tav>
                                      </p:tavLst>
                                    </p:anim>
                                  </p:childTnLst>
                                </p:cTn>
                              </p:par>
                              <p:par>
                                <p:cTn id="73" presetID="2" presetClass="entr" presetSubtype="8" decel="10000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 calcmode="lin" valueType="num">
                                      <p:cBhvr additive="base">
                                        <p:cTn id="75" dur="750" fill="hold"/>
                                        <p:tgtEl>
                                          <p:spTgt spid="42"/>
                                        </p:tgtEl>
                                        <p:attrNameLst>
                                          <p:attrName>ppt_x</p:attrName>
                                        </p:attrNameLst>
                                      </p:cBhvr>
                                      <p:tavLst>
                                        <p:tav tm="0">
                                          <p:val>
                                            <p:strVal val="0-#ppt_w/2"/>
                                          </p:val>
                                        </p:tav>
                                        <p:tav tm="100000">
                                          <p:val>
                                            <p:strVal val="#ppt_x"/>
                                          </p:val>
                                        </p:tav>
                                      </p:tavLst>
                                    </p:anim>
                                    <p:anim calcmode="lin" valueType="num">
                                      <p:cBhvr additive="base">
                                        <p:cTn id="76" dur="750" fill="hold"/>
                                        <p:tgtEl>
                                          <p:spTgt spid="42"/>
                                        </p:tgtEl>
                                        <p:attrNameLst>
                                          <p:attrName>ppt_y</p:attrName>
                                        </p:attrNameLst>
                                      </p:cBhvr>
                                      <p:tavLst>
                                        <p:tav tm="0">
                                          <p:val>
                                            <p:strVal val="#ppt_y"/>
                                          </p:val>
                                        </p:tav>
                                        <p:tav tm="100000">
                                          <p:val>
                                            <p:strVal val="#ppt_y"/>
                                          </p:val>
                                        </p:tav>
                                      </p:tavLst>
                                    </p:anim>
                                  </p:childTnLst>
                                </p:cTn>
                              </p:par>
                              <p:par>
                                <p:cTn id="77" presetID="45" presetClass="entr" presetSubtype="0" fill="hold" grpId="1" nodeType="with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fade">
                                      <p:cBhvr>
                                        <p:cTn id="79" dur="750"/>
                                        <p:tgtEl>
                                          <p:spTgt spid="43"/>
                                        </p:tgtEl>
                                      </p:cBhvr>
                                    </p:animEffect>
                                    <p:anim calcmode="lin" valueType="num">
                                      <p:cBhvr>
                                        <p:cTn id="80" dur="750" fill="hold"/>
                                        <p:tgtEl>
                                          <p:spTgt spid="43"/>
                                        </p:tgtEl>
                                        <p:attrNameLst>
                                          <p:attrName>ppt_w</p:attrName>
                                        </p:attrNameLst>
                                      </p:cBhvr>
                                      <p:tavLst>
                                        <p:tav tm="0" fmla="#ppt_w*sin(2.5*pi*$)">
                                          <p:val>
                                            <p:fltVal val="0"/>
                                          </p:val>
                                        </p:tav>
                                        <p:tav tm="100000">
                                          <p:val>
                                            <p:fltVal val="1"/>
                                          </p:val>
                                        </p:tav>
                                      </p:tavLst>
                                    </p:anim>
                                    <p:anim calcmode="lin" valueType="num">
                                      <p:cBhvr>
                                        <p:cTn id="81" dur="750" fill="hold"/>
                                        <p:tgtEl>
                                          <p:spTgt spid="43"/>
                                        </p:tgtEl>
                                        <p:attrNameLst>
                                          <p:attrName>ppt_h</p:attrName>
                                        </p:attrNameLst>
                                      </p:cBhvr>
                                      <p:tavLst>
                                        <p:tav tm="0">
                                          <p:val>
                                            <p:strVal val="#ppt_h"/>
                                          </p:val>
                                        </p:tav>
                                        <p:tav tm="100000">
                                          <p:val>
                                            <p:strVal val="#ppt_h"/>
                                          </p:val>
                                        </p:tav>
                                      </p:tavLst>
                                    </p:anim>
                                  </p:childTnLst>
                                </p:cTn>
                              </p:par>
                              <p:par>
                                <p:cTn id="82" presetID="45" presetClass="entr" presetSubtype="0" fill="hold" grpId="1"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fade">
                                      <p:cBhvr>
                                        <p:cTn id="84" dur="750"/>
                                        <p:tgtEl>
                                          <p:spTgt spid="42"/>
                                        </p:tgtEl>
                                      </p:cBhvr>
                                    </p:animEffect>
                                    <p:anim calcmode="lin" valueType="num">
                                      <p:cBhvr>
                                        <p:cTn id="85" dur="750" fill="hold"/>
                                        <p:tgtEl>
                                          <p:spTgt spid="42"/>
                                        </p:tgtEl>
                                        <p:attrNameLst>
                                          <p:attrName>ppt_w</p:attrName>
                                        </p:attrNameLst>
                                      </p:cBhvr>
                                      <p:tavLst>
                                        <p:tav tm="0" fmla="#ppt_w*sin(2.5*pi*$)">
                                          <p:val>
                                            <p:fltVal val="0"/>
                                          </p:val>
                                        </p:tav>
                                        <p:tav tm="100000">
                                          <p:val>
                                            <p:fltVal val="1"/>
                                          </p:val>
                                        </p:tav>
                                      </p:tavLst>
                                    </p:anim>
                                    <p:anim calcmode="lin" valueType="num">
                                      <p:cBhvr>
                                        <p:cTn id="86" dur="750" fill="hold"/>
                                        <p:tgtEl>
                                          <p:spTgt spid="42"/>
                                        </p:tgtEl>
                                        <p:attrNameLst>
                                          <p:attrName>ppt_h</p:attrName>
                                        </p:attrNameLst>
                                      </p:cBhvr>
                                      <p:tavLst>
                                        <p:tav tm="0">
                                          <p:val>
                                            <p:strVal val="#ppt_h"/>
                                          </p:val>
                                        </p:tav>
                                        <p:tav tm="100000">
                                          <p:val>
                                            <p:strVal val="#ppt_h"/>
                                          </p:val>
                                        </p:tav>
                                      </p:tavLst>
                                    </p:anim>
                                  </p:childTnLst>
                                </p:cTn>
                              </p:par>
                              <p:par>
                                <p:cTn id="87" presetID="2" presetClass="entr" presetSubtype="9" decel="100000" fill="hold" grpId="0" nodeType="withEffect">
                                  <p:stCondLst>
                                    <p:cond delay="500"/>
                                  </p:stCondLst>
                                  <p:iterate type="wd">
                                    <p:tmPct val="10000"/>
                                  </p:iterate>
                                  <p:childTnLst>
                                    <p:set>
                                      <p:cBhvr>
                                        <p:cTn id="88" dur="1" fill="hold">
                                          <p:stCondLst>
                                            <p:cond delay="0"/>
                                          </p:stCondLst>
                                        </p:cTn>
                                        <p:tgtEl>
                                          <p:spTgt spid="44">
                                            <p:txEl>
                                              <p:pRg st="0" end="0"/>
                                            </p:txEl>
                                          </p:spTgt>
                                        </p:tgtEl>
                                        <p:attrNameLst>
                                          <p:attrName>style.visibility</p:attrName>
                                        </p:attrNameLst>
                                      </p:cBhvr>
                                      <p:to>
                                        <p:strVal val="visible"/>
                                      </p:to>
                                    </p:set>
                                    <p:anim calcmode="lin" valueType="num">
                                      <p:cBhvr additive="base">
                                        <p:cTn id="89" dur="500" fill="hold"/>
                                        <p:tgtEl>
                                          <p:spTgt spid="44">
                                            <p:txEl>
                                              <p:pRg st="0" end="0"/>
                                            </p:txEl>
                                          </p:spTgt>
                                        </p:tgtEl>
                                        <p:attrNameLst>
                                          <p:attrName>ppt_x</p:attrName>
                                        </p:attrNameLst>
                                      </p:cBhvr>
                                      <p:tavLst>
                                        <p:tav tm="0">
                                          <p:val>
                                            <p:strVal val="0-#ppt_w/2"/>
                                          </p:val>
                                        </p:tav>
                                        <p:tav tm="100000">
                                          <p:val>
                                            <p:strVal val="#ppt_x"/>
                                          </p:val>
                                        </p:tav>
                                      </p:tavLst>
                                    </p:anim>
                                    <p:anim calcmode="lin" valueType="num">
                                      <p:cBhvr additive="base">
                                        <p:cTn id="90" dur="500" fill="hold"/>
                                        <p:tgtEl>
                                          <p:spTgt spid="44">
                                            <p:txEl>
                                              <p:pRg st="0" end="0"/>
                                            </p:txEl>
                                          </p:spTgt>
                                        </p:tgtEl>
                                        <p:attrNameLst>
                                          <p:attrName>ppt_y</p:attrName>
                                        </p:attrNameLst>
                                      </p:cBhvr>
                                      <p:tavLst>
                                        <p:tav tm="0">
                                          <p:val>
                                            <p:strVal val="0-#ppt_h/2"/>
                                          </p:val>
                                        </p:tav>
                                        <p:tav tm="100000">
                                          <p:val>
                                            <p:strVal val="#ppt_y"/>
                                          </p:val>
                                        </p:tav>
                                      </p:tavLst>
                                    </p:anim>
                                  </p:childTnLst>
                                </p:cTn>
                              </p:par>
                            </p:childTnLst>
                          </p:cTn>
                        </p:par>
                        <p:par>
                          <p:cTn id="91" fill="hold">
                            <p:stCondLst>
                              <p:cond delay="5300"/>
                            </p:stCondLst>
                            <p:childTnLst>
                              <p:par>
                                <p:cTn id="92" presetID="2" presetClass="entr" presetSubtype="2" decel="100000" fill="hold" grpId="0" nodeType="afterEffect">
                                  <p:stCondLst>
                                    <p:cond delay="250"/>
                                  </p:stCondLst>
                                  <p:childTnLst>
                                    <p:set>
                                      <p:cBhvr>
                                        <p:cTn id="93" dur="1" fill="hold">
                                          <p:stCondLst>
                                            <p:cond delay="0"/>
                                          </p:stCondLst>
                                        </p:cTn>
                                        <p:tgtEl>
                                          <p:spTgt spid="45">
                                            <p:txEl>
                                              <p:pRg st="0" end="0"/>
                                            </p:txEl>
                                          </p:spTgt>
                                        </p:tgtEl>
                                        <p:attrNameLst>
                                          <p:attrName>style.visibility</p:attrName>
                                        </p:attrNameLst>
                                      </p:cBhvr>
                                      <p:to>
                                        <p:strVal val="visible"/>
                                      </p:to>
                                    </p:set>
                                    <p:anim calcmode="lin" valueType="num">
                                      <p:cBhvr additive="base">
                                        <p:cTn id="94" dur="5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95" dur="500" fill="hold"/>
                                        <p:tgtEl>
                                          <p:spTgt spid="4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4" grpId="0" animBg="1"/>
      <p:bldP spid="34" grpId="1" animBg="1"/>
      <p:bldP spid="35" grpId="0" animBg="1"/>
      <p:bldP spid="35" grpId="1" animBg="1"/>
      <p:bldP spid="36"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0-#ppt_h/2"/>
                          </p:val>
                        </p:tav>
                        <p:tav tm="100000">
                          <p:val>
                            <p:strVal val="#ppt_y"/>
                          </p:val>
                        </p:tav>
                      </p:tavLst>
                    </p:anim>
                  </p:childTnLst>
                </p:cTn>
              </p:par>
            </p:tnLst>
          </p:tmpl>
        </p:tmplLst>
      </p:bldP>
      <p:bldP spid="37"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1+#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animBg="1"/>
      <p:bldP spid="38" grpId="1" animBg="1"/>
      <p:bldP spid="39" grpId="0" animBg="1"/>
      <p:bldP spid="39" grpId="1" animBg="1"/>
      <p:bldP spid="40"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0-#ppt_w/2"/>
                          </p:val>
                        </p:tav>
                        <p:tav tm="100000">
                          <p:val>
                            <p:strVal val="#ppt_x"/>
                          </p:val>
                        </p:tav>
                      </p:tavLst>
                    </p:anim>
                    <p:anim calcmode="lin" valueType="num">
                      <p:cBhvr additive="base">
                        <p:cTn dur="500" fill="hold"/>
                        <p:tgtEl>
                          <p:spTgt spid="40"/>
                        </p:tgtEl>
                        <p:attrNameLst>
                          <p:attrName>ppt_y</p:attrName>
                        </p:attrNameLst>
                      </p:cBhvr>
                      <p:tavLst>
                        <p:tav tm="0">
                          <p:val>
                            <p:strVal val="0-#ppt_h/2"/>
                          </p:val>
                        </p:tav>
                        <p:tav tm="100000">
                          <p:val>
                            <p:strVal val="#ppt_y"/>
                          </p:val>
                        </p:tav>
                      </p:tavLst>
                    </p:anim>
                  </p:childTnLst>
                </p:cTn>
              </p:par>
            </p:tnLst>
          </p:tmpl>
        </p:tmplLst>
      </p:bldP>
      <p:bldP spid="41"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1+#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42" grpId="0" animBg="1"/>
      <p:bldP spid="42" grpId="1" animBg="1"/>
      <p:bldP spid="43" grpId="0" animBg="1"/>
      <p:bldP spid="43" grpId="1" animBg="1"/>
      <p:bldP spid="44"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0-#ppt_w/2"/>
                          </p:val>
                        </p:tav>
                        <p:tav tm="100000">
                          <p:val>
                            <p:strVal val="#ppt_x"/>
                          </p:val>
                        </p:tav>
                      </p:tavLst>
                    </p:anim>
                    <p:anim calcmode="lin" valueType="num">
                      <p:cBhvr additive="base">
                        <p:cTn dur="500" fill="hold"/>
                        <p:tgtEl>
                          <p:spTgt spid="44"/>
                        </p:tgtEl>
                        <p:attrNameLst>
                          <p:attrName>ppt_y</p:attrName>
                        </p:attrNameLst>
                      </p:cBhvr>
                      <p:tavLst>
                        <p:tav tm="0">
                          <p:val>
                            <p:strVal val="0-#ppt_h/2"/>
                          </p:val>
                        </p:tav>
                        <p:tav tm="100000">
                          <p:val>
                            <p:strVal val="#ppt_y"/>
                          </p:val>
                        </p:tav>
                      </p:tavLst>
                    </p:anim>
                  </p:childTnLst>
                </p:cTn>
              </p:par>
            </p:tnLst>
          </p:tmpl>
        </p:tmplLst>
      </p:bldP>
      <p:bldP spid="45"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s 2">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アーチ 33"/>
          <p:cNvSpPr/>
          <p:nvPr userDrawn="1"/>
        </p:nvSpPr>
        <p:spPr>
          <a:xfrm rot="3600000">
            <a:off x="1165671" y="2420421"/>
            <a:ext cx="1492195" cy="1492195"/>
          </a:xfrm>
          <a:prstGeom prst="blockArc">
            <a:avLst>
              <a:gd name="adj1" fmla="val 18941412"/>
              <a:gd name="adj2" fmla="val 11732646"/>
              <a:gd name="adj3" fmla="val 4340"/>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5" name="アーチ 34"/>
          <p:cNvSpPr/>
          <p:nvPr userDrawn="1"/>
        </p:nvSpPr>
        <p:spPr>
          <a:xfrm rot="6618510">
            <a:off x="1282259" y="2537009"/>
            <a:ext cx="1259018" cy="1259018"/>
          </a:xfrm>
          <a:prstGeom prst="blockArc">
            <a:avLst>
              <a:gd name="adj1" fmla="val 19452122"/>
              <a:gd name="adj2" fmla="val 11742259"/>
              <a:gd name="adj3" fmla="val 4894"/>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6" name="テキスト プレースホルダー 6"/>
          <p:cNvSpPr>
            <a:spLocks noGrp="1"/>
          </p:cNvSpPr>
          <p:nvPr>
            <p:ph type="body" sz="quarter" idx="15" hasCustomPrompt="1"/>
          </p:nvPr>
        </p:nvSpPr>
        <p:spPr>
          <a:xfrm>
            <a:off x="2023050" y="2655891"/>
            <a:ext cx="7426863" cy="790352"/>
          </a:xfrm>
        </p:spPr>
        <p:txBody>
          <a:bodyPr anchor="b">
            <a:no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p:ph type="body" sz="quarter" idx="14" hasCustomPrompt="1"/>
          </p:nvPr>
        </p:nvSpPr>
        <p:spPr>
          <a:xfrm>
            <a:off x="2709065" y="3362068"/>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8" name="アーチ 37"/>
          <p:cNvSpPr/>
          <p:nvPr userDrawn="1"/>
        </p:nvSpPr>
        <p:spPr>
          <a:xfrm rot="3600000">
            <a:off x="1165671" y="4630775"/>
            <a:ext cx="1492195" cy="1492195"/>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39" name="アーチ 38"/>
          <p:cNvSpPr/>
          <p:nvPr userDrawn="1"/>
        </p:nvSpPr>
        <p:spPr>
          <a:xfrm rot="6618510">
            <a:off x="1282259" y="4747363"/>
            <a:ext cx="1259018" cy="12590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0" name="テキスト プレースホルダー 6"/>
          <p:cNvSpPr>
            <a:spLocks noGrp="1"/>
          </p:cNvSpPr>
          <p:nvPr>
            <p:ph type="body" sz="quarter" idx="16" hasCustomPrompt="1"/>
          </p:nvPr>
        </p:nvSpPr>
        <p:spPr>
          <a:xfrm>
            <a:off x="2023050" y="4866245"/>
            <a:ext cx="7426863"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17" hasCustomPrompt="1"/>
          </p:nvPr>
        </p:nvSpPr>
        <p:spPr>
          <a:xfrm>
            <a:off x="2709065" y="5572422"/>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9" name="アーチ 18"/>
          <p:cNvSpPr/>
          <p:nvPr userDrawn="1"/>
        </p:nvSpPr>
        <p:spPr>
          <a:xfrm rot="3600000">
            <a:off x="1164538" y="6846952"/>
            <a:ext cx="1492195" cy="1492195"/>
          </a:xfrm>
          <a:prstGeom prst="blockArc">
            <a:avLst>
              <a:gd name="adj1" fmla="val 18941412"/>
              <a:gd name="adj2" fmla="val 11732646"/>
              <a:gd name="adj3" fmla="val 4340"/>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20" name="アーチ 19"/>
          <p:cNvSpPr/>
          <p:nvPr userDrawn="1"/>
        </p:nvSpPr>
        <p:spPr>
          <a:xfrm rot="6618510">
            <a:off x="1281126" y="6963540"/>
            <a:ext cx="1259018" cy="1259018"/>
          </a:xfrm>
          <a:prstGeom prst="blockArc">
            <a:avLst>
              <a:gd name="adj1" fmla="val 19452122"/>
              <a:gd name="adj2" fmla="val 11742259"/>
              <a:gd name="adj3" fmla="val 4894"/>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1" name="テキスト プレースホルダー 6"/>
          <p:cNvSpPr>
            <a:spLocks noGrp="1"/>
          </p:cNvSpPr>
          <p:nvPr>
            <p:ph type="body" sz="quarter" idx="18" hasCustomPrompt="1"/>
          </p:nvPr>
        </p:nvSpPr>
        <p:spPr>
          <a:xfrm>
            <a:off x="2021917" y="7082422"/>
            <a:ext cx="7426863" cy="790352"/>
          </a:xfrm>
        </p:spPr>
        <p:txBody>
          <a:bodyPr anchor="b">
            <a:no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19" hasCustomPrompt="1"/>
          </p:nvPr>
        </p:nvSpPr>
        <p:spPr>
          <a:xfrm>
            <a:off x="2707932" y="7788599"/>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03227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750" fill="hold"/>
                                        <p:tgtEl>
                                          <p:spTgt spid="35"/>
                                        </p:tgtEl>
                                        <p:attrNameLst>
                                          <p:attrName>ppt_x</p:attrName>
                                        </p:attrNameLst>
                                      </p:cBhvr>
                                      <p:tavLst>
                                        <p:tav tm="0">
                                          <p:val>
                                            <p:strVal val="#ppt_x"/>
                                          </p:val>
                                        </p:tav>
                                        <p:tav tm="100000">
                                          <p:val>
                                            <p:strVal val="#ppt_x"/>
                                          </p:val>
                                        </p:tav>
                                      </p:tavLst>
                                    </p:anim>
                                    <p:anim calcmode="lin" valueType="num">
                                      <p:cBhvr additive="base">
                                        <p:cTn id="16" dur="75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750" fill="hold"/>
                                        <p:tgtEl>
                                          <p:spTgt spid="34"/>
                                        </p:tgtEl>
                                        <p:attrNameLst>
                                          <p:attrName>ppt_x</p:attrName>
                                        </p:attrNameLst>
                                      </p:cBhvr>
                                      <p:tavLst>
                                        <p:tav tm="0">
                                          <p:val>
                                            <p:strVal val="0-#ppt_w/2"/>
                                          </p:val>
                                        </p:tav>
                                        <p:tav tm="100000">
                                          <p:val>
                                            <p:strVal val="#ppt_x"/>
                                          </p:val>
                                        </p:tav>
                                      </p:tavLst>
                                    </p:anim>
                                    <p:anim calcmode="lin" valueType="num">
                                      <p:cBhvr additive="base">
                                        <p:cTn id="20" dur="750" fill="hold"/>
                                        <p:tgtEl>
                                          <p:spTgt spid="34"/>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750"/>
                                        <p:tgtEl>
                                          <p:spTgt spid="35"/>
                                        </p:tgtEl>
                                      </p:cBhvr>
                                    </p:animEffect>
                                    <p:anim calcmode="lin" valueType="num">
                                      <p:cBhvr>
                                        <p:cTn id="24" dur="750" fill="hold"/>
                                        <p:tgtEl>
                                          <p:spTgt spid="35"/>
                                        </p:tgtEl>
                                        <p:attrNameLst>
                                          <p:attrName>ppt_w</p:attrName>
                                        </p:attrNameLst>
                                      </p:cBhvr>
                                      <p:tavLst>
                                        <p:tav tm="0" fmla="#ppt_w*sin(2.5*pi*$)">
                                          <p:val>
                                            <p:fltVal val="0"/>
                                          </p:val>
                                        </p:tav>
                                        <p:tav tm="100000">
                                          <p:val>
                                            <p:fltVal val="1"/>
                                          </p:val>
                                        </p:tav>
                                      </p:tavLst>
                                    </p:anim>
                                    <p:anim calcmode="lin" valueType="num">
                                      <p:cBhvr>
                                        <p:cTn id="25" dur="750" fill="hold"/>
                                        <p:tgtEl>
                                          <p:spTgt spid="35"/>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750"/>
                                        <p:tgtEl>
                                          <p:spTgt spid="34"/>
                                        </p:tgtEl>
                                      </p:cBhvr>
                                    </p:animEffect>
                                    <p:anim calcmode="lin" valueType="num">
                                      <p:cBhvr>
                                        <p:cTn id="29" dur="750" fill="hold"/>
                                        <p:tgtEl>
                                          <p:spTgt spid="34"/>
                                        </p:tgtEl>
                                        <p:attrNameLst>
                                          <p:attrName>ppt_w</p:attrName>
                                        </p:attrNameLst>
                                      </p:cBhvr>
                                      <p:tavLst>
                                        <p:tav tm="0" fmla="#ppt_w*sin(2.5*pi*$)">
                                          <p:val>
                                            <p:fltVal val="0"/>
                                          </p:val>
                                        </p:tav>
                                        <p:tav tm="100000">
                                          <p:val>
                                            <p:fltVal val="1"/>
                                          </p:val>
                                        </p:tav>
                                      </p:tavLst>
                                    </p:anim>
                                    <p:anim calcmode="lin" valueType="num">
                                      <p:cBhvr>
                                        <p:cTn id="30" dur="750" fill="hold"/>
                                        <p:tgtEl>
                                          <p:spTgt spid="34"/>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36">
                                            <p:txEl>
                                              <p:pRg st="0" end="0"/>
                                            </p:txEl>
                                          </p:spTgt>
                                        </p:tgtEl>
                                        <p:attrNameLst>
                                          <p:attrName>style.visibility</p:attrName>
                                        </p:attrNameLst>
                                      </p:cBhvr>
                                      <p:to>
                                        <p:strVal val="visible"/>
                                      </p:to>
                                    </p:set>
                                    <p:anim calcmode="lin" valueType="num">
                                      <p:cBhvr additive="base">
                                        <p:cTn id="33"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6">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37">
                                            <p:txEl>
                                              <p:pRg st="0" end="0"/>
                                            </p:txEl>
                                          </p:spTgt>
                                        </p:tgtEl>
                                        <p:attrNameLst>
                                          <p:attrName>style.visibility</p:attrName>
                                        </p:attrNameLst>
                                      </p:cBhvr>
                                      <p:to>
                                        <p:strVal val="visible"/>
                                      </p:to>
                                    </p:set>
                                    <p:anim calcmode="lin" valueType="num">
                                      <p:cBhvr additive="base">
                                        <p:cTn id="38" dur="5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37">
                                            <p:txEl>
                                              <p:pRg st="0" end="0"/>
                                            </p:txEl>
                                          </p:spTgt>
                                        </p:tgtEl>
                                        <p:attrNameLst>
                                          <p:attrName>ppt_y</p:attrName>
                                        </p:attrNameLst>
                                      </p:cBhvr>
                                      <p:tavLst>
                                        <p:tav tm="0">
                                          <p:val>
                                            <p:strVal val="#ppt_y"/>
                                          </p:val>
                                        </p:tav>
                                        <p:tav tm="100000">
                                          <p:val>
                                            <p:strVal val="#ppt_y"/>
                                          </p:val>
                                        </p:tav>
                                      </p:tavLst>
                                    </p:anim>
                                  </p:childTnLst>
                                </p:cTn>
                              </p:par>
                            </p:childTnLst>
                          </p:cTn>
                        </p:par>
                        <p:par>
                          <p:cTn id="40" fill="hold">
                            <p:stCondLst>
                              <p:cond delay="2350"/>
                            </p:stCondLst>
                            <p:childTnLst>
                              <p:par>
                                <p:cTn id="41" presetID="2" presetClass="entr" presetSubtype="4" decel="100000"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750" fill="hold"/>
                                        <p:tgtEl>
                                          <p:spTgt spid="39"/>
                                        </p:tgtEl>
                                        <p:attrNameLst>
                                          <p:attrName>ppt_x</p:attrName>
                                        </p:attrNameLst>
                                      </p:cBhvr>
                                      <p:tavLst>
                                        <p:tav tm="0">
                                          <p:val>
                                            <p:strVal val="#ppt_x"/>
                                          </p:val>
                                        </p:tav>
                                        <p:tav tm="100000">
                                          <p:val>
                                            <p:strVal val="#ppt_x"/>
                                          </p:val>
                                        </p:tav>
                                      </p:tavLst>
                                    </p:anim>
                                    <p:anim calcmode="lin" valueType="num">
                                      <p:cBhvr additive="base">
                                        <p:cTn id="44" dur="750" fill="hold"/>
                                        <p:tgtEl>
                                          <p:spTgt spid="39"/>
                                        </p:tgtEl>
                                        <p:attrNameLst>
                                          <p:attrName>ppt_y</p:attrName>
                                        </p:attrNameLst>
                                      </p:cBhvr>
                                      <p:tavLst>
                                        <p:tav tm="0">
                                          <p:val>
                                            <p:strVal val="1+#ppt_h/2"/>
                                          </p:val>
                                        </p:tav>
                                        <p:tav tm="100000">
                                          <p:val>
                                            <p:strVal val="#ppt_y"/>
                                          </p:val>
                                        </p:tav>
                                      </p:tavLst>
                                    </p:anim>
                                  </p:childTnLst>
                                </p:cTn>
                              </p:par>
                              <p:par>
                                <p:cTn id="45" presetID="2" presetClass="entr" presetSubtype="8" decel="10000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750" fill="hold"/>
                                        <p:tgtEl>
                                          <p:spTgt spid="38"/>
                                        </p:tgtEl>
                                        <p:attrNameLst>
                                          <p:attrName>ppt_x</p:attrName>
                                        </p:attrNameLst>
                                      </p:cBhvr>
                                      <p:tavLst>
                                        <p:tav tm="0">
                                          <p:val>
                                            <p:strVal val="0-#ppt_w/2"/>
                                          </p:val>
                                        </p:tav>
                                        <p:tav tm="100000">
                                          <p:val>
                                            <p:strVal val="#ppt_x"/>
                                          </p:val>
                                        </p:tav>
                                      </p:tavLst>
                                    </p:anim>
                                    <p:anim calcmode="lin" valueType="num">
                                      <p:cBhvr additive="base">
                                        <p:cTn id="48" dur="750" fill="hold"/>
                                        <p:tgtEl>
                                          <p:spTgt spid="38"/>
                                        </p:tgtEl>
                                        <p:attrNameLst>
                                          <p:attrName>ppt_y</p:attrName>
                                        </p:attrNameLst>
                                      </p:cBhvr>
                                      <p:tavLst>
                                        <p:tav tm="0">
                                          <p:val>
                                            <p:strVal val="#ppt_y"/>
                                          </p:val>
                                        </p:tav>
                                        <p:tav tm="100000">
                                          <p:val>
                                            <p:strVal val="#ppt_y"/>
                                          </p:val>
                                        </p:tav>
                                      </p:tavLst>
                                    </p:anim>
                                  </p:childTnLst>
                                </p:cTn>
                              </p:par>
                              <p:par>
                                <p:cTn id="49" presetID="45" presetClass="entr" presetSubtype="0" fill="hold" grpId="1"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750"/>
                                        <p:tgtEl>
                                          <p:spTgt spid="39"/>
                                        </p:tgtEl>
                                      </p:cBhvr>
                                    </p:animEffect>
                                    <p:anim calcmode="lin" valueType="num">
                                      <p:cBhvr>
                                        <p:cTn id="52" dur="750" fill="hold"/>
                                        <p:tgtEl>
                                          <p:spTgt spid="39"/>
                                        </p:tgtEl>
                                        <p:attrNameLst>
                                          <p:attrName>ppt_w</p:attrName>
                                        </p:attrNameLst>
                                      </p:cBhvr>
                                      <p:tavLst>
                                        <p:tav tm="0" fmla="#ppt_w*sin(2.5*pi*$)">
                                          <p:val>
                                            <p:fltVal val="0"/>
                                          </p:val>
                                        </p:tav>
                                        <p:tav tm="100000">
                                          <p:val>
                                            <p:fltVal val="1"/>
                                          </p:val>
                                        </p:tav>
                                      </p:tavLst>
                                    </p:anim>
                                    <p:anim calcmode="lin" valueType="num">
                                      <p:cBhvr>
                                        <p:cTn id="53" dur="750" fill="hold"/>
                                        <p:tgtEl>
                                          <p:spTgt spid="39"/>
                                        </p:tgtEl>
                                        <p:attrNameLst>
                                          <p:attrName>ppt_h</p:attrName>
                                        </p:attrNameLst>
                                      </p:cBhvr>
                                      <p:tavLst>
                                        <p:tav tm="0">
                                          <p:val>
                                            <p:strVal val="#ppt_h"/>
                                          </p:val>
                                        </p:tav>
                                        <p:tav tm="100000">
                                          <p:val>
                                            <p:strVal val="#ppt_h"/>
                                          </p:val>
                                        </p:tav>
                                      </p:tavLst>
                                    </p:anim>
                                  </p:childTnLst>
                                </p:cTn>
                              </p:par>
                              <p:par>
                                <p:cTn id="54" presetID="45" presetClass="entr" presetSubtype="0" fill="hold" grpId="1"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750"/>
                                        <p:tgtEl>
                                          <p:spTgt spid="38"/>
                                        </p:tgtEl>
                                      </p:cBhvr>
                                    </p:animEffect>
                                    <p:anim calcmode="lin" valueType="num">
                                      <p:cBhvr>
                                        <p:cTn id="57" dur="750" fill="hold"/>
                                        <p:tgtEl>
                                          <p:spTgt spid="38"/>
                                        </p:tgtEl>
                                        <p:attrNameLst>
                                          <p:attrName>ppt_w</p:attrName>
                                        </p:attrNameLst>
                                      </p:cBhvr>
                                      <p:tavLst>
                                        <p:tav tm="0" fmla="#ppt_w*sin(2.5*pi*$)">
                                          <p:val>
                                            <p:fltVal val="0"/>
                                          </p:val>
                                        </p:tav>
                                        <p:tav tm="100000">
                                          <p:val>
                                            <p:fltVal val="1"/>
                                          </p:val>
                                        </p:tav>
                                      </p:tavLst>
                                    </p:anim>
                                    <p:anim calcmode="lin" valueType="num">
                                      <p:cBhvr>
                                        <p:cTn id="58" dur="750" fill="hold"/>
                                        <p:tgtEl>
                                          <p:spTgt spid="38"/>
                                        </p:tgtEl>
                                        <p:attrNameLst>
                                          <p:attrName>ppt_h</p:attrName>
                                        </p:attrNameLst>
                                      </p:cBhvr>
                                      <p:tavLst>
                                        <p:tav tm="0">
                                          <p:val>
                                            <p:strVal val="#ppt_h"/>
                                          </p:val>
                                        </p:tav>
                                        <p:tav tm="100000">
                                          <p:val>
                                            <p:strVal val="#ppt_h"/>
                                          </p:val>
                                        </p:tav>
                                      </p:tavLst>
                                    </p:anim>
                                  </p:childTnLst>
                                </p:cTn>
                              </p:par>
                              <p:par>
                                <p:cTn id="59" presetID="2" presetClass="entr" presetSubtype="9" decel="100000" fill="hold" grpId="0" nodeType="withEffect">
                                  <p:stCondLst>
                                    <p:cond delay="500"/>
                                  </p:stCondLst>
                                  <p:iterate type="wd">
                                    <p:tmPct val="10000"/>
                                  </p:iterate>
                                  <p:childTnLst>
                                    <p:set>
                                      <p:cBhvr>
                                        <p:cTn id="60" dur="1" fill="hold">
                                          <p:stCondLst>
                                            <p:cond delay="0"/>
                                          </p:stCondLst>
                                        </p:cTn>
                                        <p:tgtEl>
                                          <p:spTgt spid="40">
                                            <p:txEl>
                                              <p:pRg st="0" end="0"/>
                                            </p:txEl>
                                          </p:spTgt>
                                        </p:tgtEl>
                                        <p:attrNameLst>
                                          <p:attrName>style.visibility</p:attrName>
                                        </p:attrNameLst>
                                      </p:cBhvr>
                                      <p:to>
                                        <p:strVal val="visible"/>
                                      </p:to>
                                    </p:set>
                                    <p:anim calcmode="lin" valueType="num">
                                      <p:cBhvr additive="base">
                                        <p:cTn id="61" dur="500" fill="hold"/>
                                        <p:tgtEl>
                                          <p:spTgt spid="40">
                                            <p:txEl>
                                              <p:pRg st="0" end="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0">
                                            <p:txEl>
                                              <p:pRg st="0" end="0"/>
                                            </p:txEl>
                                          </p:spTgt>
                                        </p:tgtEl>
                                        <p:attrNameLst>
                                          <p:attrName>ppt_y</p:attrName>
                                        </p:attrNameLst>
                                      </p:cBhvr>
                                      <p:tavLst>
                                        <p:tav tm="0">
                                          <p:val>
                                            <p:strVal val="0-#ppt_h/2"/>
                                          </p:val>
                                        </p:tav>
                                        <p:tav tm="100000">
                                          <p:val>
                                            <p:strVal val="#ppt_y"/>
                                          </p:val>
                                        </p:tav>
                                      </p:tavLst>
                                    </p:anim>
                                  </p:childTnLst>
                                </p:cTn>
                              </p:par>
                            </p:childTnLst>
                          </p:cTn>
                        </p:par>
                        <p:par>
                          <p:cTn id="63" fill="hold">
                            <p:stCondLst>
                              <p:cond delay="3450"/>
                            </p:stCondLst>
                            <p:childTnLst>
                              <p:par>
                                <p:cTn id="64" presetID="2" presetClass="entr" presetSubtype="2" decel="100000" fill="hold" grpId="0" nodeType="afterEffect">
                                  <p:stCondLst>
                                    <p:cond delay="250"/>
                                  </p:stCondLst>
                                  <p:childTnLst>
                                    <p:set>
                                      <p:cBhvr>
                                        <p:cTn id="65" dur="1" fill="hold">
                                          <p:stCondLst>
                                            <p:cond delay="0"/>
                                          </p:stCondLst>
                                        </p:cTn>
                                        <p:tgtEl>
                                          <p:spTgt spid="41">
                                            <p:txEl>
                                              <p:pRg st="0" end="0"/>
                                            </p:txEl>
                                          </p:spTgt>
                                        </p:tgtEl>
                                        <p:attrNameLst>
                                          <p:attrName>style.visibility</p:attrName>
                                        </p:attrNameLst>
                                      </p:cBhvr>
                                      <p:to>
                                        <p:strVal val="visible"/>
                                      </p:to>
                                    </p:set>
                                    <p:anim calcmode="lin" valueType="num">
                                      <p:cBhvr additive="base">
                                        <p:cTn id="66" dur="500" fill="hold"/>
                                        <p:tgtEl>
                                          <p:spTgt spid="41">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1">
                                            <p:txEl>
                                              <p:pRg st="0" end="0"/>
                                            </p:txEl>
                                          </p:spTgt>
                                        </p:tgtEl>
                                        <p:attrNameLst>
                                          <p:attrName>ppt_y</p:attrName>
                                        </p:attrNameLst>
                                      </p:cBhvr>
                                      <p:tavLst>
                                        <p:tav tm="0">
                                          <p:val>
                                            <p:strVal val="#ppt_y"/>
                                          </p:val>
                                        </p:tav>
                                        <p:tav tm="100000">
                                          <p:val>
                                            <p:strVal val="#ppt_y"/>
                                          </p:val>
                                        </p:tav>
                                      </p:tavLst>
                                    </p:anim>
                                  </p:childTnLst>
                                </p:cTn>
                              </p:par>
                            </p:childTnLst>
                          </p:cTn>
                        </p:par>
                        <p:par>
                          <p:cTn id="68" fill="hold">
                            <p:stCondLst>
                              <p:cond delay="4200"/>
                            </p:stCondLst>
                            <p:childTnLst>
                              <p:par>
                                <p:cTn id="69" presetID="2" presetClass="entr" presetSubtype="4" decel="100000"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750" fill="hold"/>
                                        <p:tgtEl>
                                          <p:spTgt spid="20"/>
                                        </p:tgtEl>
                                        <p:attrNameLst>
                                          <p:attrName>ppt_x</p:attrName>
                                        </p:attrNameLst>
                                      </p:cBhvr>
                                      <p:tavLst>
                                        <p:tav tm="0">
                                          <p:val>
                                            <p:strVal val="#ppt_x"/>
                                          </p:val>
                                        </p:tav>
                                        <p:tav tm="100000">
                                          <p:val>
                                            <p:strVal val="#ppt_x"/>
                                          </p:val>
                                        </p:tav>
                                      </p:tavLst>
                                    </p:anim>
                                    <p:anim calcmode="lin" valueType="num">
                                      <p:cBhvr additive="base">
                                        <p:cTn id="72" dur="750" fill="hold"/>
                                        <p:tgtEl>
                                          <p:spTgt spid="20"/>
                                        </p:tgtEl>
                                        <p:attrNameLst>
                                          <p:attrName>ppt_y</p:attrName>
                                        </p:attrNameLst>
                                      </p:cBhvr>
                                      <p:tavLst>
                                        <p:tav tm="0">
                                          <p:val>
                                            <p:strVal val="1+#ppt_h/2"/>
                                          </p:val>
                                        </p:tav>
                                        <p:tav tm="100000">
                                          <p:val>
                                            <p:strVal val="#ppt_y"/>
                                          </p:val>
                                        </p:tav>
                                      </p:tavLst>
                                    </p:anim>
                                  </p:childTnLst>
                                </p:cTn>
                              </p:par>
                              <p:par>
                                <p:cTn id="73" presetID="2" presetClass="entr" presetSubtype="8" decel="10000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750" fill="hold"/>
                                        <p:tgtEl>
                                          <p:spTgt spid="19"/>
                                        </p:tgtEl>
                                        <p:attrNameLst>
                                          <p:attrName>ppt_x</p:attrName>
                                        </p:attrNameLst>
                                      </p:cBhvr>
                                      <p:tavLst>
                                        <p:tav tm="0">
                                          <p:val>
                                            <p:strVal val="0-#ppt_w/2"/>
                                          </p:val>
                                        </p:tav>
                                        <p:tav tm="100000">
                                          <p:val>
                                            <p:strVal val="#ppt_x"/>
                                          </p:val>
                                        </p:tav>
                                      </p:tavLst>
                                    </p:anim>
                                    <p:anim calcmode="lin" valueType="num">
                                      <p:cBhvr additive="base">
                                        <p:cTn id="76" dur="750" fill="hold"/>
                                        <p:tgtEl>
                                          <p:spTgt spid="19"/>
                                        </p:tgtEl>
                                        <p:attrNameLst>
                                          <p:attrName>ppt_y</p:attrName>
                                        </p:attrNameLst>
                                      </p:cBhvr>
                                      <p:tavLst>
                                        <p:tav tm="0">
                                          <p:val>
                                            <p:strVal val="#ppt_y"/>
                                          </p:val>
                                        </p:tav>
                                        <p:tav tm="100000">
                                          <p:val>
                                            <p:strVal val="#ppt_y"/>
                                          </p:val>
                                        </p:tav>
                                      </p:tavLst>
                                    </p:anim>
                                  </p:childTnLst>
                                </p:cTn>
                              </p:par>
                              <p:par>
                                <p:cTn id="77" presetID="45" presetClass="entr" presetSubtype="0" fill="hold" grpId="1"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750"/>
                                        <p:tgtEl>
                                          <p:spTgt spid="20"/>
                                        </p:tgtEl>
                                      </p:cBhvr>
                                    </p:animEffect>
                                    <p:anim calcmode="lin" valueType="num">
                                      <p:cBhvr>
                                        <p:cTn id="80" dur="750" fill="hold"/>
                                        <p:tgtEl>
                                          <p:spTgt spid="20"/>
                                        </p:tgtEl>
                                        <p:attrNameLst>
                                          <p:attrName>ppt_w</p:attrName>
                                        </p:attrNameLst>
                                      </p:cBhvr>
                                      <p:tavLst>
                                        <p:tav tm="0" fmla="#ppt_w*sin(2.5*pi*$)">
                                          <p:val>
                                            <p:fltVal val="0"/>
                                          </p:val>
                                        </p:tav>
                                        <p:tav tm="100000">
                                          <p:val>
                                            <p:fltVal val="1"/>
                                          </p:val>
                                        </p:tav>
                                      </p:tavLst>
                                    </p:anim>
                                    <p:anim calcmode="lin" valueType="num">
                                      <p:cBhvr>
                                        <p:cTn id="81" dur="750" fill="hold"/>
                                        <p:tgtEl>
                                          <p:spTgt spid="20"/>
                                        </p:tgtEl>
                                        <p:attrNameLst>
                                          <p:attrName>ppt_h</p:attrName>
                                        </p:attrNameLst>
                                      </p:cBhvr>
                                      <p:tavLst>
                                        <p:tav tm="0">
                                          <p:val>
                                            <p:strVal val="#ppt_h"/>
                                          </p:val>
                                        </p:tav>
                                        <p:tav tm="100000">
                                          <p:val>
                                            <p:strVal val="#ppt_h"/>
                                          </p:val>
                                        </p:tav>
                                      </p:tavLst>
                                    </p:anim>
                                  </p:childTnLst>
                                </p:cTn>
                              </p:par>
                              <p:par>
                                <p:cTn id="82" presetID="45" presetClass="entr" presetSubtype="0" fill="hold" grpId="1"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750"/>
                                        <p:tgtEl>
                                          <p:spTgt spid="19"/>
                                        </p:tgtEl>
                                      </p:cBhvr>
                                    </p:animEffect>
                                    <p:anim calcmode="lin" valueType="num">
                                      <p:cBhvr>
                                        <p:cTn id="85" dur="750" fill="hold"/>
                                        <p:tgtEl>
                                          <p:spTgt spid="19"/>
                                        </p:tgtEl>
                                        <p:attrNameLst>
                                          <p:attrName>ppt_w</p:attrName>
                                        </p:attrNameLst>
                                      </p:cBhvr>
                                      <p:tavLst>
                                        <p:tav tm="0" fmla="#ppt_w*sin(2.5*pi*$)">
                                          <p:val>
                                            <p:fltVal val="0"/>
                                          </p:val>
                                        </p:tav>
                                        <p:tav tm="100000">
                                          <p:val>
                                            <p:fltVal val="1"/>
                                          </p:val>
                                        </p:tav>
                                      </p:tavLst>
                                    </p:anim>
                                    <p:anim calcmode="lin" valueType="num">
                                      <p:cBhvr>
                                        <p:cTn id="86" dur="750" fill="hold"/>
                                        <p:tgtEl>
                                          <p:spTgt spid="19"/>
                                        </p:tgtEl>
                                        <p:attrNameLst>
                                          <p:attrName>ppt_h</p:attrName>
                                        </p:attrNameLst>
                                      </p:cBhvr>
                                      <p:tavLst>
                                        <p:tav tm="0">
                                          <p:val>
                                            <p:strVal val="#ppt_h"/>
                                          </p:val>
                                        </p:tav>
                                        <p:tav tm="100000">
                                          <p:val>
                                            <p:strVal val="#ppt_h"/>
                                          </p:val>
                                        </p:tav>
                                      </p:tavLst>
                                    </p:anim>
                                  </p:childTnLst>
                                </p:cTn>
                              </p:par>
                              <p:par>
                                <p:cTn id="87" presetID="2" presetClass="entr" presetSubtype="9" decel="100000" fill="hold" grpId="0" nodeType="withEffect">
                                  <p:stCondLst>
                                    <p:cond delay="500"/>
                                  </p:stCondLst>
                                  <p:iterate type="wd">
                                    <p:tmPct val="10000"/>
                                  </p:iterate>
                                  <p:childTnLst>
                                    <p:set>
                                      <p:cBhvr>
                                        <p:cTn id="88" dur="1" fill="hold">
                                          <p:stCondLst>
                                            <p:cond delay="0"/>
                                          </p:stCondLst>
                                        </p:cTn>
                                        <p:tgtEl>
                                          <p:spTgt spid="21">
                                            <p:txEl>
                                              <p:pRg st="0" end="0"/>
                                            </p:txEl>
                                          </p:spTgt>
                                        </p:tgtEl>
                                        <p:attrNameLst>
                                          <p:attrName>style.visibility</p:attrName>
                                        </p:attrNameLst>
                                      </p:cBhvr>
                                      <p:to>
                                        <p:strVal val="visible"/>
                                      </p:to>
                                    </p:set>
                                    <p:anim calcmode="lin" valueType="num">
                                      <p:cBhvr additive="base">
                                        <p:cTn id="89"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90" dur="500" fill="hold"/>
                                        <p:tgtEl>
                                          <p:spTgt spid="21">
                                            <p:txEl>
                                              <p:pRg st="0" end="0"/>
                                            </p:txEl>
                                          </p:spTgt>
                                        </p:tgtEl>
                                        <p:attrNameLst>
                                          <p:attrName>ppt_y</p:attrName>
                                        </p:attrNameLst>
                                      </p:cBhvr>
                                      <p:tavLst>
                                        <p:tav tm="0">
                                          <p:val>
                                            <p:strVal val="0-#ppt_h/2"/>
                                          </p:val>
                                        </p:tav>
                                        <p:tav tm="100000">
                                          <p:val>
                                            <p:strVal val="#ppt_y"/>
                                          </p:val>
                                        </p:tav>
                                      </p:tavLst>
                                    </p:anim>
                                  </p:childTnLst>
                                </p:cTn>
                              </p:par>
                            </p:childTnLst>
                          </p:cTn>
                        </p:par>
                        <p:par>
                          <p:cTn id="91" fill="hold">
                            <p:stCondLst>
                              <p:cond delay="5300"/>
                            </p:stCondLst>
                            <p:childTnLst>
                              <p:par>
                                <p:cTn id="92" presetID="2" presetClass="entr" presetSubtype="2" decel="100000" fill="hold" grpId="0" nodeType="afterEffect">
                                  <p:stCondLst>
                                    <p:cond delay="250"/>
                                  </p:stCondLst>
                                  <p:childTnLst>
                                    <p:set>
                                      <p:cBhvr>
                                        <p:cTn id="93" dur="1" fill="hold">
                                          <p:stCondLst>
                                            <p:cond delay="0"/>
                                          </p:stCondLst>
                                        </p:cTn>
                                        <p:tgtEl>
                                          <p:spTgt spid="22">
                                            <p:txEl>
                                              <p:pRg st="0" end="0"/>
                                            </p:txEl>
                                          </p:spTgt>
                                        </p:tgtEl>
                                        <p:attrNameLst>
                                          <p:attrName>style.visibility</p:attrName>
                                        </p:attrNameLst>
                                      </p:cBhvr>
                                      <p:to>
                                        <p:strVal val="visible"/>
                                      </p:to>
                                    </p:set>
                                    <p:anim calcmode="lin" valueType="num">
                                      <p:cBhvr additive="base">
                                        <p:cTn id="9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9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4" grpId="0" animBg="1"/>
      <p:bldP spid="34" grpId="1" animBg="1"/>
      <p:bldP spid="35" grpId="0" animBg="1"/>
      <p:bldP spid="35" grpId="1" animBg="1"/>
      <p:bldP spid="36"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0-#ppt_h/2"/>
                          </p:val>
                        </p:tav>
                        <p:tav tm="100000">
                          <p:val>
                            <p:strVal val="#ppt_y"/>
                          </p:val>
                        </p:tav>
                      </p:tavLst>
                    </p:anim>
                  </p:childTnLst>
                </p:cTn>
              </p:par>
            </p:tnLst>
          </p:tmpl>
        </p:tmplLst>
      </p:bldP>
      <p:bldP spid="37"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1+#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animBg="1"/>
      <p:bldP spid="38" grpId="1" animBg="1"/>
      <p:bldP spid="39" grpId="0" animBg="1"/>
      <p:bldP spid="39" grpId="1" animBg="1"/>
      <p:bldP spid="40"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0-#ppt_w/2"/>
                          </p:val>
                        </p:tav>
                        <p:tav tm="100000">
                          <p:val>
                            <p:strVal val="#ppt_x"/>
                          </p:val>
                        </p:tav>
                      </p:tavLst>
                    </p:anim>
                    <p:anim calcmode="lin" valueType="num">
                      <p:cBhvr additive="base">
                        <p:cTn dur="500" fill="hold"/>
                        <p:tgtEl>
                          <p:spTgt spid="40"/>
                        </p:tgtEl>
                        <p:attrNameLst>
                          <p:attrName>ppt_y</p:attrName>
                        </p:attrNameLst>
                      </p:cBhvr>
                      <p:tavLst>
                        <p:tav tm="0">
                          <p:val>
                            <p:strVal val="0-#ppt_h/2"/>
                          </p:val>
                        </p:tav>
                        <p:tav tm="100000">
                          <p:val>
                            <p:strVal val="#ppt_y"/>
                          </p:val>
                        </p:tav>
                      </p:tavLst>
                    </p:anim>
                  </p:childTnLst>
                </p:cTn>
              </p:par>
            </p:tnLst>
          </p:tmpl>
        </p:tmplLst>
      </p:bldP>
      <p:bldP spid="41"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1+#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19" grpId="0" animBg="1"/>
      <p:bldP spid="19" grpId="1" animBg="1"/>
      <p:bldP spid="20" grpId="0" animBg="1"/>
      <p:bldP spid="20" grpId="1" animBg="1"/>
      <p:bldP spid="21"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0-#ppt_h/2"/>
                          </p:val>
                        </p:tav>
                        <p:tav tm="100000">
                          <p:val>
                            <p:strVal val="#ppt_y"/>
                          </p:val>
                        </p:tav>
                      </p:tavLst>
                    </p:anim>
                  </p:childTnLst>
                </p:cTn>
              </p:par>
            </p:tnLst>
          </p:tmpl>
        </p:tmplLst>
      </p:bldP>
      <p:bldP spid="22"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アーチ 33"/>
          <p:cNvSpPr/>
          <p:nvPr userDrawn="1"/>
        </p:nvSpPr>
        <p:spPr>
          <a:xfrm rot="3600000">
            <a:off x="1165671" y="2420421"/>
            <a:ext cx="1492195" cy="1492195"/>
          </a:xfrm>
          <a:prstGeom prst="blockArc">
            <a:avLst>
              <a:gd name="adj1" fmla="val 18941412"/>
              <a:gd name="adj2" fmla="val 11732646"/>
              <a:gd name="adj3" fmla="val 4340"/>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5" name="アーチ 34"/>
          <p:cNvSpPr/>
          <p:nvPr userDrawn="1"/>
        </p:nvSpPr>
        <p:spPr>
          <a:xfrm rot="6618510">
            <a:off x="1282259" y="2537009"/>
            <a:ext cx="1259018" cy="1259018"/>
          </a:xfrm>
          <a:prstGeom prst="blockArc">
            <a:avLst>
              <a:gd name="adj1" fmla="val 19452122"/>
              <a:gd name="adj2" fmla="val 11742259"/>
              <a:gd name="adj3" fmla="val 4894"/>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6" name="テキスト プレースホルダー 6"/>
          <p:cNvSpPr>
            <a:spLocks noGrp="1"/>
          </p:cNvSpPr>
          <p:nvPr>
            <p:ph type="body" sz="quarter" idx="15" hasCustomPrompt="1"/>
          </p:nvPr>
        </p:nvSpPr>
        <p:spPr>
          <a:xfrm>
            <a:off x="2023050" y="2655891"/>
            <a:ext cx="7119363" cy="790352"/>
          </a:xfrm>
        </p:spPr>
        <p:txBody>
          <a:bodyPr anchor="b">
            <a:no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p:ph type="body" sz="quarter" idx="14" hasCustomPrompt="1"/>
          </p:nvPr>
        </p:nvSpPr>
        <p:spPr>
          <a:xfrm>
            <a:off x="2709066" y="3362068"/>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8" name="アーチ 37"/>
          <p:cNvSpPr/>
          <p:nvPr userDrawn="1"/>
        </p:nvSpPr>
        <p:spPr>
          <a:xfrm rot="3600000">
            <a:off x="1165671" y="5835460"/>
            <a:ext cx="1492195" cy="1492195"/>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9" name="アーチ 38"/>
          <p:cNvSpPr/>
          <p:nvPr userDrawn="1"/>
        </p:nvSpPr>
        <p:spPr>
          <a:xfrm rot="6618510">
            <a:off x="1282259" y="5952048"/>
            <a:ext cx="1259018" cy="12590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0" name="テキスト プレースホルダー 6"/>
          <p:cNvSpPr>
            <a:spLocks noGrp="1"/>
          </p:cNvSpPr>
          <p:nvPr>
            <p:ph type="body" sz="quarter" idx="16" hasCustomPrompt="1"/>
          </p:nvPr>
        </p:nvSpPr>
        <p:spPr>
          <a:xfrm>
            <a:off x="2023050" y="6070930"/>
            <a:ext cx="7119363"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17" hasCustomPrompt="1"/>
          </p:nvPr>
        </p:nvSpPr>
        <p:spPr>
          <a:xfrm>
            <a:off x="2709066" y="6777107"/>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9" name="アーチ 18"/>
          <p:cNvSpPr/>
          <p:nvPr userDrawn="1"/>
        </p:nvSpPr>
        <p:spPr>
          <a:xfrm rot="3600000">
            <a:off x="9371957" y="2423471"/>
            <a:ext cx="1492195" cy="1492195"/>
          </a:xfrm>
          <a:prstGeom prst="blockArc">
            <a:avLst>
              <a:gd name="adj1" fmla="val 18941412"/>
              <a:gd name="adj2" fmla="val 11732646"/>
              <a:gd name="adj3" fmla="val 4340"/>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0" name="アーチ 19"/>
          <p:cNvSpPr/>
          <p:nvPr userDrawn="1"/>
        </p:nvSpPr>
        <p:spPr>
          <a:xfrm rot="6618510">
            <a:off x="9488545" y="2540059"/>
            <a:ext cx="1259018" cy="1259018"/>
          </a:xfrm>
          <a:prstGeom prst="blockArc">
            <a:avLst>
              <a:gd name="adj1" fmla="val 19452122"/>
              <a:gd name="adj2" fmla="val 11742259"/>
              <a:gd name="adj3" fmla="val 4894"/>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1" name="テキスト プレースホルダー 6"/>
          <p:cNvSpPr>
            <a:spLocks noGrp="1"/>
          </p:cNvSpPr>
          <p:nvPr>
            <p:ph type="body" sz="quarter" idx="18" hasCustomPrompt="1"/>
          </p:nvPr>
        </p:nvSpPr>
        <p:spPr>
          <a:xfrm>
            <a:off x="10229336" y="2658941"/>
            <a:ext cx="7119363" cy="790352"/>
          </a:xfrm>
        </p:spPr>
        <p:txBody>
          <a:bodyPr anchor="b">
            <a:no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19" hasCustomPrompt="1"/>
          </p:nvPr>
        </p:nvSpPr>
        <p:spPr>
          <a:xfrm>
            <a:off x="10915352" y="3365118"/>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23" name="アーチ 22"/>
          <p:cNvSpPr/>
          <p:nvPr userDrawn="1"/>
        </p:nvSpPr>
        <p:spPr>
          <a:xfrm rot="3600000">
            <a:off x="9371957" y="5838510"/>
            <a:ext cx="1492195" cy="1492195"/>
          </a:xfrm>
          <a:prstGeom prst="blockArc">
            <a:avLst>
              <a:gd name="adj1" fmla="val 18941412"/>
              <a:gd name="adj2" fmla="val 11732646"/>
              <a:gd name="adj3" fmla="val 4340"/>
            </a:avLst>
          </a:prstGeom>
          <a:solidFill>
            <a:schemeClr val="accent4">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4" name="アーチ 23"/>
          <p:cNvSpPr/>
          <p:nvPr userDrawn="1"/>
        </p:nvSpPr>
        <p:spPr>
          <a:xfrm rot="6618510">
            <a:off x="9488545" y="5955098"/>
            <a:ext cx="1259018" cy="1259018"/>
          </a:xfrm>
          <a:prstGeom prst="blockArc">
            <a:avLst>
              <a:gd name="adj1" fmla="val 19452122"/>
              <a:gd name="adj2" fmla="val 11742259"/>
              <a:gd name="adj3" fmla="val 4894"/>
            </a:avLst>
          </a:prstGeom>
          <a:solidFill>
            <a:schemeClr val="accent4"/>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5" name="テキスト プレースホルダー 6"/>
          <p:cNvSpPr>
            <a:spLocks noGrp="1"/>
          </p:cNvSpPr>
          <p:nvPr>
            <p:ph type="body" sz="quarter" idx="20" hasCustomPrompt="1"/>
          </p:nvPr>
        </p:nvSpPr>
        <p:spPr>
          <a:xfrm>
            <a:off x="10229336" y="6073980"/>
            <a:ext cx="7119363" cy="790352"/>
          </a:xfrm>
        </p:spPr>
        <p:txBody>
          <a:bodyPr anchor="b">
            <a:noAutofit/>
          </a:bodyPr>
          <a:lstStyle>
            <a:lvl1pPr algn="l">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1" hasCustomPrompt="1"/>
          </p:nvPr>
        </p:nvSpPr>
        <p:spPr>
          <a:xfrm>
            <a:off x="10915352" y="6780157"/>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84238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750" fill="hold"/>
                                        <p:tgtEl>
                                          <p:spTgt spid="35"/>
                                        </p:tgtEl>
                                        <p:attrNameLst>
                                          <p:attrName>ppt_x</p:attrName>
                                        </p:attrNameLst>
                                      </p:cBhvr>
                                      <p:tavLst>
                                        <p:tav tm="0">
                                          <p:val>
                                            <p:strVal val="#ppt_x"/>
                                          </p:val>
                                        </p:tav>
                                        <p:tav tm="100000">
                                          <p:val>
                                            <p:strVal val="#ppt_x"/>
                                          </p:val>
                                        </p:tav>
                                      </p:tavLst>
                                    </p:anim>
                                    <p:anim calcmode="lin" valueType="num">
                                      <p:cBhvr additive="base">
                                        <p:cTn id="16" dur="75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750" fill="hold"/>
                                        <p:tgtEl>
                                          <p:spTgt spid="34"/>
                                        </p:tgtEl>
                                        <p:attrNameLst>
                                          <p:attrName>ppt_x</p:attrName>
                                        </p:attrNameLst>
                                      </p:cBhvr>
                                      <p:tavLst>
                                        <p:tav tm="0">
                                          <p:val>
                                            <p:strVal val="0-#ppt_w/2"/>
                                          </p:val>
                                        </p:tav>
                                        <p:tav tm="100000">
                                          <p:val>
                                            <p:strVal val="#ppt_x"/>
                                          </p:val>
                                        </p:tav>
                                      </p:tavLst>
                                    </p:anim>
                                    <p:anim calcmode="lin" valueType="num">
                                      <p:cBhvr additive="base">
                                        <p:cTn id="20" dur="750" fill="hold"/>
                                        <p:tgtEl>
                                          <p:spTgt spid="34"/>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750"/>
                                        <p:tgtEl>
                                          <p:spTgt spid="35"/>
                                        </p:tgtEl>
                                      </p:cBhvr>
                                    </p:animEffect>
                                    <p:anim calcmode="lin" valueType="num">
                                      <p:cBhvr>
                                        <p:cTn id="24" dur="750" fill="hold"/>
                                        <p:tgtEl>
                                          <p:spTgt spid="35"/>
                                        </p:tgtEl>
                                        <p:attrNameLst>
                                          <p:attrName>ppt_w</p:attrName>
                                        </p:attrNameLst>
                                      </p:cBhvr>
                                      <p:tavLst>
                                        <p:tav tm="0" fmla="#ppt_w*sin(2.5*pi*$)">
                                          <p:val>
                                            <p:fltVal val="0"/>
                                          </p:val>
                                        </p:tav>
                                        <p:tav tm="100000">
                                          <p:val>
                                            <p:fltVal val="1"/>
                                          </p:val>
                                        </p:tav>
                                      </p:tavLst>
                                    </p:anim>
                                    <p:anim calcmode="lin" valueType="num">
                                      <p:cBhvr>
                                        <p:cTn id="25" dur="750" fill="hold"/>
                                        <p:tgtEl>
                                          <p:spTgt spid="35"/>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750"/>
                                        <p:tgtEl>
                                          <p:spTgt spid="34"/>
                                        </p:tgtEl>
                                      </p:cBhvr>
                                    </p:animEffect>
                                    <p:anim calcmode="lin" valueType="num">
                                      <p:cBhvr>
                                        <p:cTn id="29" dur="750" fill="hold"/>
                                        <p:tgtEl>
                                          <p:spTgt spid="34"/>
                                        </p:tgtEl>
                                        <p:attrNameLst>
                                          <p:attrName>ppt_w</p:attrName>
                                        </p:attrNameLst>
                                      </p:cBhvr>
                                      <p:tavLst>
                                        <p:tav tm="0" fmla="#ppt_w*sin(2.5*pi*$)">
                                          <p:val>
                                            <p:fltVal val="0"/>
                                          </p:val>
                                        </p:tav>
                                        <p:tav tm="100000">
                                          <p:val>
                                            <p:fltVal val="1"/>
                                          </p:val>
                                        </p:tav>
                                      </p:tavLst>
                                    </p:anim>
                                    <p:anim calcmode="lin" valueType="num">
                                      <p:cBhvr>
                                        <p:cTn id="30" dur="750" fill="hold"/>
                                        <p:tgtEl>
                                          <p:spTgt spid="34"/>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36">
                                            <p:txEl>
                                              <p:pRg st="0" end="0"/>
                                            </p:txEl>
                                          </p:spTgt>
                                        </p:tgtEl>
                                        <p:attrNameLst>
                                          <p:attrName>style.visibility</p:attrName>
                                        </p:attrNameLst>
                                      </p:cBhvr>
                                      <p:to>
                                        <p:strVal val="visible"/>
                                      </p:to>
                                    </p:set>
                                    <p:anim calcmode="lin" valueType="num">
                                      <p:cBhvr additive="base">
                                        <p:cTn id="33"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6">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37">
                                            <p:txEl>
                                              <p:pRg st="0" end="0"/>
                                            </p:txEl>
                                          </p:spTgt>
                                        </p:tgtEl>
                                        <p:attrNameLst>
                                          <p:attrName>style.visibility</p:attrName>
                                        </p:attrNameLst>
                                      </p:cBhvr>
                                      <p:to>
                                        <p:strVal val="visible"/>
                                      </p:to>
                                    </p:set>
                                    <p:anim calcmode="lin" valueType="num">
                                      <p:cBhvr additive="base">
                                        <p:cTn id="38" dur="5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37">
                                            <p:txEl>
                                              <p:pRg st="0" end="0"/>
                                            </p:txEl>
                                          </p:spTgt>
                                        </p:tgtEl>
                                        <p:attrNameLst>
                                          <p:attrName>ppt_y</p:attrName>
                                        </p:attrNameLst>
                                      </p:cBhvr>
                                      <p:tavLst>
                                        <p:tav tm="0">
                                          <p:val>
                                            <p:strVal val="#ppt_y"/>
                                          </p:val>
                                        </p:tav>
                                        <p:tav tm="100000">
                                          <p:val>
                                            <p:strVal val="#ppt_y"/>
                                          </p:val>
                                        </p:tav>
                                      </p:tavLst>
                                    </p:anim>
                                  </p:childTnLst>
                                </p:cTn>
                              </p:par>
                            </p:childTnLst>
                          </p:cTn>
                        </p:par>
                        <p:par>
                          <p:cTn id="40" fill="hold">
                            <p:stCondLst>
                              <p:cond delay="2350"/>
                            </p:stCondLst>
                            <p:childTnLst>
                              <p:par>
                                <p:cTn id="41" presetID="2" presetClass="entr" presetSubtype="4" decel="100000"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750" fill="hold"/>
                                        <p:tgtEl>
                                          <p:spTgt spid="39"/>
                                        </p:tgtEl>
                                        <p:attrNameLst>
                                          <p:attrName>ppt_x</p:attrName>
                                        </p:attrNameLst>
                                      </p:cBhvr>
                                      <p:tavLst>
                                        <p:tav tm="0">
                                          <p:val>
                                            <p:strVal val="#ppt_x"/>
                                          </p:val>
                                        </p:tav>
                                        <p:tav tm="100000">
                                          <p:val>
                                            <p:strVal val="#ppt_x"/>
                                          </p:val>
                                        </p:tav>
                                      </p:tavLst>
                                    </p:anim>
                                    <p:anim calcmode="lin" valueType="num">
                                      <p:cBhvr additive="base">
                                        <p:cTn id="44" dur="750" fill="hold"/>
                                        <p:tgtEl>
                                          <p:spTgt spid="39"/>
                                        </p:tgtEl>
                                        <p:attrNameLst>
                                          <p:attrName>ppt_y</p:attrName>
                                        </p:attrNameLst>
                                      </p:cBhvr>
                                      <p:tavLst>
                                        <p:tav tm="0">
                                          <p:val>
                                            <p:strVal val="1+#ppt_h/2"/>
                                          </p:val>
                                        </p:tav>
                                        <p:tav tm="100000">
                                          <p:val>
                                            <p:strVal val="#ppt_y"/>
                                          </p:val>
                                        </p:tav>
                                      </p:tavLst>
                                    </p:anim>
                                  </p:childTnLst>
                                </p:cTn>
                              </p:par>
                              <p:par>
                                <p:cTn id="45" presetID="2" presetClass="entr" presetSubtype="8" decel="10000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750" fill="hold"/>
                                        <p:tgtEl>
                                          <p:spTgt spid="38"/>
                                        </p:tgtEl>
                                        <p:attrNameLst>
                                          <p:attrName>ppt_x</p:attrName>
                                        </p:attrNameLst>
                                      </p:cBhvr>
                                      <p:tavLst>
                                        <p:tav tm="0">
                                          <p:val>
                                            <p:strVal val="0-#ppt_w/2"/>
                                          </p:val>
                                        </p:tav>
                                        <p:tav tm="100000">
                                          <p:val>
                                            <p:strVal val="#ppt_x"/>
                                          </p:val>
                                        </p:tav>
                                      </p:tavLst>
                                    </p:anim>
                                    <p:anim calcmode="lin" valueType="num">
                                      <p:cBhvr additive="base">
                                        <p:cTn id="48" dur="750" fill="hold"/>
                                        <p:tgtEl>
                                          <p:spTgt spid="38"/>
                                        </p:tgtEl>
                                        <p:attrNameLst>
                                          <p:attrName>ppt_y</p:attrName>
                                        </p:attrNameLst>
                                      </p:cBhvr>
                                      <p:tavLst>
                                        <p:tav tm="0">
                                          <p:val>
                                            <p:strVal val="#ppt_y"/>
                                          </p:val>
                                        </p:tav>
                                        <p:tav tm="100000">
                                          <p:val>
                                            <p:strVal val="#ppt_y"/>
                                          </p:val>
                                        </p:tav>
                                      </p:tavLst>
                                    </p:anim>
                                  </p:childTnLst>
                                </p:cTn>
                              </p:par>
                              <p:par>
                                <p:cTn id="49" presetID="45" presetClass="entr" presetSubtype="0" fill="hold" grpId="1"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750"/>
                                        <p:tgtEl>
                                          <p:spTgt spid="39"/>
                                        </p:tgtEl>
                                      </p:cBhvr>
                                    </p:animEffect>
                                    <p:anim calcmode="lin" valueType="num">
                                      <p:cBhvr>
                                        <p:cTn id="52" dur="750" fill="hold"/>
                                        <p:tgtEl>
                                          <p:spTgt spid="39"/>
                                        </p:tgtEl>
                                        <p:attrNameLst>
                                          <p:attrName>ppt_w</p:attrName>
                                        </p:attrNameLst>
                                      </p:cBhvr>
                                      <p:tavLst>
                                        <p:tav tm="0" fmla="#ppt_w*sin(2.5*pi*$)">
                                          <p:val>
                                            <p:fltVal val="0"/>
                                          </p:val>
                                        </p:tav>
                                        <p:tav tm="100000">
                                          <p:val>
                                            <p:fltVal val="1"/>
                                          </p:val>
                                        </p:tav>
                                      </p:tavLst>
                                    </p:anim>
                                    <p:anim calcmode="lin" valueType="num">
                                      <p:cBhvr>
                                        <p:cTn id="53" dur="750" fill="hold"/>
                                        <p:tgtEl>
                                          <p:spTgt spid="39"/>
                                        </p:tgtEl>
                                        <p:attrNameLst>
                                          <p:attrName>ppt_h</p:attrName>
                                        </p:attrNameLst>
                                      </p:cBhvr>
                                      <p:tavLst>
                                        <p:tav tm="0">
                                          <p:val>
                                            <p:strVal val="#ppt_h"/>
                                          </p:val>
                                        </p:tav>
                                        <p:tav tm="100000">
                                          <p:val>
                                            <p:strVal val="#ppt_h"/>
                                          </p:val>
                                        </p:tav>
                                      </p:tavLst>
                                    </p:anim>
                                  </p:childTnLst>
                                </p:cTn>
                              </p:par>
                              <p:par>
                                <p:cTn id="54" presetID="45" presetClass="entr" presetSubtype="0" fill="hold" grpId="1"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750"/>
                                        <p:tgtEl>
                                          <p:spTgt spid="38"/>
                                        </p:tgtEl>
                                      </p:cBhvr>
                                    </p:animEffect>
                                    <p:anim calcmode="lin" valueType="num">
                                      <p:cBhvr>
                                        <p:cTn id="57" dur="750" fill="hold"/>
                                        <p:tgtEl>
                                          <p:spTgt spid="38"/>
                                        </p:tgtEl>
                                        <p:attrNameLst>
                                          <p:attrName>ppt_w</p:attrName>
                                        </p:attrNameLst>
                                      </p:cBhvr>
                                      <p:tavLst>
                                        <p:tav tm="0" fmla="#ppt_w*sin(2.5*pi*$)">
                                          <p:val>
                                            <p:fltVal val="0"/>
                                          </p:val>
                                        </p:tav>
                                        <p:tav tm="100000">
                                          <p:val>
                                            <p:fltVal val="1"/>
                                          </p:val>
                                        </p:tav>
                                      </p:tavLst>
                                    </p:anim>
                                    <p:anim calcmode="lin" valueType="num">
                                      <p:cBhvr>
                                        <p:cTn id="58" dur="750" fill="hold"/>
                                        <p:tgtEl>
                                          <p:spTgt spid="38"/>
                                        </p:tgtEl>
                                        <p:attrNameLst>
                                          <p:attrName>ppt_h</p:attrName>
                                        </p:attrNameLst>
                                      </p:cBhvr>
                                      <p:tavLst>
                                        <p:tav tm="0">
                                          <p:val>
                                            <p:strVal val="#ppt_h"/>
                                          </p:val>
                                        </p:tav>
                                        <p:tav tm="100000">
                                          <p:val>
                                            <p:strVal val="#ppt_h"/>
                                          </p:val>
                                        </p:tav>
                                      </p:tavLst>
                                    </p:anim>
                                  </p:childTnLst>
                                </p:cTn>
                              </p:par>
                              <p:par>
                                <p:cTn id="59" presetID="2" presetClass="entr" presetSubtype="9" decel="100000" fill="hold" grpId="0" nodeType="withEffect">
                                  <p:stCondLst>
                                    <p:cond delay="500"/>
                                  </p:stCondLst>
                                  <p:iterate type="wd">
                                    <p:tmPct val="10000"/>
                                  </p:iterate>
                                  <p:childTnLst>
                                    <p:set>
                                      <p:cBhvr>
                                        <p:cTn id="60" dur="1" fill="hold">
                                          <p:stCondLst>
                                            <p:cond delay="0"/>
                                          </p:stCondLst>
                                        </p:cTn>
                                        <p:tgtEl>
                                          <p:spTgt spid="40">
                                            <p:txEl>
                                              <p:pRg st="0" end="0"/>
                                            </p:txEl>
                                          </p:spTgt>
                                        </p:tgtEl>
                                        <p:attrNameLst>
                                          <p:attrName>style.visibility</p:attrName>
                                        </p:attrNameLst>
                                      </p:cBhvr>
                                      <p:to>
                                        <p:strVal val="visible"/>
                                      </p:to>
                                    </p:set>
                                    <p:anim calcmode="lin" valueType="num">
                                      <p:cBhvr additive="base">
                                        <p:cTn id="61" dur="500" fill="hold"/>
                                        <p:tgtEl>
                                          <p:spTgt spid="40">
                                            <p:txEl>
                                              <p:pRg st="0" end="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0">
                                            <p:txEl>
                                              <p:pRg st="0" end="0"/>
                                            </p:txEl>
                                          </p:spTgt>
                                        </p:tgtEl>
                                        <p:attrNameLst>
                                          <p:attrName>ppt_y</p:attrName>
                                        </p:attrNameLst>
                                      </p:cBhvr>
                                      <p:tavLst>
                                        <p:tav tm="0">
                                          <p:val>
                                            <p:strVal val="0-#ppt_h/2"/>
                                          </p:val>
                                        </p:tav>
                                        <p:tav tm="100000">
                                          <p:val>
                                            <p:strVal val="#ppt_y"/>
                                          </p:val>
                                        </p:tav>
                                      </p:tavLst>
                                    </p:anim>
                                  </p:childTnLst>
                                </p:cTn>
                              </p:par>
                            </p:childTnLst>
                          </p:cTn>
                        </p:par>
                        <p:par>
                          <p:cTn id="63" fill="hold">
                            <p:stCondLst>
                              <p:cond delay="3450"/>
                            </p:stCondLst>
                            <p:childTnLst>
                              <p:par>
                                <p:cTn id="64" presetID="2" presetClass="entr" presetSubtype="2" decel="100000" fill="hold" grpId="0" nodeType="afterEffect">
                                  <p:stCondLst>
                                    <p:cond delay="250"/>
                                  </p:stCondLst>
                                  <p:childTnLst>
                                    <p:set>
                                      <p:cBhvr>
                                        <p:cTn id="65" dur="1" fill="hold">
                                          <p:stCondLst>
                                            <p:cond delay="0"/>
                                          </p:stCondLst>
                                        </p:cTn>
                                        <p:tgtEl>
                                          <p:spTgt spid="41">
                                            <p:txEl>
                                              <p:pRg st="0" end="0"/>
                                            </p:txEl>
                                          </p:spTgt>
                                        </p:tgtEl>
                                        <p:attrNameLst>
                                          <p:attrName>style.visibility</p:attrName>
                                        </p:attrNameLst>
                                      </p:cBhvr>
                                      <p:to>
                                        <p:strVal val="visible"/>
                                      </p:to>
                                    </p:set>
                                    <p:anim calcmode="lin" valueType="num">
                                      <p:cBhvr additive="base">
                                        <p:cTn id="66" dur="500" fill="hold"/>
                                        <p:tgtEl>
                                          <p:spTgt spid="41">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1">
                                            <p:txEl>
                                              <p:pRg st="0" end="0"/>
                                            </p:txEl>
                                          </p:spTgt>
                                        </p:tgtEl>
                                        <p:attrNameLst>
                                          <p:attrName>ppt_y</p:attrName>
                                        </p:attrNameLst>
                                      </p:cBhvr>
                                      <p:tavLst>
                                        <p:tav tm="0">
                                          <p:val>
                                            <p:strVal val="#ppt_y"/>
                                          </p:val>
                                        </p:tav>
                                        <p:tav tm="100000">
                                          <p:val>
                                            <p:strVal val="#ppt_y"/>
                                          </p:val>
                                        </p:tav>
                                      </p:tavLst>
                                    </p:anim>
                                  </p:childTnLst>
                                </p:cTn>
                              </p:par>
                            </p:childTnLst>
                          </p:cTn>
                        </p:par>
                        <p:par>
                          <p:cTn id="68" fill="hold">
                            <p:stCondLst>
                              <p:cond delay="4200"/>
                            </p:stCondLst>
                            <p:childTnLst>
                              <p:par>
                                <p:cTn id="69" presetID="2" presetClass="entr" presetSubtype="4" decel="100000"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750" fill="hold"/>
                                        <p:tgtEl>
                                          <p:spTgt spid="20"/>
                                        </p:tgtEl>
                                        <p:attrNameLst>
                                          <p:attrName>ppt_x</p:attrName>
                                        </p:attrNameLst>
                                      </p:cBhvr>
                                      <p:tavLst>
                                        <p:tav tm="0">
                                          <p:val>
                                            <p:strVal val="#ppt_x"/>
                                          </p:val>
                                        </p:tav>
                                        <p:tav tm="100000">
                                          <p:val>
                                            <p:strVal val="#ppt_x"/>
                                          </p:val>
                                        </p:tav>
                                      </p:tavLst>
                                    </p:anim>
                                    <p:anim calcmode="lin" valueType="num">
                                      <p:cBhvr additive="base">
                                        <p:cTn id="72" dur="750" fill="hold"/>
                                        <p:tgtEl>
                                          <p:spTgt spid="20"/>
                                        </p:tgtEl>
                                        <p:attrNameLst>
                                          <p:attrName>ppt_y</p:attrName>
                                        </p:attrNameLst>
                                      </p:cBhvr>
                                      <p:tavLst>
                                        <p:tav tm="0">
                                          <p:val>
                                            <p:strVal val="1+#ppt_h/2"/>
                                          </p:val>
                                        </p:tav>
                                        <p:tav tm="100000">
                                          <p:val>
                                            <p:strVal val="#ppt_y"/>
                                          </p:val>
                                        </p:tav>
                                      </p:tavLst>
                                    </p:anim>
                                  </p:childTnLst>
                                </p:cTn>
                              </p:par>
                              <p:par>
                                <p:cTn id="73" presetID="2" presetClass="entr" presetSubtype="8" decel="10000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750" fill="hold"/>
                                        <p:tgtEl>
                                          <p:spTgt spid="19"/>
                                        </p:tgtEl>
                                        <p:attrNameLst>
                                          <p:attrName>ppt_x</p:attrName>
                                        </p:attrNameLst>
                                      </p:cBhvr>
                                      <p:tavLst>
                                        <p:tav tm="0">
                                          <p:val>
                                            <p:strVal val="0-#ppt_w/2"/>
                                          </p:val>
                                        </p:tav>
                                        <p:tav tm="100000">
                                          <p:val>
                                            <p:strVal val="#ppt_x"/>
                                          </p:val>
                                        </p:tav>
                                      </p:tavLst>
                                    </p:anim>
                                    <p:anim calcmode="lin" valueType="num">
                                      <p:cBhvr additive="base">
                                        <p:cTn id="76" dur="750" fill="hold"/>
                                        <p:tgtEl>
                                          <p:spTgt spid="19"/>
                                        </p:tgtEl>
                                        <p:attrNameLst>
                                          <p:attrName>ppt_y</p:attrName>
                                        </p:attrNameLst>
                                      </p:cBhvr>
                                      <p:tavLst>
                                        <p:tav tm="0">
                                          <p:val>
                                            <p:strVal val="#ppt_y"/>
                                          </p:val>
                                        </p:tav>
                                        <p:tav tm="100000">
                                          <p:val>
                                            <p:strVal val="#ppt_y"/>
                                          </p:val>
                                        </p:tav>
                                      </p:tavLst>
                                    </p:anim>
                                  </p:childTnLst>
                                </p:cTn>
                              </p:par>
                              <p:par>
                                <p:cTn id="77" presetID="45" presetClass="entr" presetSubtype="0" fill="hold" grpId="1"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750"/>
                                        <p:tgtEl>
                                          <p:spTgt spid="20"/>
                                        </p:tgtEl>
                                      </p:cBhvr>
                                    </p:animEffect>
                                    <p:anim calcmode="lin" valueType="num">
                                      <p:cBhvr>
                                        <p:cTn id="80" dur="750" fill="hold"/>
                                        <p:tgtEl>
                                          <p:spTgt spid="20"/>
                                        </p:tgtEl>
                                        <p:attrNameLst>
                                          <p:attrName>ppt_w</p:attrName>
                                        </p:attrNameLst>
                                      </p:cBhvr>
                                      <p:tavLst>
                                        <p:tav tm="0" fmla="#ppt_w*sin(2.5*pi*$)">
                                          <p:val>
                                            <p:fltVal val="0"/>
                                          </p:val>
                                        </p:tav>
                                        <p:tav tm="100000">
                                          <p:val>
                                            <p:fltVal val="1"/>
                                          </p:val>
                                        </p:tav>
                                      </p:tavLst>
                                    </p:anim>
                                    <p:anim calcmode="lin" valueType="num">
                                      <p:cBhvr>
                                        <p:cTn id="81" dur="750" fill="hold"/>
                                        <p:tgtEl>
                                          <p:spTgt spid="20"/>
                                        </p:tgtEl>
                                        <p:attrNameLst>
                                          <p:attrName>ppt_h</p:attrName>
                                        </p:attrNameLst>
                                      </p:cBhvr>
                                      <p:tavLst>
                                        <p:tav tm="0">
                                          <p:val>
                                            <p:strVal val="#ppt_h"/>
                                          </p:val>
                                        </p:tav>
                                        <p:tav tm="100000">
                                          <p:val>
                                            <p:strVal val="#ppt_h"/>
                                          </p:val>
                                        </p:tav>
                                      </p:tavLst>
                                    </p:anim>
                                  </p:childTnLst>
                                </p:cTn>
                              </p:par>
                              <p:par>
                                <p:cTn id="82" presetID="45" presetClass="entr" presetSubtype="0" fill="hold" grpId="1"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750"/>
                                        <p:tgtEl>
                                          <p:spTgt spid="19"/>
                                        </p:tgtEl>
                                      </p:cBhvr>
                                    </p:animEffect>
                                    <p:anim calcmode="lin" valueType="num">
                                      <p:cBhvr>
                                        <p:cTn id="85" dur="750" fill="hold"/>
                                        <p:tgtEl>
                                          <p:spTgt spid="19"/>
                                        </p:tgtEl>
                                        <p:attrNameLst>
                                          <p:attrName>ppt_w</p:attrName>
                                        </p:attrNameLst>
                                      </p:cBhvr>
                                      <p:tavLst>
                                        <p:tav tm="0" fmla="#ppt_w*sin(2.5*pi*$)">
                                          <p:val>
                                            <p:fltVal val="0"/>
                                          </p:val>
                                        </p:tav>
                                        <p:tav tm="100000">
                                          <p:val>
                                            <p:fltVal val="1"/>
                                          </p:val>
                                        </p:tav>
                                      </p:tavLst>
                                    </p:anim>
                                    <p:anim calcmode="lin" valueType="num">
                                      <p:cBhvr>
                                        <p:cTn id="86" dur="750" fill="hold"/>
                                        <p:tgtEl>
                                          <p:spTgt spid="19"/>
                                        </p:tgtEl>
                                        <p:attrNameLst>
                                          <p:attrName>ppt_h</p:attrName>
                                        </p:attrNameLst>
                                      </p:cBhvr>
                                      <p:tavLst>
                                        <p:tav tm="0">
                                          <p:val>
                                            <p:strVal val="#ppt_h"/>
                                          </p:val>
                                        </p:tav>
                                        <p:tav tm="100000">
                                          <p:val>
                                            <p:strVal val="#ppt_h"/>
                                          </p:val>
                                        </p:tav>
                                      </p:tavLst>
                                    </p:anim>
                                  </p:childTnLst>
                                </p:cTn>
                              </p:par>
                              <p:par>
                                <p:cTn id="87" presetID="2" presetClass="entr" presetSubtype="9" decel="100000" fill="hold" grpId="0" nodeType="withEffect">
                                  <p:stCondLst>
                                    <p:cond delay="500"/>
                                  </p:stCondLst>
                                  <p:iterate type="wd">
                                    <p:tmPct val="10000"/>
                                  </p:iterate>
                                  <p:childTnLst>
                                    <p:set>
                                      <p:cBhvr>
                                        <p:cTn id="88" dur="1" fill="hold">
                                          <p:stCondLst>
                                            <p:cond delay="0"/>
                                          </p:stCondLst>
                                        </p:cTn>
                                        <p:tgtEl>
                                          <p:spTgt spid="21">
                                            <p:txEl>
                                              <p:pRg st="0" end="0"/>
                                            </p:txEl>
                                          </p:spTgt>
                                        </p:tgtEl>
                                        <p:attrNameLst>
                                          <p:attrName>style.visibility</p:attrName>
                                        </p:attrNameLst>
                                      </p:cBhvr>
                                      <p:to>
                                        <p:strVal val="visible"/>
                                      </p:to>
                                    </p:set>
                                    <p:anim calcmode="lin" valueType="num">
                                      <p:cBhvr additive="base">
                                        <p:cTn id="89"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90" dur="500" fill="hold"/>
                                        <p:tgtEl>
                                          <p:spTgt spid="21">
                                            <p:txEl>
                                              <p:pRg st="0" end="0"/>
                                            </p:txEl>
                                          </p:spTgt>
                                        </p:tgtEl>
                                        <p:attrNameLst>
                                          <p:attrName>ppt_y</p:attrName>
                                        </p:attrNameLst>
                                      </p:cBhvr>
                                      <p:tavLst>
                                        <p:tav tm="0">
                                          <p:val>
                                            <p:strVal val="0-#ppt_h/2"/>
                                          </p:val>
                                        </p:tav>
                                        <p:tav tm="100000">
                                          <p:val>
                                            <p:strVal val="#ppt_y"/>
                                          </p:val>
                                        </p:tav>
                                      </p:tavLst>
                                    </p:anim>
                                  </p:childTnLst>
                                </p:cTn>
                              </p:par>
                            </p:childTnLst>
                          </p:cTn>
                        </p:par>
                        <p:par>
                          <p:cTn id="91" fill="hold">
                            <p:stCondLst>
                              <p:cond delay="5300"/>
                            </p:stCondLst>
                            <p:childTnLst>
                              <p:par>
                                <p:cTn id="92" presetID="2" presetClass="entr" presetSubtype="2" decel="100000" fill="hold" grpId="0" nodeType="afterEffect">
                                  <p:stCondLst>
                                    <p:cond delay="250"/>
                                  </p:stCondLst>
                                  <p:childTnLst>
                                    <p:set>
                                      <p:cBhvr>
                                        <p:cTn id="93" dur="1" fill="hold">
                                          <p:stCondLst>
                                            <p:cond delay="0"/>
                                          </p:stCondLst>
                                        </p:cTn>
                                        <p:tgtEl>
                                          <p:spTgt spid="22">
                                            <p:txEl>
                                              <p:pRg st="0" end="0"/>
                                            </p:txEl>
                                          </p:spTgt>
                                        </p:tgtEl>
                                        <p:attrNameLst>
                                          <p:attrName>style.visibility</p:attrName>
                                        </p:attrNameLst>
                                      </p:cBhvr>
                                      <p:to>
                                        <p:strVal val="visible"/>
                                      </p:to>
                                    </p:set>
                                    <p:anim calcmode="lin" valueType="num">
                                      <p:cBhvr additive="base">
                                        <p:cTn id="9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9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par>
                          <p:cTn id="96" fill="hold">
                            <p:stCondLst>
                              <p:cond delay="6050"/>
                            </p:stCondLst>
                            <p:childTnLst>
                              <p:par>
                                <p:cTn id="97" presetID="2" presetClass="entr" presetSubtype="4" decel="100000" fill="hold" grpId="0" nodeType="afterEffect">
                                  <p:stCondLst>
                                    <p:cond delay="0"/>
                                  </p:stCondLst>
                                  <p:childTnLst>
                                    <p:set>
                                      <p:cBhvr>
                                        <p:cTn id="98" dur="1" fill="hold">
                                          <p:stCondLst>
                                            <p:cond delay="0"/>
                                          </p:stCondLst>
                                        </p:cTn>
                                        <p:tgtEl>
                                          <p:spTgt spid="24"/>
                                        </p:tgtEl>
                                        <p:attrNameLst>
                                          <p:attrName>style.visibility</p:attrName>
                                        </p:attrNameLst>
                                      </p:cBhvr>
                                      <p:to>
                                        <p:strVal val="visible"/>
                                      </p:to>
                                    </p:set>
                                    <p:anim calcmode="lin" valueType="num">
                                      <p:cBhvr additive="base">
                                        <p:cTn id="99" dur="750" fill="hold"/>
                                        <p:tgtEl>
                                          <p:spTgt spid="24"/>
                                        </p:tgtEl>
                                        <p:attrNameLst>
                                          <p:attrName>ppt_x</p:attrName>
                                        </p:attrNameLst>
                                      </p:cBhvr>
                                      <p:tavLst>
                                        <p:tav tm="0">
                                          <p:val>
                                            <p:strVal val="#ppt_x"/>
                                          </p:val>
                                        </p:tav>
                                        <p:tav tm="100000">
                                          <p:val>
                                            <p:strVal val="#ppt_x"/>
                                          </p:val>
                                        </p:tav>
                                      </p:tavLst>
                                    </p:anim>
                                    <p:anim calcmode="lin" valueType="num">
                                      <p:cBhvr additive="base">
                                        <p:cTn id="100" dur="750" fill="hold"/>
                                        <p:tgtEl>
                                          <p:spTgt spid="24"/>
                                        </p:tgtEl>
                                        <p:attrNameLst>
                                          <p:attrName>ppt_y</p:attrName>
                                        </p:attrNameLst>
                                      </p:cBhvr>
                                      <p:tavLst>
                                        <p:tav tm="0">
                                          <p:val>
                                            <p:strVal val="1+#ppt_h/2"/>
                                          </p:val>
                                        </p:tav>
                                        <p:tav tm="100000">
                                          <p:val>
                                            <p:strVal val="#ppt_y"/>
                                          </p:val>
                                        </p:tav>
                                      </p:tavLst>
                                    </p:anim>
                                  </p:childTnLst>
                                </p:cTn>
                              </p:par>
                              <p:par>
                                <p:cTn id="101" presetID="2" presetClass="entr" presetSubtype="8" decel="100000"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750" fill="hold"/>
                                        <p:tgtEl>
                                          <p:spTgt spid="23"/>
                                        </p:tgtEl>
                                        <p:attrNameLst>
                                          <p:attrName>ppt_x</p:attrName>
                                        </p:attrNameLst>
                                      </p:cBhvr>
                                      <p:tavLst>
                                        <p:tav tm="0">
                                          <p:val>
                                            <p:strVal val="0-#ppt_w/2"/>
                                          </p:val>
                                        </p:tav>
                                        <p:tav tm="100000">
                                          <p:val>
                                            <p:strVal val="#ppt_x"/>
                                          </p:val>
                                        </p:tav>
                                      </p:tavLst>
                                    </p:anim>
                                    <p:anim calcmode="lin" valueType="num">
                                      <p:cBhvr additive="base">
                                        <p:cTn id="104" dur="750" fill="hold"/>
                                        <p:tgtEl>
                                          <p:spTgt spid="23"/>
                                        </p:tgtEl>
                                        <p:attrNameLst>
                                          <p:attrName>ppt_y</p:attrName>
                                        </p:attrNameLst>
                                      </p:cBhvr>
                                      <p:tavLst>
                                        <p:tav tm="0">
                                          <p:val>
                                            <p:strVal val="#ppt_y"/>
                                          </p:val>
                                        </p:tav>
                                        <p:tav tm="100000">
                                          <p:val>
                                            <p:strVal val="#ppt_y"/>
                                          </p:val>
                                        </p:tav>
                                      </p:tavLst>
                                    </p:anim>
                                  </p:childTnLst>
                                </p:cTn>
                              </p:par>
                              <p:par>
                                <p:cTn id="105" presetID="45" presetClass="entr" presetSubtype="0" fill="hold" grpId="1"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750"/>
                                        <p:tgtEl>
                                          <p:spTgt spid="24"/>
                                        </p:tgtEl>
                                      </p:cBhvr>
                                    </p:animEffect>
                                    <p:anim calcmode="lin" valueType="num">
                                      <p:cBhvr>
                                        <p:cTn id="108" dur="750" fill="hold"/>
                                        <p:tgtEl>
                                          <p:spTgt spid="24"/>
                                        </p:tgtEl>
                                        <p:attrNameLst>
                                          <p:attrName>ppt_w</p:attrName>
                                        </p:attrNameLst>
                                      </p:cBhvr>
                                      <p:tavLst>
                                        <p:tav tm="0" fmla="#ppt_w*sin(2.5*pi*$)">
                                          <p:val>
                                            <p:fltVal val="0"/>
                                          </p:val>
                                        </p:tav>
                                        <p:tav tm="100000">
                                          <p:val>
                                            <p:fltVal val="1"/>
                                          </p:val>
                                        </p:tav>
                                      </p:tavLst>
                                    </p:anim>
                                    <p:anim calcmode="lin" valueType="num">
                                      <p:cBhvr>
                                        <p:cTn id="109" dur="750" fill="hold"/>
                                        <p:tgtEl>
                                          <p:spTgt spid="24"/>
                                        </p:tgtEl>
                                        <p:attrNameLst>
                                          <p:attrName>ppt_h</p:attrName>
                                        </p:attrNameLst>
                                      </p:cBhvr>
                                      <p:tavLst>
                                        <p:tav tm="0">
                                          <p:val>
                                            <p:strVal val="#ppt_h"/>
                                          </p:val>
                                        </p:tav>
                                        <p:tav tm="100000">
                                          <p:val>
                                            <p:strVal val="#ppt_h"/>
                                          </p:val>
                                        </p:tav>
                                      </p:tavLst>
                                    </p:anim>
                                  </p:childTnLst>
                                </p:cTn>
                              </p:par>
                              <p:par>
                                <p:cTn id="110" presetID="45" presetClass="entr" presetSubtype="0" fill="hold" grpId="1" nodeType="with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750"/>
                                        <p:tgtEl>
                                          <p:spTgt spid="23"/>
                                        </p:tgtEl>
                                      </p:cBhvr>
                                    </p:animEffect>
                                    <p:anim calcmode="lin" valueType="num">
                                      <p:cBhvr>
                                        <p:cTn id="113" dur="750" fill="hold"/>
                                        <p:tgtEl>
                                          <p:spTgt spid="23"/>
                                        </p:tgtEl>
                                        <p:attrNameLst>
                                          <p:attrName>ppt_w</p:attrName>
                                        </p:attrNameLst>
                                      </p:cBhvr>
                                      <p:tavLst>
                                        <p:tav tm="0" fmla="#ppt_w*sin(2.5*pi*$)">
                                          <p:val>
                                            <p:fltVal val="0"/>
                                          </p:val>
                                        </p:tav>
                                        <p:tav tm="100000">
                                          <p:val>
                                            <p:fltVal val="1"/>
                                          </p:val>
                                        </p:tav>
                                      </p:tavLst>
                                    </p:anim>
                                    <p:anim calcmode="lin" valueType="num">
                                      <p:cBhvr>
                                        <p:cTn id="114" dur="750" fill="hold"/>
                                        <p:tgtEl>
                                          <p:spTgt spid="23"/>
                                        </p:tgtEl>
                                        <p:attrNameLst>
                                          <p:attrName>ppt_h</p:attrName>
                                        </p:attrNameLst>
                                      </p:cBhvr>
                                      <p:tavLst>
                                        <p:tav tm="0">
                                          <p:val>
                                            <p:strVal val="#ppt_h"/>
                                          </p:val>
                                        </p:tav>
                                        <p:tav tm="100000">
                                          <p:val>
                                            <p:strVal val="#ppt_h"/>
                                          </p:val>
                                        </p:tav>
                                      </p:tavLst>
                                    </p:anim>
                                  </p:childTnLst>
                                </p:cTn>
                              </p:par>
                              <p:par>
                                <p:cTn id="115" presetID="2" presetClass="entr" presetSubtype="9" decel="100000" fill="hold" grpId="0" nodeType="withEffect">
                                  <p:stCondLst>
                                    <p:cond delay="500"/>
                                  </p:stCondLst>
                                  <p:iterate type="wd">
                                    <p:tmPct val="10000"/>
                                  </p:iterate>
                                  <p:childTnLst>
                                    <p:set>
                                      <p:cBhvr>
                                        <p:cTn id="116" dur="1" fill="hold">
                                          <p:stCondLst>
                                            <p:cond delay="0"/>
                                          </p:stCondLst>
                                        </p:cTn>
                                        <p:tgtEl>
                                          <p:spTgt spid="25">
                                            <p:txEl>
                                              <p:pRg st="0" end="0"/>
                                            </p:txEl>
                                          </p:spTgt>
                                        </p:tgtEl>
                                        <p:attrNameLst>
                                          <p:attrName>style.visibility</p:attrName>
                                        </p:attrNameLst>
                                      </p:cBhvr>
                                      <p:to>
                                        <p:strVal val="visible"/>
                                      </p:to>
                                    </p:set>
                                    <p:anim calcmode="lin" valueType="num">
                                      <p:cBhvr additive="base">
                                        <p:cTn id="117" dur="500" fill="hold"/>
                                        <p:tgtEl>
                                          <p:spTgt spid="25">
                                            <p:txEl>
                                              <p:pRg st="0" end="0"/>
                                            </p:txEl>
                                          </p:spTgt>
                                        </p:tgtEl>
                                        <p:attrNameLst>
                                          <p:attrName>ppt_x</p:attrName>
                                        </p:attrNameLst>
                                      </p:cBhvr>
                                      <p:tavLst>
                                        <p:tav tm="0">
                                          <p:val>
                                            <p:strVal val="0-#ppt_w/2"/>
                                          </p:val>
                                        </p:tav>
                                        <p:tav tm="100000">
                                          <p:val>
                                            <p:strVal val="#ppt_x"/>
                                          </p:val>
                                        </p:tav>
                                      </p:tavLst>
                                    </p:anim>
                                    <p:anim calcmode="lin" valueType="num">
                                      <p:cBhvr additive="base">
                                        <p:cTn id="118" dur="500" fill="hold"/>
                                        <p:tgtEl>
                                          <p:spTgt spid="25">
                                            <p:txEl>
                                              <p:pRg st="0" end="0"/>
                                            </p:txEl>
                                          </p:spTgt>
                                        </p:tgtEl>
                                        <p:attrNameLst>
                                          <p:attrName>ppt_y</p:attrName>
                                        </p:attrNameLst>
                                      </p:cBhvr>
                                      <p:tavLst>
                                        <p:tav tm="0">
                                          <p:val>
                                            <p:strVal val="0-#ppt_h/2"/>
                                          </p:val>
                                        </p:tav>
                                        <p:tav tm="100000">
                                          <p:val>
                                            <p:strVal val="#ppt_y"/>
                                          </p:val>
                                        </p:tav>
                                      </p:tavLst>
                                    </p:anim>
                                  </p:childTnLst>
                                </p:cTn>
                              </p:par>
                            </p:childTnLst>
                          </p:cTn>
                        </p:par>
                        <p:par>
                          <p:cTn id="119" fill="hold">
                            <p:stCondLst>
                              <p:cond delay="7150"/>
                            </p:stCondLst>
                            <p:childTnLst>
                              <p:par>
                                <p:cTn id="120" presetID="2" presetClass="entr" presetSubtype="2" decel="100000" fill="hold" grpId="0" nodeType="afterEffect">
                                  <p:stCondLst>
                                    <p:cond delay="250"/>
                                  </p:stCondLst>
                                  <p:childTnLst>
                                    <p:set>
                                      <p:cBhvr>
                                        <p:cTn id="121" dur="1" fill="hold">
                                          <p:stCondLst>
                                            <p:cond delay="0"/>
                                          </p:stCondLst>
                                        </p:cTn>
                                        <p:tgtEl>
                                          <p:spTgt spid="26">
                                            <p:txEl>
                                              <p:pRg st="0" end="0"/>
                                            </p:txEl>
                                          </p:spTgt>
                                        </p:tgtEl>
                                        <p:attrNameLst>
                                          <p:attrName>style.visibility</p:attrName>
                                        </p:attrNameLst>
                                      </p:cBhvr>
                                      <p:to>
                                        <p:strVal val="visible"/>
                                      </p:to>
                                    </p:set>
                                    <p:anim calcmode="lin" valueType="num">
                                      <p:cBhvr additive="base">
                                        <p:cTn id="122"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123" dur="500" fill="hold"/>
                                        <p:tgtEl>
                                          <p:spTgt spid="2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4" grpId="0" animBg="1"/>
      <p:bldP spid="34" grpId="1" animBg="1"/>
      <p:bldP spid="35" grpId="0" animBg="1"/>
      <p:bldP spid="35" grpId="1" animBg="1"/>
      <p:bldP spid="36"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0-#ppt_h/2"/>
                          </p:val>
                        </p:tav>
                        <p:tav tm="100000">
                          <p:val>
                            <p:strVal val="#ppt_y"/>
                          </p:val>
                        </p:tav>
                      </p:tavLst>
                    </p:anim>
                  </p:childTnLst>
                </p:cTn>
              </p:par>
            </p:tnLst>
          </p:tmpl>
        </p:tmplLst>
      </p:bldP>
      <p:bldP spid="37"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1+#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animBg="1"/>
      <p:bldP spid="38" grpId="1" animBg="1"/>
      <p:bldP spid="39" grpId="0" animBg="1"/>
      <p:bldP spid="39" grpId="1" animBg="1"/>
      <p:bldP spid="40"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0-#ppt_w/2"/>
                          </p:val>
                        </p:tav>
                        <p:tav tm="100000">
                          <p:val>
                            <p:strVal val="#ppt_x"/>
                          </p:val>
                        </p:tav>
                      </p:tavLst>
                    </p:anim>
                    <p:anim calcmode="lin" valueType="num">
                      <p:cBhvr additive="base">
                        <p:cTn dur="500" fill="hold"/>
                        <p:tgtEl>
                          <p:spTgt spid="40"/>
                        </p:tgtEl>
                        <p:attrNameLst>
                          <p:attrName>ppt_y</p:attrName>
                        </p:attrNameLst>
                      </p:cBhvr>
                      <p:tavLst>
                        <p:tav tm="0">
                          <p:val>
                            <p:strVal val="0-#ppt_h/2"/>
                          </p:val>
                        </p:tav>
                        <p:tav tm="100000">
                          <p:val>
                            <p:strVal val="#ppt_y"/>
                          </p:val>
                        </p:tav>
                      </p:tavLst>
                    </p:anim>
                  </p:childTnLst>
                </p:cTn>
              </p:par>
            </p:tnLst>
          </p:tmpl>
        </p:tmplLst>
      </p:bldP>
      <p:bldP spid="41"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1+#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19" grpId="0" animBg="1"/>
      <p:bldP spid="19" grpId="1" animBg="1"/>
      <p:bldP spid="20" grpId="0" animBg="1"/>
      <p:bldP spid="20" grpId="1" animBg="1"/>
      <p:bldP spid="21"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0-#ppt_h/2"/>
                          </p:val>
                        </p:tav>
                        <p:tav tm="100000">
                          <p:val>
                            <p:strVal val="#ppt_y"/>
                          </p:val>
                        </p:tav>
                      </p:tavLst>
                    </p:anim>
                  </p:childTnLst>
                </p:cTn>
              </p:par>
            </p:tnLst>
          </p:tmpl>
        </p:tmplLst>
      </p:bldP>
      <p:bldP spid="22"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animBg="1"/>
      <p:bldP spid="23" grpId="1" animBg="1"/>
      <p:bldP spid="24" grpId="0" animBg="1"/>
      <p:bldP spid="24" grpId="1" animBg="1"/>
      <p:bldP spid="25"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0-#ppt_w/2"/>
                          </p:val>
                        </p:tav>
                        <p:tav tm="100000">
                          <p:val>
                            <p:strVal val="#ppt_x"/>
                          </p:val>
                        </p:tav>
                      </p:tavLst>
                    </p:anim>
                    <p:anim calcmode="lin" valueType="num">
                      <p:cBhvr additive="base">
                        <p:cTn dur="500" fill="hold"/>
                        <p:tgtEl>
                          <p:spTgt spid="25"/>
                        </p:tgtEl>
                        <p:attrNameLst>
                          <p:attrName>ppt_y</p:attrName>
                        </p:attrNameLst>
                      </p:cBhvr>
                      <p:tavLst>
                        <p:tav tm="0">
                          <p:val>
                            <p:strVal val="0-#ppt_h/2"/>
                          </p:val>
                        </p:tav>
                        <p:tav tm="100000">
                          <p:val>
                            <p:strVal val="#ppt_y"/>
                          </p:val>
                        </p:tav>
                      </p:tavLst>
                    </p:anim>
                  </p:childTnLst>
                </p:cTn>
              </p:par>
            </p:tnLst>
          </p:tmpl>
        </p:tmplLst>
      </p:bldP>
      <p:bldP spid="26"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1+#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ide Imag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図プレースホルダー 9"/>
          <p:cNvSpPr>
            <a:spLocks noGrp="1"/>
          </p:cNvSpPr>
          <p:nvPr>
            <p:ph type="pic" sz="quarter" idx="16" hasCustomPrompt="1"/>
          </p:nvPr>
        </p:nvSpPr>
        <p:spPr>
          <a:xfrm>
            <a:off x="0" y="2407196"/>
            <a:ext cx="18286412" cy="5372461"/>
          </a:xfrm>
          <a:solidFill>
            <a:schemeClr val="bg1">
              <a:lumMod val="95000"/>
            </a:schemeClr>
          </a:solidFill>
        </p:spPr>
        <p:txBody>
          <a:bodyPr/>
          <a:lstStyle>
            <a:lvl1pPr>
              <a:defRPr/>
            </a:lvl1pPr>
          </a:lstStyle>
          <a:p>
            <a:r>
              <a:rPr kumimoji="1" lang="en-US" altLang="ja-JP" dirty="0"/>
              <a:t>Add an image</a:t>
            </a:r>
            <a:endParaRPr kumimoji="1" lang="ja-JP" altLang="en-US" dirty="0"/>
          </a:p>
        </p:txBody>
      </p:sp>
      <p:sp>
        <p:nvSpPr>
          <p:cNvPr id="12" name="テキスト プレースホルダー 6"/>
          <p:cNvSpPr>
            <a:spLocks noGrp="1"/>
          </p:cNvSpPr>
          <p:nvPr>
            <p:ph type="body" sz="quarter" idx="17" hasCustomPrompt="1"/>
          </p:nvPr>
        </p:nvSpPr>
        <p:spPr>
          <a:xfrm>
            <a:off x="1078310" y="8157264"/>
            <a:ext cx="16200313" cy="1189936"/>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3" name="正方形/長方形 12"/>
          <p:cNvSpPr/>
          <p:nvPr userDrawn="1"/>
        </p:nvSpPr>
        <p:spPr>
          <a:xfrm>
            <a:off x="1222326" y="8013249"/>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プレースホルダー 13"/>
          <p:cNvSpPr>
            <a:spLocks noGrp="1"/>
          </p:cNvSpPr>
          <p:nvPr>
            <p:ph type="body" sz="quarter" idx="19" hasCustomPrompt="1"/>
          </p:nvPr>
        </p:nvSpPr>
        <p:spPr>
          <a:xfrm>
            <a:off x="0" y="6647543"/>
            <a:ext cx="18286413" cy="1146629"/>
          </a:xfrm>
          <a:solidFill>
            <a:schemeClr val="accent1">
              <a:lumMod val="75000"/>
              <a:alpha val="80000"/>
            </a:schemeClr>
          </a:solidFill>
        </p:spPr>
        <p:txBody>
          <a:bodyPr anchor="ctr">
            <a:noAutofit/>
          </a:bodyPr>
          <a:lstStyle>
            <a:lvl1pPr algn="ctr">
              <a:defRPr sz="4800">
                <a:solidFill>
                  <a:schemeClr val="bg1"/>
                </a:solidFill>
                <a:latin typeface="Route 159 Light" pitchFamily="50" charset="0"/>
              </a:defRPr>
            </a:lvl1pPr>
          </a:lstStyle>
          <a:p>
            <a:pPr lvl="0"/>
            <a:r>
              <a:rPr kumimoji="1" lang="en-US" altLang="ja-JP" dirty="0"/>
              <a:t>TEXT</a:t>
            </a:r>
            <a:endParaRPr kumimoji="1" lang="ja-JP" altLang="en-US" dirty="0"/>
          </a:p>
        </p:txBody>
      </p:sp>
    </p:spTree>
    <p:extLst>
      <p:ext uri="{BB962C8B-B14F-4D97-AF65-F5344CB8AC3E}">
        <p14:creationId xmlns:p14="http://schemas.microsoft.com/office/powerpoint/2010/main" val="3850565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2" fill="hold" grpId="0" nodeType="afterEffect">
                                  <p:stCondLst>
                                    <p:cond delay="250"/>
                                  </p:stCondLst>
                                  <p:childTnLst>
                                    <p:set>
                                      <p:cBhvr>
                                        <p:cTn id="14" dur="1" fill="hold">
                                          <p:stCondLst>
                                            <p:cond delay="0"/>
                                          </p:stCondLst>
                                        </p:cTn>
                                        <p:tgtEl>
                                          <p:spTgt spid="11"/>
                                        </p:tgtEl>
                                        <p:attrNameLst>
                                          <p:attrName>style.visibility</p:attrName>
                                        </p:attrNameLst>
                                      </p:cBhvr>
                                      <p:to>
                                        <p:strVal val="visible"/>
                                      </p:to>
                                    </p:set>
                                    <p:animEffect transition="in" filter="wipe(right)">
                                      <p:cBhvr>
                                        <p:cTn id="15" dur="500"/>
                                        <p:tgtEl>
                                          <p:spTgt spid="11"/>
                                        </p:tgtEl>
                                      </p:cBhvr>
                                    </p:animEffect>
                                  </p:childTnLst>
                                </p:cTn>
                              </p:par>
                              <p:par>
                                <p:cTn id="16" presetID="22" presetClass="entr" presetSubtype="8" fill="hold" grpId="0" nodeType="withEffect">
                                  <p:stCondLst>
                                    <p:cond delay="25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par>
                          <p:cTn id="19" fill="hold">
                            <p:stCondLst>
                              <p:cond delay="1250"/>
                            </p:stCondLst>
                            <p:childTnLst>
                              <p:par>
                                <p:cTn id="20" presetID="2" presetClass="entr" presetSubtype="8" decel="100000" fill="hold" grpId="0" nodeType="afterEffect">
                                  <p:stCondLst>
                                    <p:cond delay="50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500"/>
                                  </p:stCondLst>
                                  <p:childTnLst>
                                    <p:set>
                                      <p:cBhvr>
                                        <p:cTn id="25" dur="1" fill="hold">
                                          <p:stCondLst>
                                            <p:cond delay="0"/>
                                          </p:stCondLst>
                                        </p:cTn>
                                        <p:tgtEl>
                                          <p:spTgt spid="12">
                                            <p:txEl>
                                              <p:pRg st="0" end="0"/>
                                            </p:txEl>
                                          </p:spTgt>
                                        </p:tgtEl>
                                        <p:attrNameLst>
                                          <p:attrName>style.visibility</p:attrName>
                                        </p:attrNameLst>
                                      </p:cBhvr>
                                      <p:to>
                                        <p:strVal val="visible"/>
                                      </p:to>
                                    </p:set>
                                    <p:anim calcmode="lin" valueType="num">
                                      <p:cBhvr additive="base">
                                        <p:cTn id="26"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27"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animBg="1"/>
      <p:bldP spid="12" grpId="0" build="allAtOnce">
        <p:tmplLst>
          <p:tmpl lvl="1">
            <p:tnLst>
              <p:par>
                <p:cTn presetID="2" presetClass="entr" presetSubtype="2" decel="100000" fill="hold" nodeType="withEffect">
                  <p:stCondLst>
                    <p:cond delay="50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1+#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3" grpId="0" animBg="1"/>
      <p:bldP spid="14" grpId="0" animBg="1">
        <p:tmplLst>
          <p:tmpl>
            <p:tnLst>
              <p:par>
                <p:cTn presetID="22" presetClass="entr" presetSubtype="8" fill="hold" nodeType="withEffect">
                  <p:stCondLst>
                    <p:cond delay="25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de Image 1">
    <p:spTree>
      <p:nvGrpSpPr>
        <p:cNvPr id="1" name=""/>
        <p:cNvGrpSpPr/>
        <p:nvPr/>
      </p:nvGrpSpPr>
      <p:grpSpPr>
        <a:xfrm>
          <a:off x="0" y="0"/>
          <a:ext cx="0" cy="0"/>
          <a:chOff x="0" y="0"/>
          <a:chExt cx="0" cy="0"/>
        </a:xfrm>
      </p:grpSpPr>
      <p:sp>
        <p:nvSpPr>
          <p:cNvPr id="10" name="図プレースホルダー 9"/>
          <p:cNvSpPr>
            <a:spLocks noGrp="1"/>
          </p:cNvSpPr>
          <p:nvPr>
            <p:ph type="pic" sz="quarter" idx="14" hasCustomPrompt="1"/>
          </p:nvPr>
        </p:nvSpPr>
        <p:spPr>
          <a:xfrm>
            <a:off x="6982966" y="2407196"/>
            <a:ext cx="11303446" cy="4680520"/>
          </a:xfrm>
          <a:solidFill>
            <a:schemeClr val="bg1">
              <a:lumMod val="95000"/>
            </a:schemeClr>
          </a:solidFill>
        </p:spPr>
        <p:txBody>
          <a:bodyPr/>
          <a:lstStyle>
            <a:lvl1pPr>
              <a:defRPr/>
            </a:lvl1pPr>
          </a:lstStyle>
          <a:p>
            <a:r>
              <a:rPr kumimoji="1" lang="en-US" altLang="ja-JP" dirty="0"/>
              <a:t>Add an image</a:t>
            </a:r>
            <a:endParaRPr kumimoji="1" lang="ja-JP" altLang="en-US" dirty="0"/>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6"/>
          <p:cNvSpPr>
            <a:spLocks noGrp="1"/>
          </p:cNvSpPr>
          <p:nvPr>
            <p:ph type="body" sz="quarter" idx="15" hasCustomPrompt="1"/>
          </p:nvPr>
        </p:nvSpPr>
        <p:spPr>
          <a:xfrm>
            <a:off x="1078310" y="7663779"/>
            <a:ext cx="16200313" cy="1530553"/>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2" name="正方形/長方形 11"/>
          <p:cNvSpPr/>
          <p:nvPr userDrawn="1"/>
        </p:nvSpPr>
        <p:spPr>
          <a:xfrm>
            <a:off x="1222326" y="7519764"/>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0" y="2407196"/>
            <a:ext cx="6982966" cy="468052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 name="テキスト プレースホルダー 6"/>
          <p:cNvSpPr>
            <a:spLocks noGrp="1"/>
          </p:cNvSpPr>
          <p:nvPr>
            <p:ph type="body" sz="quarter" idx="16" hasCustomPrompt="1"/>
          </p:nvPr>
        </p:nvSpPr>
        <p:spPr>
          <a:xfrm>
            <a:off x="1078310" y="2767236"/>
            <a:ext cx="5400599" cy="4032448"/>
          </a:xfrm>
        </p:spPr>
        <p:txBody>
          <a:bodyPr anchor="b">
            <a:normAutofit/>
          </a:bodyPr>
          <a:lstStyle>
            <a:lvl1pPr algn="r">
              <a:defRPr sz="3600" baseline="0">
                <a:solidFill>
                  <a:schemeClr val="bg1"/>
                </a:solidFill>
                <a:latin typeface="Route 159 Light"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01142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par>
                          <p:cTn id="16" fill="hold">
                            <p:stCondLst>
                              <p:cond delay="1000"/>
                            </p:stCondLst>
                            <p:childTnLst>
                              <p:par>
                                <p:cTn id="17" presetID="22" presetClass="entr" presetSubtype="2"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right)">
                                      <p:cBhvr>
                                        <p:cTn id="19" dur="500"/>
                                        <p:tgtEl>
                                          <p:spTgt spid="10"/>
                                        </p:tgtEl>
                                      </p:cBhvr>
                                    </p:animEffect>
                                  </p:childTnLst>
                                </p:cTn>
                              </p:par>
                              <p:par>
                                <p:cTn id="20" presetID="22" presetClass="entr" presetSubtype="4" fill="hold" grpId="0" nodeType="withEffect">
                                  <p:stCondLst>
                                    <p:cond delay="0"/>
                                  </p:stCondLst>
                                  <p:iterate type="lt">
                                    <p:tmPct val="5000"/>
                                  </p:iterate>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down)">
                                      <p:cBhvr>
                                        <p:cTn id="22" dur="500"/>
                                        <p:tgtEl>
                                          <p:spTgt spid="15">
                                            <p:txEl>
                                              <p:pRg st="0" end="0"/>
                                            </p:txEl>
                                          </p:spTgt>
                                        </p:tgtEl>
                                      </p:cBhvr>
                                    </p:animEffect>
                                  </p:childTnLst>
                                </p:cTn>
                              </p:par>
                            </p:childTnLst>
                          </p:cTn>
                        </p:par>
                        <p:par>
                          <p:cTn id="23" fill="hold">
                            <p:stCondLst>
                              <p:cond delay="1775"/>
                            </p:stCondLst>
                            <p:childTnLst>
                              <p:par>
                                <p:cTn id="24" presetID="2" presetClass="entr" presetSubtype="8" decel="100000" fill="hold" grpId="0" nodeType="afterEffect">
                                  <p:stCondLst>
                                    <p:cond delay="50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0-#ppt_w/2"/>
                                          </p:val>
                                        </p:tav>
                                        <p:tav tm="100000">
                                          <p:val>
                                            <p:strVal val="#ppt_x"/>
                                          </p:val>
                                        </p:tav>
                                      </p:tavLst>
                                    </p:anim>
                                    <p:anim calcmode="lin" valueType="num">
                                      <p:cBhvr additive="base">
                                        <p:cTn id="27" dur="500" fill="hold"/>
                                        <p:tgtEl>
                                          <p:spTgt spid="12"/>
                                        </p:tgtEl>
                                        <p:attrNameLst>
                                          <p:attrName>ppt_y</p:attrName>
                                        </p:attrNameLst>
                                      </p:cBhvr>
                                      <p:tavLst>
                                        <p:tav tm="0">
                                          <p:val>
                                            <p:strVal val="#ppt_y"/>
                                          </p:val>
                                        </p:tav>
                                        <p:tav tm="100000">
                                          <p:val>
                                            <p:strVal val="#ppt_y"/>
                                          </p:val>
                                        </p:tav>
                                      </p:tavLst>
                                    </p:anim>
                                  </p:childTnLst>
                                </p:cTn>
                              </p:par>
                              <p:par>
                                <p:cTn id="28" presetID="2" presetClass="entr" presetSubtype="2" decel="100000" fill="hold" grpId="0" nodeType="withEffect">
                                  <p:stCondLst>
                                    <p:cond delay="500"/>
                                  </p:stCondLst>
                                  <p:childTnLst>
                                    <p:set>
                                      <p:cBhvr>
                                        <p:cTn id="29" dur="1" fill="hold">
                                          <p:stCondLst>
                                            <p:cond delay="0"/>
                                          </p:stCondLst>
                                        </p:cTn>
                                        <p:tgtEl>
                                          <p:spTgt spid="11">
                                            <p:txEl>
                                              <p:pRg st="0" end="0"/>
                                            </p:txEl>
                                          </p:spTgt>
                                        </p:tgtEl>
                                        <p:attrNameLst>
                                          <p:attrName>style.visibility</p:attrName>
                                        </p:attrNameLst>
                                      </p:cBhvr>
                                      <p:to>
                                        <p:strVal val="visible"/>
                                      </p:to>
                                    </p:set>
                                    <p:anim calcmode="lin" valueType="num">
                                      <p:cBhvr additive="base">
                                        <p:cTn id="30" dur="5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build="allAtOnce">
        <p:tmplLst>
          <p:tmpl lvl="1">
            <p:tnLst>
              <p:par>
                <p:cTn presetID="2" presetClass="entr" presetSubtype="2" decel="100000" fill="hold" nodeType="withEffect">
                  <p:stCondLst>
                    <p:cond delay="5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1+#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2" grpId="0" animBg="1"/>
      <p:bldP spid="14" grpId="0" animBg="1"/>
      <p:bldP spid="15" grpId="0" build="allAtOnce">
        <p:tmplLst>
          <p:tmpl lvl="1">
            <p:tnLst>
              <p:par>
                <p:cTn presetID="22" presetClass="entr" presetSubtype="4" fill="hold" nodeType="withEffect">
                  <p:stCondLst>
                    <p:cond delay="0"/>
                  </p:stCondLst>
                  <p:iterate type="lt">
                    <p:tmPct val="5000"/>
                  </p:iterate>
                  <p:childTnLst>
                    <p:set>
                      <p:cBhvr>
                        <p:cTn dur="1" fill="hold">
                          <p:stCondLst>
                            <p:cond delay="0"/>
                          </p:stCondLst>
                        </p:cTn>
                        <p:tgtEl>
                          <p:spTgt spid="15"/>
                        </p:tgtEl>
                        <p:attrNameLst>
                          <p:attrName>style.visibility</p:attrName>
                        </p:attrNameLst>
                      </p:cBhvr>
                      <p:to>
                        <p:strVal val="visible"/>
                      </p:to>
                    </p:set>
                    <p:animEffect transition="in" filter="wipe(down)">
                      <p:cBhvr>
                        <p:cTn dur="500"/>
                        <p:tgtEl>
                          <p:spTgt spid="15"/>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Horisontal Image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図プレースホルダー 9"/>
          <p:cNvSpPr>
            <a:spLocks noGrp="1"/>
          </p:cNvSpPr>
          <p:nvPr>
            <p:ph type="pic" sz="quarter" idx="14" hasCustomPrompt="1"/>
          </p:nvPr>
        </p:nvSpPr>
        <p:spPr>
          <a:xfrm>
            <a:off x="-1" y="2407196"/>
            <a:ext cx="4462687" cy="4680520"/>
          </a:xfrm>
          <a:solidFill>
            <a:schemeClr val="accent2">
              <a:lumMod val="20000"/>
              <a:lumOff val="80000"/>
            </a:schemeClr>
          </a:solidFill>
        </p:spPr>
        <p:txBody>
          <a:bodyPr/>
          <a:lstStyle>
            <a:lvl1pPr>
              <a:defRPr/>
            </a:lvl1pPr>
          </a:lstStyle>
          <a:p>
            <a:r>
              <a:rPr kumimoji="1" lang="en-US" altLang="ja-JP" dirty="0"/>
              <a:t>Add an image</a:t>
            </a:r>
            <a:endParaRPr kumimoji="1" lang="ja-JP" altLang="en-US" dirty="0"/>
          </a:p>
        </p:txBody>
      </p:sp>
      <p:sp>
        <p:nvSpPr>
          <p:cNvPr id="10" name="図プレースホルダー 9"/>
          <p:cNvSpPr>
            <a:spLocks noGrp="1"/>
          </p:cNvSpPr>
          <p:nvPr>
            <p:ph type="pic" sz="quarter" idx="15" hasCustomPrompt="1"/>
          </p:nvPr>
        </p:nvSpPr>
        <p:spPr>
          <a:xfrm>
            <a:off x="4462687" y="2407196"/>
            <a:ext cx="8568950" cy="4680520"/>
          </a:xfrm>
          <a:solidFill>
            <a:schemeClr val="accent3">
              <a:lumMod val="20000"/>
              <a:lumOff val="80000"/>
            </a:schemeClr>
          </a:solidFill>
        </p:spPr>
        <p:txBody>
          <a:bodyPr/>
          <a:lstStyle>
            <a:lvl1pPr>
              <a:defRPr/>
            </a:lvl1pPr>
          </a:lstStyle>
          <a:p>
            <a:r>
              <a:rPr kumimoji="1" lang="en-US" altLang="ja-JP" dirty="0"/>
              <a:t>Add an image</a:t>
            </a:r>
            <a:endParaRPr kumimoji="1" lang="ja-JP" altLang="en-US" dirty="0"/>
          </a:p>
        </p:txBody>
      </p:sp>
      <p:sp>
        <p:nvSpPr>
          <p:cNvPr id="11" name="図プレースホルダー 9"/>
          <p:cNvSpPr>
            <a:spLocks noGrp="1"/>
          </p:cNvSpPr>
          <p:nvPr>
            <p:ph type="pic" sz="quarter" idx="16" hasCustomPrompt="1"/>
          </p:nvPr>
        </p:nvSpPr>
        <p:spPr>
          <a:xfrm>
            <a:off x="13031638" y="2407196"/>
            <a:ext cx="5254774" cy="4680520"/>
          </a:xfrm>
          <a:solidFill>
            <a:schemeClr val="accent1">
              <a:lumMod val="20000"/>
              <a:lumOff val="80000"/>
            </a:schemeClr>
          </a:solidFill>
        </p:spPr>
        <p:txBody>
          <a:bodyPr/>
          <a:lstStyle>
            <a:lvl1pPr>
              <a:defRPr/>
            </a:lvl1pPr>
          </a:lstStyle>
          <a:p>
            <a:r>
              <a:rPr kumimoji="1" lang="en-US" altLang="ja-JP" dirty="0"/>
              <a:t>Add an image</a:t>
            </a:r>
            <a:endParaRPr kumimoji="1" lang="ja-JP" altLang="en-US" dirty="0"/>
          </a:p>
        </p:txBody>
      </p:sp>
      <p:sp>
        <p:nvSpPr>
          <p:cNvPr id="12" name="テキスト プレースホルダー 6"/>
          <p:cNvSpPr>
            <a:spLocks noGrp="1"/>
          </p:cNvSpPr>
          <p:nvPr>
            <p:ph type="body" sz="quarter" idx="17" hasCustomPrompt="1"/>
          </p:nvPr>
        </p:nvSpPr>
        <p:spPr>
          <a:xfrm>
            <a:off x="1078310" y="7663779"/>
            <a:ext cx="16200313" cy="1530553"/>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3" name="正方形/長方形 12"/>
          <p:cNvSpPr/>
          <p:nvPr userDrawn="1"/>
        </p:nvSpPr>
        <p:spPr>
          <a:xfrm>
            <a:off x="1222326" y="7519764"/>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2" y="7087716"/>
            <a:ext cx="4463523" cy="144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userDrawn="1"/>
        </p:nvSpPr>
        <p:spPr>
          <a:xfrm>
            <a:off x="4463522" y="7087716"/>
            <a:ext cx="8568007" cy="14401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userDrawn="1"/>
        </p:nvSpPr>
        <p:spPr>
          <a:xfrm>
            <a:off x="13031637" y="7087716"/>
            <a:ext cx="5254774" cy="144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84445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2"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right)">
                                      <p:cBhvr>
                                        <p:cTn id="15" dur="500"/>
                                        <p:tgtEl>
                                          <p:spTgt spid="9"/>
                                        </p:tgtEl>
                                      </p:cBhvr>
                                    </p:animEffect>
                                  </p:childTnLst>
                                </p:cTn>
                              </p:par>
                              <p:par>
                                <p:cTn id="16" presetID="2" presetClass="entr" presetSubtype="4" decel="10000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ppt_x"/>
                                          </p:val>
                                        </p:tav>
                                        <p:tav tm="100000">
                                          <p:val>
                                            <p:strVal val="#ppt_x"/>
                                          </p:val>
                                        </p:tav>
                                      </p:tavLst>
                                    </p:anim>
                                    <p:anim calcmode="lin" valueType="num">
                                      <p:cBhvr additive="base">
                                        <p:cTn id="19" dur="500" fill="hold"/>
                                        <p:tgtEl>
                                          <p:spTgt spid="14"/>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2" presetClass="entr" presetSubtype="8" fill="hold" grpId="0" nodeType="afterEffect">
                                  <p:stCondLst>
                                    <p:cond delay="25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par>
                                <p:cTn id="24" presetID="2" presetClass="entr" presetSubtype="4" decel="100000" fill="hold" grpId="0" nodeType="withEffect">
                                  <p:stCondLst>
                                    <p:cond delay="25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1+#ppt_h/2"/>
                                          </p:val>
                                        </p:tav>
                                        <p:tav tm="100000">
                                          <p:val>
                                            <p:strVal val="#ppt_y"/>
                                          </p:val>
                                        </p:tav>
                                      </p:tavLst>
                                    </p:anim>
                                  </p:childTnLst>
                                </p:cTn>
                              </p:par>
                            </p:childTnLst>
                          </p:cTn>
                        </p:par>
                        <p:par>
                          <p:cTn id="28" fill="hold">
                            <p:stCondLst>
                              <p:cond delay="1750"/>
                            </p:stCondLst>
                            <p:childTnLst>
                              <p:par>
                                <p:cTn id="29" presetID="22" presetClass="entr" presetSubtype="2" fill="hold" grpId="0" nodeType="afterEffect">
                                  <p:stCondLst>
                                    <p:cond delay="250"/>
                                  </p:stCondLst>
                                  <p:childTnLst>
                                    <p:set>
                                      <p:cBhvr>
                                        <p:cTn id="30" dur="1" fill="hold">
                                          <p:stCondLst>
                                            <p:cond delay="0"/>
                                          </p:stCondLst>
                                        </p:cTn>
                                        <p:tgtEl>
                                          <p:spTgt spid="11"/>
                                        </p:tgtEl>
                                        <p:attrNameLst>
                                          <p:attrName>style.visibility</p:attrName>
                                        </p:attrNameLst>
                                      </p:cBhvr>
                                      <p:to>
                                        <p:strVal val="visible"/>
                                      </p:to>
                                    </p:set>
                                    <p:animEffect transition="in" filter="wipe(right)">
                                      <p:cBhvr>
                                        <p:cTn id="31" dur="500"/>
                                        <p:tgtEl>
                                          <p:spTgt spid="11"/>
                                        </p:tgtEl>
                                      </p:cBhvr>
                                    </p:animEffect>
                                  </p:childTnLst>
                                </p:cTn>
                              </p:par>
                              <p:par>
                                <p:cTn id="32" presetID="2" presetClass="entr" presetSubtype="4" decel="100000" fill="hold" grpId="0" nodeType="withEffect">
                                  <p:stCondLst>
                                    <p:cond delay="25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8" decel="100000" fill="hold" grpId="0" nodeType="afterEffect">
                                  <p:stCondLst>
                                    <p:cond delay="50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0-#ppt_w/2"/>
                                          </p:val>
                                        </p:tav>
                                        <p:tav tm="100000">
                                          <p:val>
                                            <p:strVal val="#ppt_x"/>
                                          </p:val>
                                        </p:tav>
                                      </p:tavLst>
                                    </p:anim>
                                    <p:anim calcmode="lin" valueType="num">
                                      <p:cBhvr additive="base">
                                        <p:cTn id="40" dur="500" fill="hold"/>
                                        <p:tgtEl>
                                          <p:spTgt spid="13"/>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500"/>
                                  </p:stCondLst>
                                  <p:childTnLst>
                                    <p:set>
                                      <p:cBhvr>
                                        <p:cTn id="42" dur="1" fill="hold">
                                          <p:stCondLst>
                                            <p:cond delay="0"/>
                                          </p:stCondLst>
                                        </p:cTn>
                                        <p:tgtEl>
                                          <p:spTgt spid="12">
                                            <p:txEl>
                                              <p:pRg st="0" end="0"/>
                                            </p:txEl>
                                          </p:spTgt>
                                        </p:tgtEl>
                                        <p:attrNameLst>
                                          <p:attrName>style.visibility</p:attrName>
                                        </p:attrNameLst>
                                      </p:cBhvr>
                                      <p:to>
                                        <p:strVal val="visible"/>
                                      </p:to>
                                    </p:set>
                                    <p:anim calcmode="lin" valueType="num">
                                      <p:cBhvr additive="base">
                                        <p:cTn id="43"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9" grpId="0" animBg="1"/>
      <p:bldP spid="10" grpId="0" animBg="1"/>
      <p:bldP spid="11" grpId="0" animBg="1"/>
      <p:bldP spid="12" grpId="0" build="allAtOnce">
        <p:tmplLst>
          <p:tmpl lvl="1">
            <p:tnLst>
              <p:par>
                <p:cTn presetID="2" presetClass="entr" presetSubtype="2" decel="100000" fill="hold" nodeType="withEffect">
                  <p:stCondLst>
                    <p:cond delay="50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1+#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3" grpId="0" animBg="1"/>
      <p:bldP spid="14" grpId="0" animBg="1"/>
      <p:bldP spid="15" grpId="0" animBg="1"/>
      <p:bldP spid="16" grpId="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Icons and Items">
    <p:spTree>
      <p:nvGrpSpPr>
        <p:cNvPr id="1" name=""/>
        <p:cNvGrpSpPr/>
        <p:nvPr/>
      </p:nvGrpSpPr>
      <p:grpSpPr>
        <a:xfrm>
          <a:off x="0" y="0"/>
          <a:ext cx="0" cy="0"/>
          <a:chOff x="0" y="0"/>
          <a:chExt cx="0" cy="0"/>
        </a:xfrm>
      </p:grpSpPr>
      <p:sp>
        <p:nvSpPr>
          <p:cNvPr id="53" name="円/楕円 52"/>
          <p:cNvSpPr/>
          <p:nvPr userDrawn="1"/>
        </p:nvSpPr>
        <p:spPr>
          <a:xfrm>
            <a:off x="6076328" y="3034060"/>
            <a:ext cx="2367069" cy="2367069"/>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53"/>
          <p:cNvSpPr/>
          <p:nvPr userDrawn="1"/>
        </p:nvSpPr>
        <p:spPr>
          <a:xfrm>
            <a:off x="10005897" y="3034059"/>
            <a:ext cx="2367069" cy="2367069"/>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円/楕円 54"/>
          <p:cNvSpPr/>
          <p:nvPr userDrawn="1"/>
        </p:nvSpPr>
        <p:spPr>
          <a:xfrm>
            <a:off x="13935465" y="3034058"/>
            <a:ext cx="2367069" cy="2367069"/>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円/楕円 55"/>
          <p:cNvSpPr/>
          <p:nvPr userDrawn="1"/>
        </p:nvSpPr>
        <p:spPr>
          <a:xfrm>
            <a:off x="2143915" y="3034057"/>
            <a:ext cx="2367069" cy="2367069"/>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円/楕円 48"/>
          <p:cNvSpPr/>
          <p:nvPr userDrawn="1"/>
        </p:nvSpPr>
        <p:spPr>
          <a:xfrm>
            <a:off x="5923928" y="2932460"/>
            <a:ext cx="2367069" cy="2367069"/>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円/楕円 49"/>
          <p:cNvSpPr/>
          <p:nvPr userDrawn="1"/>
        </p:nvSpPr>
        <p:spPr>
          <a:xfrm>
            <a:off x="9853497" y="2932459"/>
            <a:ext cx="2367069" cy="2367069"/>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楕円 50"/>
          <p:cNvSpPr/>
          <p:nvPr userDrawn="1"/>
        </p:nvSpPr>
        <p:spPr>
          <a:xfrm>
            <a:off x="13783065" y="2932458"/>
            <a:ext cx="2367069" cy="2367069"/>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1"/>
          <p:cNvSpPr/>
          <p:nvPr userDrawn="1"/>
        </p:nvSpPr>
        <p:spPr>
          <a:xfrm>
            <a:off x="1991515" y="2932457"/>
            <a:ext cx="2367069" cy="236706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5994888" y="2983263"/>
            <a:ext cx="2367069" cy="236706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9924457" y="2983262"/>
            <a:ext cx="2367069" cy="236706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userDrawn="1"/>
        </p:nvSpPr>
        <p:spPr>
          <a:xfrm>
            <a:off x="13854025" y="2983261"/>
            <a:ext cx="2367069" cy="236706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2062475" y="2983260"/>
            <a:ext cx="2367069" cy="23670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userDrawn="1">
            <p:ph type="body" sz="quarter" idx="13" hasCustomPrompt="1"/>
          </p:nvPr>
        </p:nvSpPr>
        <p:spPr>
          <a:xfrm>
            <a:off x="3166542" y="1543100"/>
            <a:ext cx="14329592" cy="504056"/>
          </a:xfrm>
        </p:spPr>
        <p:txBody>
          <a:bodyPr/>
          <a:lstStyle>
            <a:lvl1pPr>
              <a:defRPr kumimoji="1" lang="en-US" altLang="ja-JP" sz="2400" i="1" kern="1200" baseline="0" dirty="0" smtClean="0">
                <a:solidFill>
                  <a:schemeClr val="tx1">
                    <a:lumMod val="50000"/>
                    <a:lumOff val="50000"/>
                  </a:schemeClr>
                </a:solidFill>
                <a:latin typeface="+mn-lt"/>
                <a:ea typeface="+mn-ea"/>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図プレースホルダー 12"/>
          <p:cNvSpPr>
            <a:spLocks noGrp="1"/>
          </p:cNvSpPr>
          <p:nvPr userDrawn="1">
            <p:ph type="pic" sz="quarter" idx="17" hasCustomPrompt="1"/>
          </p:nvPr>
        </p:nvSpPr>
        <p:spPr>
          <a:xfrm>
            <a:off x="6754393" y="3742768"/>
            <a:ext cx="848058" cy="848058"/>
          </a:xfrm>
        </p:spPr>
        <p:txBody>
          <a:bodyPr>
            <a:normAutofit/>
          </a:bodyPr>
          <a:lstStyle>
            <a:lvl1pPr>
              <a:defRPr sz="1600"/>
            </a:lvl1pPr>
          </a:lstStyle>
          <a:p>
            <a:r>
              <a:rPr kumimoji="1" lang="en-US" altLang="ja-JP" dirty="0"/>
              <a:t>Icon</a:t>
            </a:r>
            <a:endParaRPr kumimoji="1" lang="ja-JP" altLang="en-US" dirty="0"/>
          </a:p>
        </p:txBody>
      </p:sp>
      <p:sp>
        <p:nvSpPr>
          <p:cNvPr id="14" name="図プレースホルダー 12"/>
          <p:cNvSpPr>
            <a:spLocks noGrp="1"/>
          </p:cNvSpPr>
          <p:nvPr userDrawn="1">
            <p:ph type="pic" sz="quarter" idx="18" hasCustomPrompt="1"/>
          </p:nvPr>
        </p:nvSpPr>
        <p:spPr>
          <a:xfrm>
            <a:off x="10683962" y="3742767"/>
            <a:ext cx="848058" cy="848058"/>
          </a:xfrm>
        </p:spPr>
        <p:txBody>
          <a:bodyPr>
            <a:normAutofit/>
          </a:bodyPr>
          <a:lstStyle>
            <a:lvl1pPr>
              <a:defRPr sz="1600"/>
            </a:lvl1pPr>
          </a:lstStyle>
          <a:p>
            <a:r>
              <a:rPr kumimoji="1" lang="en-US" altLang="ja-JP" dirty="0"/>
              <a:t>Icon</a:t>
            </a:r>
            <a:endParaRPr kumimoji="1" lang="ja-JP" altLang="en-US" dirty="0"/>
          </a:p>
        </p:txBody>
      </p:sp>
      <p:sp>
        <p:nvSpPr>
          <p:cNvPr id="15" name="図プレースホルダー 12"/>
          <p:cNvSpPr>
            <a:spLocks noGrp="1"/>
          </p:cNvSpPr>
          <p:nvPr userDrawn="1">
            <p:ph type="pic" sz="quarter" idx="19" hasCustomPrompt="1"/>
          </p:nvPr>
        </p:nvSpPr>
        <p:spPr>
          <a:xfrm>
            <a:off x="14613530" y="3742766"/>
            <a:ext cx="848058" cy="848058"/>
          </a:xfrm>
        </p:spPr>
        <p:txBody>
          <a:bodyPr>
            <a:normAutofit/>
          </a:bodyPr>
          <a:lstStyle>
            <a:lvl1pPr>
              <a:defRPr sz="1600"/>
            </a:lvl1pPr>
          </a:lstStyle>
          <a:p>
            <a:r>
              <a:rPr kumimoji="1" lang="en-US" altLang="ja-JP" dirty="0"/>
              <a:t>Icon</a:t>
            </a:r>
            <a:endParaRPr kumimoji="1" lang="ja-JP" altLang="en-US" dirty="0"/>
          </a:p>
        </p:txBody>
      </p:sp>
      <p:sp>
        <p:nvSpPr>
          <p:cNvPr id="20" name="図プレースホルダー 12"/>
          <p:cNvSpPr>
            <a:spLocks noGrp="1"/>
          </p:cNvSpPr>
          <p:nvPr userDrawn="1">
            <p:ph type="pic" sz="quarter" idx="20" hasCustomPrompt="1"/>
          </p:nvPr>
        </p:nvSpPr>
        <p:spPr>
          <a:xfrm>
            <a:off x="2821980" y="3742765"/>
            <a:ext cx="848058" cy="848058"/>
          </a:xfrm>
        </p:spPr>
        <p:txBody>
          <a:bodyPr>
            <a:normAutofit/>
          </a:bodyPr>
          <a:lstStyle>
            <a:lvl1pPr>
              <a:defRPr sz="1600"/>
            </a:lvl1pPr>
          </a:lstStyle>
          <a:p>
            <a:r>
              <a:rPr kumimoji="1" lang="en-US" altLang="ja-JP" dirty="0"/>
              <a:t>Icon</a:t>
            </a:r>
            <a:endParaRPr kumimoji="1" lang="ja-JP" altLang="en-US" dirty="0"/>
          </a:p>
        </p:txBody>
      </p:sp>
      <p:sp>
        <p:nvSpPr>
          <p:cNvPr id="23" name="テキスト プレースホルダー 6"/>
          <p:cNvSpPr>
            <a:spLocks noGrp="1"/>
          </p:cNvSpPr>
          <p:nvPr>
            <p:ph type="body" sz="quarter" idx="21" hasCustomPrompt="1"/>
          </p:nvPr>
        </p:nvSpPr>
        <p:spPr>
          <a:xfrm>
            <a:off x="1404504" y="5501527"/>
            <a:ext cx="3683011" cy="720080"/>
          </a:xfrm>
        </p:spPr>
        <p:txBody>
          <a:bodyPr anchor="t">
            <a:noAutofit/>
          </a:bodyPr>
          <a:lstStyle>
            <a:lvl1pPr algn="ct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1388170" y="6380880"/>
            <a:ext cx="371567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9" name="正方形/長方形 28"/>
          <p:cNvSpPr/>
          <p:nvPr userDrawn="1"/>
        </p:nvSpPr>
        <p:spPr>
          <a:xfrm>
            <a:off x="1625829" y="6293615"/>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プレースホルダー 6"/>
          <p:cNvSpPr>
            <a:spLocks noGrp="1"/>
          </p:cNvSpPr>
          <p:nvPr>
            <p:ph type="body" sz="quarter" idx="25" hasCustomPrompt="1"/>
          </p:nvPr>
        </p:nvSpPr>
        <p:spPr>
          <a:xfrm>
            <a:off x="5307798" y="5499183"/>
            <a:ext cx="3715678" cy="720080"/>
          </a:xfrm>
        </p:spPr>
        <p:txBody>
          <a:bodyPr anchor="t">
            <a:noAutofit/>
          </a:bodyPr>
          <a:lstStyle>
            <a:lvl1pPr algn="ctr">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26" hasCustomPrompt="1"/>
          </p:nvPr>
        </p:nvSpPr>
        <p:spPr>
          <a:xfrm>
            <a:off x="5318687" y="6378536"/>
            <a:ext cx="371567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4" name="正方形/長方形 33"/>
          <p:cNvSpPr/>
          <p:nvPr userDrawn="1"/>
        </p:nvSpPr>
        <p:spPr>
          <a:xfrm>
            <a:off x="5556346" y="6291271"/>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6"/>
          <p:cNvSpPr>
            <a:spLocks noGrp="1"/>
          </p:cNvSpPr>
          <p:nvPr>
            <p:ph type="body" sz="quarter" idx="27" hasCustomPrompt="1"/>
          </p:nvPr>
        </p:nvSpPr>
        <p:spPr>
          <a:xfrm>
            <a:off x="9243759" y="5501527"/>
            <a:ext cx="3715678" cy="720080"/>
          </a:xfrm>
        </p:spPr>
        <p:txBody>
          <a:bodyPr anchor="t">
            <a:noAutofit/>
          </a:bodyPr>
          <a:lstStyle>
            <a:lvl1pPr algn="ct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28" hasCustomPrompt="1"/>
          </p:nvPr>
        </p:nvSpPr>
        <p:spPr>
          <a:xfrm>
            <a:off x="9249204" y="6380880"/>
            <a:ext cx="371567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7" name="正方形/長方形 36"/>
          <p:cNvSpPr/>
          <p:nvPr userDrawn="1"/>
        </p:nvSpPr>
        <p:spPr>
          <a:xfrm>
            <a:off x="9486863" y="6293615"/>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プレースホルダー 6"/>
          <p:cNvSpPr>
            <a:spLocks noGrp="1"/>
          </p:cNvSpPr>
          <p:nvPr>
            <p:ph type="body" sz="quarter" idx="29" hasCustomPrompt="1"/>
          </p:nvPr>
        </p:nvSpPr>
        <p:spPr>
          <a:xfrm>
            <a:off x="13179720" y="5501527"/>
            <a:ext cx="3715678" cy="720080"/>
          </a:xfrm>
        </p:spPr>
        <p:txBody>
          <a:bodyPr anchor="t">
            <a:noAutofit/>
          </a:bodyPr>
          <a:lstStyle>
            <a:lvl1pPr algn="ctr">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9" name="テキスト プレースホルダー 6"/>
          <p:cNvSpPr>
            <a:spLocks noGrp="1"/>
          </p:cNvSpPr>
          <p:nvPr>
            <p:ph type="body" sz="quarter" idx="30" hasCustomPrompt="1"/>
          </p:nvPr>
        </p:nvSpPr>
        <p:spPr>
          <a:xfrm>
            <a:off x="13179720" y="6380880"/>
            <a:ext cx="371567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0" name="正方形/長方形 39"/>
          <p:cNvSpPr/>
          <p:nvPr userDrawn="1"/>
        </p:nvSpPr>
        <p:spPr>
          <a:xfrm>
            <a:off x="13417379" y="6293615"/>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0388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750"/>
                                        <p:tgtEl>
                                          <p:spTgt spid="56"/>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750"/>
                                        <p:tgtEl>
                                          <p:spTgt spid="52"/>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750"/>
                                        <p:tgtEl>
                                          <p:spTgt spid="19"/>
                                        </p:tgtEl>
                                      </p:cBhvr>
                                    </p:animEffect>
                                  </p:childTnLst>
                                </p:cTn>
                              </p:par>
                              <p:par>
                                <p:cTn id="22" presetID="10" presetClass="entr" presetSubtype="0" fill="hold" grpId="0" nodeType="withEffect">
                                  <p:stCondLst>
                                    <p:cond delay="20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750"/>
                                        <p:tgtEl>
                                          <p:spTgt spid="20"/>
                                        </p:tgtEl>
                                      </p:cBhvr>
                                    </p:animEffect>
                                  </p:childTnLst>
                                </p:cTn>
                              </p:par>
                              <p:par>
                                <p:cTn id="25" presetID="2" presetClass="entr" presetSubtype="1" decel="100000" fill="hold" grpId="1" nodeType="withEffect">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cBhvr additive="base">
                                        <p:cTn id="27" dur="750" fill="hold"/>
                                        <p:tgtEl>
                                          <p:spTgt spid="56"/>
                                        </p:tgtEl>
                                        <p:attrNameLst>
                                          <p:attrName>ppt_x</p:attrName>
                                        </p:attrNameLst>
                                      </p:cBhvr>
                                      <p:tavLst>
                                        <p:tav tm="0">
                                          <p:val>
                                            <p:strVal val="#ppt_x"/>
                                          </p:val>
                                        </p:tav>
                                        <p:tav tm="100000">
                                          <p:val>
                                            <p:strVal val="#ppt_x"/>
                                          </p:val>
                                        </p:tav>
                                      </p:tavLst>
                                    </p:anim>
                                    <p:anim calcmode="lin" valueType="num">
                                      <p:cBhvr additive="base">
                                        <p:cTn id="28" dur="750" fill="hold"/>
                                        <p:tgtEl>
                                          <p:spTgt spid="56"/>
                                        </p:tgtEl>
                                        <p:attrNameLst>
                                          <p:attrName>ppt_y</p:attrName>
                                        </p:attrNameLst>
                                      </p:cBhvr>
                                      <p:tavLst>
                                        <p:tav tm="0">
                                          <p:val>
                                            <p:strVal val="0-#ppt_h/2"/>
                                          </p:val>
                                        </p:tav>
                                        <p:tav tm="100000">
                                          <p:val>
                                            <p:strVal val="#ppt_y"/>
                                          </p:val>
                                        </p:tav>
                                      </p:tavLst>
                                    </p:anim>
                                  </p:childTnLst>
                                </p:cTn>
                              </p:par>
                              <p:par>
                                <p:cTn id="29" presetID="2" presetClass="entr" presetSubtype="1" decel="100000" fill="hold" grpId="1" nodeType="withEffect">
                                  <p:stCondLst>
                                    <p:cond delay="100"/>
                                  </p:stCondLst>
                                  <p:childTnLst>
                                    <p:set>
                                      <p:cBhvr>
                                        <p:cTn id="30" dur="1" fill="hold">
                                          <p:stCondLst>
                                            <p:cond delay="0"/>
                                          </p:stCondLst>
                                        </p:cTn>
                                        <p:tgtEl>
                                          <p:spTgt spid="52"/>
                                        </p:tgtEl>
                                        <p:attrNameLst>
                                          <p:attrName>style.visibility</p:attrName>
                                        </p:attrNameLst>
                                      </p:cBhvr>
                                      <p:to>
                                        <p:strVal val="visible"/>
                                      </p:to>
                                    </p:set>
                                    <p:anim calcmode="lin" valueType="num">
                                      <p:cBhvr additive="base">
                                        <p:cTn id="31" dur="750" fill="hold"/>
                                        <p:tgtEl>
                                          <p:spTgt spid="52"/>
                                        </p:tgtEl>
                                        <p:attrNameLst>
                                          <p:attrName>ppt_x</p:attrName>
                                        </p:attrNameLst>
                                      </p:cBhvr>
                                      <p:tavLst>
                                        <p:tav tm="0">
                                          <p:val>
                                            <p:strVal val="#ppt_x"/>
                                          </p:val>
                                        </p:tav>
                                        <p:tav tm="100000">
                                          <p:val>
                                            <p:strVal val="#ppt_x"/>
                                          </p:val>
                                        </p:tav>
                                      </p:tavLst>
                                    </p:anim>
                                    <p:anim calcmode="lin" valueType="num">
                                      <p:cBhvr additive="base">
                                        <p:cTn id="32" dur="750" fill="hold"/>
                                        <p:tgtEl>
                                          <p:spTgt spid="52"/>
                                        </p:tgtEl>
                                        <p:attrNameLst>
                                          <p:attrName>ppt_y</p:attrName>
                                        </p:attrNameLst>
                                      </p:cBhvr>
                                      <p:tavLst>
                                        <p:tav tm="0">
                                          <p:val>
                                            <p:strVal val="0-#ppt_h/2"/>
                                          </p:val>
                                        </p:tav>
                                        <p:tav tm="100000">
                                          <p:val>
                                            <p:strVal val="#ppt_y"/>
                                          </p:val>
                                        </p:tav>
                                      </p:tavLst>
                                    </p:anim>
                                  </p:childTnLst>
                                </p:cTn>
                              </p:par>
                              <p:par>
                                <p:cTn id="33" presetID="2" presetClass="entr" presetSubtype="1" decel="100000" fill="hold" grpId="1" nodeType="withEffect">
                                  <p:stCondLst>
                                    <p:cond delay="20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750" fill="hold"/>
                                        <p:tgtEl>
                                          <p:spTgt spid="19"/>
                                        </p:tgtEl>
                                        <p:attrNameLst>
                                          <p:attrName>ppt_x</p:attrName>
                                        </p:attrNameLst>
                                      </p:cBhvr>
                                      <p:tavLst>
                                        <p:tav tm="0">
                                          <p:val>
                                            <p:strVal val="#ppt_x"/>
                                          </p:val>
                                        </p:tav>
                                        <p:tav tm="100000">
                                          <p:val>
                                            <p:strVal val="#ppt_x"/>
                                          </p:val>
                                        </p:tav>
                                      </p:tavLst>
                                    </p:anim>
                                    <p:anim calcmode="lin" valueType="num">
                                      <p:cBhvr additive="base">
                                        <p:cTn id="36" dur="750" fill="hold"/>
                                        <p:tgtEl>
                                          <p:spTgt spid="19"/>
                                        </p:tgtEl>
                                        <p:attrNameLst>
                                          <p:attrName>ppt_y</p:attrName>
                                        </p:attrNameLst>
                                      </p:cBhvr>
                                      <p:tavLst>
                                        <p:tav tm="0">
                                          <p:val>
                                            <p:strVal val="0-#ppt_h/2"/>
                                          </p:val>
                                        </p:tav>
                                        <p:tav tm="100000">
                                          <p:val>
                                            <p:strVal val="#ppt_y"/>
                                          </p:val>
                                        </p:tav>
                                      </p:tavLst>
                                    </p:anim>
                                  </p:childTnLst>
                                </p:cTn>
                              </p:par>
                              <p:par>
                                <p:cTn id="37" presetID="2" presetClass="entr" presetSubtype="1" decel="100000" fill="hold" grpId="1" nodeType="withEffect">
                                  <p:stCondLst>
                                    <p:cond delay="20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750" fill="hold"/>
                                        <p:tgtEl>
                                          <p:spTgt spid="20"/>
                                        </p:tgtEl>
                                        <p:attrNameLst>
                                          <p:attrName>ppt_x</p:attrName>
                                        </p:attrNameLst>
                                      </p:cBhvr>
                                      <p:tavLst>
                                        <p:tav tm="0">
                                          <p:val>
                                            <p:strVal val="#ppt_x"/>
                                          </p:val>
                                        </p:tav>
                                        <p:tav tm="100000">
                                          <p:val>
                                            <p:strVal val="#ppt_x"/>
                                          </p:val>
                                        </p:tav>
                                      </p:tavLst>
                                    </p:anim>
                                    <p:anim calcmode="lin" valueType="num">
                                      <p:cBhvr additive="base">
                                        <p:cTn id="40" dur="750" fill="hold"/>
                                        <p:tgtEl>
                                          <p:spTgt spid="20"/>
                                        </p:tgtEl>
                                        <p:attrNameLst>
                                          <p:attrName>ppt_y</p:attrName>
                                        </p:attrNameLst>
                                      </p:cBhvr>
                                      <p:tavLst>
                                        <p:tav tm="0">
                                          <p:val>
                                            <p:strVal val="0-#ppt_h/2"/>
                                          </p:val>
                                        </p:tav>
                                        <p:tav tm="100000">
                                          <p:val>
                                            <p:strVal val="#ppt_y"/>
                                          </p:val>
                                        </p:tav>
                                      </p:tavLst>
                                    </p:anim>
                                  </p:childTnLst>
                                </p:cTn>
                              </p:par>
                            </p:childTnLst>
                          </p:cTn>
                        </p:par>
                        <p:par>
                          <p:cTn id="41" fill="hold">
                            <p:stCondLst>
                              <p:cond delay="1450"/>
                            </p:stCondLst>
                            <p:childTnLst>
                              <p:par>
                                <p:cTn id="42" presetID="2" presetClass="entr" presetSubtype="4" decel="100000" fill="hold" grpId="0" nodeType="afterEffect">
                                  <p:stCondLst>
                                    <p:cond delay="0"/>
                                  </p:stCondLst>
                                  <p:childTnLst>
                                    <p:set>
                                      <p:cBhvr>
                                        <p:cTn id="43" dur="1" fill="hold">
                                          <p:stCondLst>
                                            <p:cond delay="0"/>
                                          </p:stCondLst>
                                        </p:cTn>
                                        <p:tgtEl>
                                          <p:spTgt spid="23">
                                            <p:txEl>
                                              <p:pRg st="0" end="0"/>
                                            </p:txEl>
                                          </p:spTgt>
                                        </p:tgtEl>
                                        <p:attrNameLst>
                                          <p:attrName>style.visibility</p:attrName>
                                        </p:attrNameLst>
                                      </p:cBhvr>
                                      <p:to>
                                        <p:strVal val="visible"/>
                                      </p:to>
                                    </p:set>
                                    <p:anim calcmode="lin" valueType="num">
                                      <p:cBhvr additive="base">
                                        <p:cTn id="44"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46" presetID="2" presetClass="entr" presetSubtype="4" decel="100000" fill="hold" grpId="0" nodeType="withEffect">
                                  <p:stCondLst>
                                    <p:cond delay="0"/>
                                  </p:stCondLst>
                                  <p:childTnLst>
                                    <p:set>
                                      <p:cBhvr>
                                        <p:cTn id="47" dur="1" fill="hold">
                                          <p:stCondLst>
                                            <p:cond delay="0"/>
                                          </p:stCondLst>
                                        </p:cTn>
                                        <p:tgtEl>
                                          <p:spTgt spid="26">
                                            <p:txEl>
                                              <p:pRg st="0" end="0"/>
                                            </p:txEl>
                                          </p:spTgt>
                                        </p:tgtEl>
                                        <p:attrNameLst>
                                          <p:attrName>style.visibility</p:attrName>
                                        </p:attrNameLst>
                                      </p:cBhvr>
                                      <p:to>
                                        <p:strVal val="visible"/>
                                      </p:to>
                                    </p:set>
                                    <p:anim calcmode="lin" valueType="num">
                                      <p:cBhvr additive="base">
                                        <p:cTn id="48"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50" presetID="2" presetClass="entr" presetSubtype="4" decel="10000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 calcmode="lin" valueType="num">
                                      <p:cBhvr additive="base">
                                        <p:cTn id="52" dur="500" fill="hold"/>
                                        <p:tgtEl>
                                          <p:spTgt spid="29"/>
                                        </p:tgtEl>
                                        <p:attrNameLst>
                                          <p:attrName>ppt_x</p:attrName>
                                        </p:attrNameLst>
                                      </p:cBhvr>
                                      <p:tavLst>
                                        <p:tav tm="0">
                                          <p:val>
                                            <p:strVal val="#ppt_x"/>
                                          </p:val>
                                        </p:tav>
                                        <p:tav tm="100000">
                                          <p:val>
                                            <p:strVal val="#ppt_x"/>
                                          </p:val>
                                        </p:tav>
                                      </p:tavLst>
                                    </p:anim>
                                    <p:anim calcmode="lin" valueType="num">
                                      <p:cBhvr additive="base">
                                        <p:cTn id="53" dur="500" fill="hold"/>
                                        <p:tgtEl>
                                          <p:spTgt spid="29"/>
                                        </p:tgtEl>
                                        <p:attrNameLst>
                                          <p:attrName>ppt_y</p:attrName>
                                        </p:attrNameLst>
                                      </p:cBhvr>
                                      <p:tavLst>
                                        <p:tav tm="0">
                                          <p:val>
                                            <p:strVal val="1+#ppt_h/2"/>
                                          </p:val>
                                        </p:tav>
                                        <p:tav tm="100000">
                                          <p:val>
                                            <p:strVal val="#ppt_y"/>
                                          </p:val>
                                        </p:tav>
                                      </p:tavLst>
                                    </p:anim>
                                  </p:childTnLst>
                                </p:cTn>
                              </p:par>
                            </p:childTnLst>
                          </p:cTn>
                        </p:par>
                        <p:par>
                          <p:cTn id="54" fill="hold">
                            <p:stCondLst>
                              <p:cond delay="1950"/>
                            </p:stCondLst>
                            <p:childTnLst>
                              <p:par>
                                <p:cTn id="55" presetID="10" presetClass="entr" presetSubtype="0" fill="hold" grpId="0" nodeType="after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750"/>
                                        <p:tgtEl>
                                          <p:spTgt spid="53"/>
                                        </p:tgtEl>
                                      </p:cBhvr>
                                    </p:animEffect>
                                  </p:childTnLst>
                                </p:cTn>
                              </p:par>
                              <p:par>
                                <p:cTn id="58" presetID="10" presetClass="entr" presetSubtype="0" fill="hold" grpId="0" nodeType="withEffect">
                                  <p:stCondLst>
                                    <p:cond delay="10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750"/>
                                        <p:tgtEl>
                                          <p:spTgt spid="49"/>
                                        </p:tgtEl>
                                      </p:cBhvr>
                                    </p:animEffect>
                                  </p:childTnLst>
                                </p:cTn>
                              </p:par>
                              <p:par>
                                <p:cTn id="61" presetID="10" presetClass="entr" presetSubtype="0" fill="hold" grpId="0" nodeType="withEffect">
                                  <p:stCondLst>
                                    <p:cond delay="20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750"/>
                                        <p:tgtEl>
                                          <p:spTgt spid="10"/>
                                        </p:tgtEl>
                                      </p:cBhvr>
                                    </p:animEffect>
                                  </p:childTnLst>
                                </p:cTn>
                              </p:par>
                              <p:par>
                                <p:cTn id="64" presetID="10" presetClass="entr" presetSubtype="0" fill="hold" grpId="0" nodeType="withEffect">
                                  <p:stCondLst>
                                    <p:cond delay="20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750"/>
                                        <p:tgtEl>
                                          <p:spTgt spid="11"/>
                                        </p:tgtEl>
                                      </p:cBhvr>
                                    </p:animEffect>
                                  </p:childTnLst>
                                </p:cTn>
                              </p:par>
                              <p:par>
                                <p:cTn id="67" presetID="2" presetClass="entr" presetSubtype="1" decel="100000" fill="hold" grpId="1" nodeType="withEffect">
                                  <p:stCondLst>
                                    <p:cond delay="0"/>
                                  </p:stCondLst>
                                  <p:childTnLst>
                                    <p:set>
                                      <p:cBhvr>
                                        <p:cTn id="68" dur="1" fill="hold">
                                          <p:stCondLst>
                                            <p:cond delay="0"/>
                                          </p:stCondLst>
                                        </p:cTn>
                                        <p:tgtEl>
                                          <p:spTgt spid="53"/>
                                        </p:tgtEl>
                                        <p:attrNameLst>
                                          <p:attrName>style.visibility</p:attrName>
                                        </p:attrNameLst>
                                      </p:cBhvr>
                                      <p:to>
                                        <p:strVal val="visible"/>
                                      </p:to>
                                    </p:set>
                                    <p:anim calcmode="lin" valueType="num">
                                      <p:cBhvr additive="base">
                                        <p:cTn id="69" dur="750" fill="hold"/>
                                        <p:tgtEl>
                                          <p:spTgt spid="53"/>
                                        </p:tgtEl>
                                        <p:attrNameLst>
                                          <p:attrName>ppt_x</p:attrName>
                                        </p:attrNameLst>
                                      </p:cBhvr>
                                      <p:tavLst>
                                        <p:tav tm="0">
                                          <p:val>
                                            <p:strVal val="#ppt_x"/>
                                          </p:val>
                                        </p:tav>
                                        <p:tav tm="100000">
                                          <p:val>
                                            <p:strVal val="#ppt_x"/>
                                          </p:val>
                                        </p:tav>
                                      </p:tavLst>
                                    </p:anim>
                                    <p:anim calcmode="lin" valueType="num">
                                      <p:cBhvr additive="base">
                                        <p:cTn id="70" dur="750" fill="hold"/>
                                        <p:tgtEl>
                                          <p:spTgt spid="53"/>
                                        </p:tgtEl>
                                        <p:attrNameLst>
                                          <p:attrName>ppt_y</p:attrName>
                                        </p:attrNameLst>
                                      </p:cBhvr>
                                      <p:tavLst>
                                        <p:tav tm="0">
                                          <p:val>
                                            <p:strVal val="0-#ppt_h/2"/>
                                          </p:val>
                                        </p:tav>
                                        <p:tav tm="100000">
                                          <p:val>
                                            <p:strVal val="#ppt_y"/>
                                          </p:val>
                                        </p:tav>
                                      </p:tavLst>
                                    </p:anim>
                                  </p:childTnLst>
                                </p:cTn>
                              </p:par>
                              <p:par>
                                <p:cTn id="71" presetID="2" presetClass="entr" presetSubtype="1" decel="100000" fill="hold" grpId="1" nodeType="withEffect">
                                  <p:stCondLst>
                                    <p:cond delay="100"/>
                                  </p:stCondLst>
                                  <p:childTnLst>
                                    <p:set>
                                      <p:cBhvr>
                                        <p:cTn id="72" dur="1" fill="hold">
                                          <p:stCondLst>
                                            <p:cond delay="0"/>
                                          </p:stCondLst>
                                        </p:cTn>
                                        <p:tgtEl>
                                          <p:spTgt spid="49"/>
                                        </p:tgtEl>
                                        <p:attrNameLst>
                                          <p:attrName>style.visibility</p:attrName>
                                        </p:attrNameLst>
                                      </p:cBhvr>
                                      <p:to>
                                        <p:strVal val="visible"/>
                                      </p:to>
                                    </p:set>
                                    <p:anim calcmode="lin" valueType="num">
                                      <p:cBhvr additive="base">
                                        <p:cTn id="73" dur="750" fill="hold"/>
                                        <p:tgtEl>
                                          <p:spTgt spid="49"/>
                                        </p:tgtEl>
                                        <p:attrNameLst>
                                          <p:attrName>ppt_x</p:attrName>
                                        </p:attrNameLst>
                                      </p:cBhvr>
                                      <p:tavLst>
                                        <p:tav tm="0">
                                          <p:val>
                                            <p:strVal val="#ppt_x"/>
                                          </p:val>
                                        </p:tav>
                                        <p:tav tm="100000">
                                          <p:val>
                                            <p:strVal val="#ppt_x"/>
                                          </p:val>
                                        </p:tav>
                                      </p:tavLst>
                                    </p:anim>
                                    <p:anim calcmode="lin" valueType="num">
                                      <p:cBhvr additive="base">
                                        <p:cTn id="74" dur="750" fill="hold"/>
                                        <p:tgtEl>
                                          <p:spTgt spid="49"/>
                                        </p:tgtEl>
                                        <p:attrNameLst>
                                          <p:attrName>ppt_y</p:attrName>
                                        </p:attrNameLst>
                                      </p:cBhvr>
                                      <p:tavLst>
                                        <p:tav tm="0">
                                          <p:val>
                                            <p:strVal val="0-#ppt_h/2"/>
                                          </p:val>
                                        </p:tav>
                                        <p:tav tm="100000">
                                          <p:val>
                                            <p:strVal val="#ppt_y"/>
                                          </p:val>
                                        </p:tav>
                                      </p:tavLst>
                                    </p:anim>
                                  </p:childTnLst>
                                </p:cTn>
                              </p:par>
                              <p:par>
                                <p:cTn id="75" presetID="2" presetClass="entr" presetSubtype="1" decel="100000" fill="hold" grpId="1" nodeType="withEffect">
                                  <p:stCondLst>
                                    <p:cond delay="200"/>
                                  </p:stCondLst>
                                  <p:childTnLst>
                                    <p:set>
                                      <p:cBhvr>
                                        <p:cTn id="76" dur="1" fill="hold">
                                          <p:stCondLst>
                                            <p:cond delay="0"/>
                                          </p:stCondLst>
                                        </p:cTn>
                                        <p:tgtEl>
                                          <p:spTgt spid="10"/>
                                        </p:tgtEl>
                                        <p:attrNameLst>
                                          <p:attrName>style.visibility</p:attrName>
                                        </p:attrNameLst>
                                      </p:cBhvr>
                                      <p:to>
                                        <p:strVal val="visible"/>
                                      </p:to>
                                    </p:set>
                                    <p:anim calcmode="lin" valueType="num">
                                      <p:cBhvr additive="base">
                                        <p:cTn id="77" dur="750" fill="hold"/>
                                        <p:tgtEl>
                                          <p:spTgt spid="10"/>
                                        </p:tgtEl>
                                        <p:attrNameLst>
                                          <p:attrName>ppt_x</p:attrName>
                                        </p:attrNameLst>
                                      </p:cBhvr>
                                      <p:tavLst>
                                        <p:tav tm="0">
                                          <p:val>
                                            <p:strVal val="#ppt_x"/>
                                          </p:val>
                                        </p:tav>
                                        <p:tav tm="100000">
                                          <p:val>
                                            <p:strVal val="#ppt_x"/>
                                          </p:val>
                                        </p:tav>
                                      </p:tavLst>
                                    </p:anim>
                                    <p:anim calcmode="lin" valueType="num">
                                      <p:cBhvr additive="base">
                                        <p:cTn id="78" dur="750" fill="hold"/>
                                        <p:tgtEl>
                                          <p:spTgt spid="10"/>
                                        </p:tgtEl>
                                        <p:attrNameLst>
                                          <p:attrName>ppt_y</p:attrName>
                                        </p:attrNameLst>
                                      </p:cBhvr>
                                      <p:tavLst>
                                        <p:tav tm="0">
                                          <p:val>
                                            <p:strVal val="0-#ppt_h/2"/>
                                          </p:val>
                                        </p:tav>
                                        <p:tav tm="100000">
                                          <p:val>
                                            <p:strVal val="#ppt_y"/>
                                          </p:val>
                                        </p:tav>
                                      </p:tavLst>
                                    </p:anim>
                                  </p:childTnLst>
                                </p:cTn>
                              </p:par>
                              <p:par>
                                <p:cTn id="79" presetID="2" presetClass="entr" presetSubtype="1" decel="100000" fill="hold" grpId="1" nodeType="withEffect">
                                  <p:stCondLst>
                                    <p:cond delay="200"/>
                                  </p:stCondLst>
                                  <p:childTnLst>
                                    <p:set>
                                      <p:cBhvr>
                                        <p:cTn id="80" dur="1" fill="hold">
                                          <p:stCondLst>
                                            <p:cond delay="0"/>
                                          </p:stCondLst>
                                        </p:cTn>
                                        <p:tgtEl>
                                          <p:spTgt spid="11"/>
                                        </p:tgtEl>
                                        <p:attrNameLst>
                                          <p:attrName>style.visibility</p:attrName>
                                        </p:attrNameLst>
                                      </p:cBhvr>
                                      <p:to>
                                        <p:strVal val="visible"/>
                                      </p:to>
                                    </p:set>
                                    <p:anim calcmode="lin" valueType="num">
                                      <p:cBhvr additive="base">
                                        <p:cTn id="81" dur="750" fill="hold"/>
                                        <p:tgtEl>
                                          <p:spTgt spid="11"/>
                                        </p:tgtEl>
                                        <p:attrNameLst>
                                          <p:attrName>ppt_x</p:attrName>
                                        </p:attrNameLst>
                                      </p:cBhvr>
                                      <p:tavLst>
                                        <p:tav tm="0">
                                          <p:val>
                                            <p:strVal val="#ppt_x"/>
                                          </p:val>
                                        </p:tav>
                                        <p:tav tm="100000">
                                          <p:val>
                                            <p:strVal val="#ppt_x"/>
                                          </p:val>
                                        </p:tav>
                                      </p:tavLst>
                                    </p:anim>
                                    <p:anim calcmode="lin" valueType="num">
                                      <p:cBhvr additive="base">
                                        <p:cTn id="82" dur="750" fill="hold"/>
                                        <p:tgtEl>
                                          <p:spTgt spid="11"/>
                                        </p:tgtEl>
                                        <p:attrNameLst>
                                          <p:attrName>ppt_y</p:attrName>
                                        </p:attrNameLst>
                                      </p:cBhvr>
                                      <p:tavLst>
                                        <p:tav tm="0">
                                          <p:val>
                                            <p:strVal val="0-#ppt_h/2"/>
                                          </p:val>
                                        </p:tav>
                                        <p:tav tm="100000">
                                          <p:val>
                                            <p:strVal val="#ppt_y"/>
                                          </p:val>
                                        </p:tav>
                                      </p:tavLst>
                                    </p:anim>
                                  </p:childTnLst>
                                </p:cTn>
                              </p:par>
                            </p:childTnLst>
                          </p:cTn>
                        </p:par>
                        <p:par>
                          <p:cTn id="83" fill="hold">
                            <p:stCondLst>
                              <p:cond delay="2900"/>
                            </p:stCondLst>
                            <p:childTnLst>
                              <p:par>
                                <p:cTn id="84" presetID="2" presetClass="entr" presetSubtype="4" decel="100000" fill="hold" grpId="0" nodeType="afterEffect">
                                  <p:stCondLst>
                                    <p:cond delay="0"/>
                                  </p:stCondLst>
                                  <p:childTnLst>
                                    <p:set>
                                      <p:cBhvr>
                                        <p:cTn id="85" dur="1" fill="hold">
                                          <p:stCondLst>
                                            <p:cond delay="0"/>
                                          </p:stCondLst>
                                        </p:cTn>
                                        <p:tgtEl>
                                          <p:spTgt spid="32">
                                            <p:txEl>
                                              <p:pRg st="0" end="0"/>
                                            </p:txEl>
                                          </p:spTgt>
                                        </p:tgtEl>
                                        <p:attrNameLst>
                                          <p:attrName>style.visibility</p:attrName>
                                        </p:attrNameLst>
                                      </p:cBhvr>
                                      <p:to>
                                        <p:strVal val="visible"/>
                                      </p:to>
                                    </p:set>
                                    <p:anim calcmode="lin" valueType="num">
                                      <p:cBhvr additive="base">
                                        <p:cTn id="86"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32">
                                            <p:txEl>
                                              <p:pRg st="0" end="0"/>
                                            </p:txEl>
                                          </p:spTgt>
                                        </p:tgtEl>
                                        <p:attrNameLst>
                                          <p:attrName>ppt_y</p:attrName>
                                        </p:attrNameLst>
                                      </p:cBhvr>
                                      <p:tavLst>
                                        <p:tav tm="0">
                                          <p:val>
                                            <p:strVal val="1+#ppt_h/2"/>
                                          </p:val>
                                        </p:tav>
                                        <p:tav tm="100000">
                                          <p:val>
                                            <p:strVal val="#ppt_y"/>
                                          </p:val>
                                        </p:tav>
                                      </p:tavLst>
                                    </p:anim>
                                  </p:childTnLst>
                                </p:cTn>
                              </p:par>
                              <p:par>
                                <p:cTn id="88" presetID="2" presetClass="entr" presetSubtype="4" decel="100000" fill="hold" grpId="0" nodeType="withEffect">
                                  <p:stCondLst>
                                    <p:cond delay="0"/>
                                  </p:stCondLst>
                                  <p:childTnLst>
                                    <p:set>
                                      <p:cBhvr>
                                        <p:cTn id="89" dur="1" fill="hold">
                                          <p:stCondLst>
                                            <p:cond delay="0"/>
                                          </p:stCondLst>
                                        </p:cTn>
                                        <p:tgtEl>
                                          <p:spTgt spid="33">
                                            <p:txEl>
                                              <p:pRg st="0" end="0"/>
                                            </p:txEl>
                                          </p:spTgt>
                                        </p:tgtEl>
                                        <p:attrNameLst>
                                          <p:attrName>style.visibility</p:attrName>
                                        </p:attrNameLst>
                                      </p:cBhvr>
                                      <p:to>
                                        <p:strVal val="visible"/>
                                      </p:to>
                                    </p:set>
                                    <p:anim calcmode="lin" valueType="num">
                                      <p:cBhvr additive="base">
                                        <p:cTn id="90"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33">
                                            <p:txEl>
                                              <p:pRg st="0" end="0"/>
                                            </p:txEl>
                                          </p:spTgt>
                                        </p:tgtEl>
                                        <p:attrNameLst>
                                          <p:attrName>ppt_y</p:attrName>
                                        </p:attrNameLst>
                                      </p:cBhvr>
                                      <p:tavLst>
                                        <p:tav tm="0">
                                          <p:val>
                                            <p:strVal val="1+#ppt_h/2"/>
                                          </p:val>
                                        </p:tav>
                                        <p:tav tm="100000">
                                          <p:val>
                                            <p:strVal val="#ppt_y"/>
                                          </p:val>
                                        </p:tav>
                                      </p:tavLst>
                                    </p:anim>
                                  </p:childTnLst>
                                </p:cTn>
                              </p:par>
                              <p:par>
                                <p:cTn id="92" presetID="2" presetClass="entr" presetSubtype="4" decel="10000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 calcmode="lin" valueType="num">
                                      <p:cBhvr additive="base">
                                        <p:cTn id="94" dur="500" fill="hold"/>
                                        <p:tgtEl>
                                          <p:spTgt spid="34"/>
                                        </p:tgtEl>
                                        <p:attrNameLst>
                                          <p:attrName>ppt_x</p:attrName>
                                        </p:attrNameLst>
                                      </p:cBhvr>
                                      <p:tavLst>
                                        <p:tav tm="0">
                                          <p:val>
                                            <p:strVal val="#ppt_x"/>
                                          </p:val>
                                        </p:tav>
                                        <p:tav tm="100000">
                                          <p:val>
                                            <p:strVal val="#ppt_x"/>
                                          </p:val>
                                        </p:tav>
                                      </p:tavLst>
                                    </p:anim>
                                    <p:anim calcmode="lin" valueType="num">
                                      <p:cBhvr additive="base">
                                        <p:cTn id="95" dur="500" fill="hold"/>
                                        <p:tgtEl>
                                          <p:spTgt spid="34"/>
                                        </p:tgtEl>
                                        <p:attrNameLst>
                                          <p:attrName>ppt_y</p:attrName>
                                        </p:attrNameLst>
                                      </p:cBhvr>
                                      <p:tavLst>
                                        <p:tav tm="0">
                                          <p:val>
                                            <p:strVal val="1+#ppt_h/2"/>
                                          </p:val>
                                        </p:tav>
                                        <p:tav tm="100000">
                                          <p:val>
                                            <p:strVal val="#ppt_y"/>
                                          </p:val>
                                        </p:tav>
                                      </p:tavLst>
                                    </p:anim>
                                  </p:childTnLst>
                                </p:cTn>
                              </p:par>
                            </p:childTnLst>
                          </p:cTn>
                        </p:par>
                        <p:par>
                          <p:cTn id="96" fill="hold">
                            <p:stCondLst>
                              <p:cond delay="3400"/>
                            </p:stCondLst>
                            <p:childTnLst>
                              <p:par>
                                <p:cTn id="97" presetID="10" presetClass="entr" presetSubtype="0" fill="hold" grpId="0" nodeType="afterEffect">
                                  <p:stCondLst>
                                    <p:cond delay="0"/>
                                  </p:stCondLst>
                                  <p:childTnLst>
                                    <p:set>
                                      <p:cBhvr>
                                        <p:cTn id="98" dur="1" fill="hold">
                                          <p:stCondLst>
                                            <p:cond delay="0"/>
                                          </p:stCondLst>
                                        </p:cTn>
                                        <p:tgtEl>
                                          <p:spTgt spid="54"/>
                                        </p:tgtEl>
                                        <p:attrNameLst>
                                          <p:attrName>style.visibility</p:attrName>
                                        </p:attrNameLst>
                                      </p:cBhvr>
                                      <p:to>
                                        <p:strVal val="visible"/>
                                      </p:to>
                                    </p:set>
                                    <p:animEffect transition="in" filter="fade">
                                      <p:cBhvr>
                                        <p:cTn id="99" dur="750"/>
                                        <p:tgtEl>
                                          <p:spTgt spid="54"/>
                                        </p:tgtEl>
                                      </p:cBhvr>
                                    </p:animEffect>
                                  </p:childTnLst>
                                </p:cTn>
                              </p:par>
                              <p:par>
                                <p:cTn id="100" presetID="10" presetClass="entr" presetSubtype="0" fill="hold" grpId="0" nodeType="withEffect">
                                  <p:stCondLst>
                                    <p:cond delay="10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750"/>
                                        <p:tgtEl>
                                          <p:spTgt spid="50"/>
                                        </p:tgtEl>
                                      </p:cBhvr>
                                    </p:animEffect>
                                  </p:childTnLst>
                                </p:cTn>
                              </p:par>
                              <p:par>
                                <p:cTn id="103" presetID="10" presetClass="entr" presetSubtype="0" fill="hold" grpId="0" nodeType="withEffect">
                                  <p:stCondLst>
                                    <p:cond delay="200"/>
                                  </p:stCondLst>
                                  <p:childTnLst>
                                    <p:set>
                                      <p:cBhvr>
                                        <p:cTn id="104" dur="1" fill="hold">
                                          <p:stCondLst>
                                            <p:cond delay="0"/>
                                          </p:stCondLst>
                                        </p:cTn>
                                        <p:tgtEl>
                                          <p:spTgt spid="12"/>
                                        </p:tgtEl>
                                        <p:attrNameLst>
                                          <p:attrName>style.visibility</p:attrName>
                                        </p:attrNameLst>
                                      </p:cBhvr>
                                      <p:to>
                                        <p:strVal val="visible"/>
                                      </p:to>
                                    </p:set>
                                    <p:animEffect transition="in" filter="fade">
                                      <p:cBhvr>
                                        <p:cTn id="105" dur="750"/>
                                        <p:tgtEl>
                                          <p:spTgt spid="12"/>
                                        </p:tgtEl>
                                      </p:cBhvr>
                                    </p:animEffect>
                                  </p:childTnLst>
                                </p:cTn>
                              </p:par>
                              <p:par>
                                <p:cTn id="106" presetID="10" presetClass="entr" presetSubtype="0" fill="hold" grpId="0" nodeType="withEffect">
                                  <p:stCondLst>
                                    <p:cond delay="200"/>
                                  </p:stCondLst>
                                  <p:childTnLst>
                                    <p:set>
                                      <p:cBhvr>
                                        <p:cTn id="107" dur="1" fill="hold">
                                          <p:stCondLst>
                                            <p:cond delay="0"/>
                                          </p:stCondLst>
                                        </p:cTn>
                                        <p:tgtEl>
                                          <p:spTgt spid="14"/>
                                        </p:tgtEl>
                                        <p:attrNameLst>
                                          <p:attrName>style.visibility</p:attrName>
                                        </p:attrNameLst>
                                      </p:cBhvr>
                                      <p:to>
                                        <p:strVal val="visible"/>
                                      </p:to>
                                    </p:set>
                                    <p:animEffect transition="in" filter="fade">
                                      <p:cBhvr>
                                        <p:cTn id="108" dur="750"/>
                                        <p:tgtEl>
                                          <p:spTgt spid="14"/>
                                        </p:tgtEl>
                                      </p:cBhvr>
                                    </p:animEffect>
                                  </p:childTnLst>
                                </p:cTn>
                              </p:par>
                              <p:par>
                                <p:cTn id="109" presetID="2" presetClass="entr" presetSubtype="1" decel="100000" fill="hold" grpId="1" nodeType="withEffect">
                                  <p:stCondLst>
                                    <p:cond delay="0"/>
                                  </p:stCondLst>
                                  <p:childTnLst>
                                    <p:set>
                                      <p:cBhvr>
                                        <p:cTn id="110" dur="1" fill="hold">
                                          <p:stCondLst>
                                            <p:cond delay="0"/>
                                          </p:stCondLst>
                                        </p:cTn>
                                        <p:tgtEl>
                                          <p:spTgt spid="54"/>
                                        </p:tgtEl>
                                        <p:attrNameLst>
                                          <p:attrName>style.visibility</p:attrName>
                                        </p:attrNameLst>
                                      </p:cBhvr>
                                      <p:to>
                                        <p:strVal val="visible"/>
                                      </p:to>
                                    </p:set>
                                    <p:anim calcmode="lin" valueType="num">
                                      <p:cBhvr additive="base">
                                        <p:cTn id="111" dur="750" fill="hold"/>
                                        <p:tgtEl>
                                          <p:spTgt spid="54"/>
                                        </p:tgtEl>
                                        <p:attrNameLst>
                                          <p:attrName>ppt_x</p:attrName>
                                        </p:attrNameLst>
                                      </p:cBhvr>
                                      <p:tavLst>
                                        <p:tav tm="0">
                                          <p:val>
                                            <p:strVal val="#ppt_x"/>
                                          </p:val>
                                        </p:tav>
                                        <p:tav tm="100000">
                                          <p:val>
                                            <p:strVal val="#ppt_x"/>
                                          </p:val>
                                        </p:tav>
                                      </p:tavLst>
                                    </p:anim>
                                    <p:anim calcmode="lin" valueType="num">
                                      <p:cBhvr additive="base">
                                        <p:cTn id="112" dur="750" fill="hold"/>
                                        <p:tgtEl>
                                          <p:spTgt spid="54"/>
                                        </p:tgtEl>
                                        <p:attrNameLst>
                                          <p:attrName>ppt_y</p:attrName>
                                        </p:attrNameLst>
                                      </p:cBhvr>
                                      <p:tavLst>
                                        <p:tav tm="0">
                                          <p:val>
                                            <p:strVal val="0-#ppt_h/2"/>
                                          </p:val>
                                        </p:tav>
                                        <p:tav tm="100000">
                                          <p:val>
                                            <p:strVal val="#ppt_y"/>
                                          </p:val>
                                        </p:tav>
                                      </p:tavLst>
                                    </p:anim>
                                  </p:childTnLst>
                                </p:cTn>
                              </p:par>
                              <p:par>
                                <p:cTn id="113" presetID="2" presetClass="entr" presetSubtype="1" decel="100000" fill="hold" grpId="1" nodeType="withEffect">
                                  <p:stCondLst>
                                    <p:cond delay="100"/>
                                  </p:stCondLst>
                                  <p:childTnLst>
                                    <p:set>
                                      <p:cBhvr>
                                        <p:cTn id="114" dur="1" fill="hold">
                                          <p:stCondLst>
                                            <p:cond delay="0"/>
                                          </p:stCondLst>
                                        </p:cTn>
                                        <p:tgtEl>
                                          <p:spTgt spid="50"/>
                                        </p:tgtEl>
                                        <p:attrNameLst>
                                          <p:attrName>style.visibility</p:attrName>
                                        </p:attrNameLst>
                                      </p:cBhvr>
                                      <p:to>
                                        <p:strVal val="visible"/>
                                      </p:to>
                                    </p:set>
                                    <p:anim calcmode="lin" valueType="num">
                                      <p:cBhvr additive="base">
                                        <p:cTn id="115" dur="750" fill="hold"/>
                                        <p:tgtEl>
                                          <p:spTgt spid="50"/>
                                        </p:tgtEl>
                                        <p:attrNameLst>
                                          <p:attrName>ppt_x</p:attrName>
                                        </p:attrNameLst>
                                      </p:cBhvr>
                                      <p:tavLst>
                                        <p:tav tm="0">
                                          <p:val>
                                            <p:strVal val="#ppt_x"/>
                                          </p:val>
                                        </p:tav>
                                        <p:tav tm="100000">
                                          <p:val>
                                            <p:strVal val="#ppt_x"/>
                                          </p:val>
                                        </p:tav>
                                      </p:tavLst>
                                    </p:anim>
                                    <p:anim calcmode="lin" valueType="num">
                                      <p:cBhvr additive="base">
                                        <p:cTn id="116" dur="750" fill="hold"/>
                                        <p:tgtEl>
                                          <p:spTgt spid="50"/>
                                        </p:tgtEl>
                                        <p:attrNameLst>
                                          <p:attrName>ppt_y</p:attrName>
                                        </p:attrNameLst>
                                      </p:cBhvr>
                                      <p:tavLst>
                                        <p:tav tm="0">
                                          <p:val>
                                            <p:strVal val="0-#ppt_h/2"/>
                                          </p:val>
                                        </p:tav>
                                        <p:tav tm="100000">
                                          <p:val>
                                            <p:strVal val="#ppt_y"/>
                                          </p:val>
                                        </p:tav>
                                      </p:tavLst>
                                    </p:anim>
                                  </p:childTnLst>
                                </p:cTn>
                              </p:par>
                              <p:par>
                                <p:cTn id="117" presetID="2" presetClass="entr" presetSubtype="1" decel="100000" fill="hold" grpId="1" nodeType="withEffect">
                                  <p:stCondLst>
                                    <p:cond delay="200"/>
                                  </p:stCondLst>
                                  <p:childTnLst>
                                    <p:set>
                                      <p:cBhvr>
                                        <p:cTn id="118" dur="1" fill="hold">
                                          <p:stCondLst>
                                            <p:cond delay="0"/>
                                          </p:stCondLst>
                                        </p:cTn>
                                        <p:tgtEl>
                                          <p:spTgt spid="12"/>
                                        </p:tgtEl>
                                        <p:attrNameLst>
                                          <p:attrName>style.visibility</p:attrName>
                                        </p:attrNameLst>
                                      </p:cBhvr>
                                      <p:to>
                                        <p:strVal val="visible"/>
                                      </p:to>
                                    </p:set>
                                    <p:anim calcmode="lin" valueType="num">
                                      <p:cBhvr additive="base">
                                        <p:cTn id="119" dur="750" fill="hold"/>
                                        <p:tgtEl>
                                          <p:spTgt spid="12"/>
                                        </p:tgtEl>
                                        <p:attrNameLst>
                                          <p:attrName>ppt_x</p:attrName>
                                        </p:attrNameLst>
                                      </p:cBhvr>
                                      <p:tavLst>
                                        <p:tav tm="0">
                                          <p:val>
                                            <p:strVal val="#ppt_x"/>
                                          </p:val>
                                        </p:tav>
                                        <p:tav tm="100000">
                                          <p:val>
                                            <p:strVal val="#ppt_x"/>
                                          </p:val>
                                        </p:tav>
                                      </p:tavLst>
                                    </p:anim>
                                    <p:anim calcmode="lin" valueType="num">
                                      <p:cBhvr additive="base">
                                        <p:cTn id="120" dur="750" fill="hold"/>
                                        <p:tgtEl>
                                          <p:spTgt spid="12"/>
                                        </p:tgtEl>
                                        <p:attrNameLst>
                                          <p:attrName>ppt_y</p:attrName>
                                        </p:attrNameLst>
                                      </p:cBhvr>
                                      <p:tavLst>
                                        <p:tav tm="0">
                                          <p:val>
                                            <p:strVal val="0-#ppt_h/2"/>
                                          </p:val>
                                        </p:tav>
                                        <p:tav tm="100000">
                                          <p:val>
                                            <p:strVal val="#ppt_y"/>
                                          </p:val>
                                        </p:tav>
                                      </p:tavLst>
                                    </p:anim>
                                  </p:childTnLst>
                                </p:cTn>
                              </p:par>
                              <p:par>
                                <p:cTn id="121" presetID="2" presetClass="entr" presetSubtype="1" decel="100000" fill="hold" grpId="1" nodeType="withEffect">
                                  <p:stCondLst>
                                    <p:cond delay="200"/>
                                  </p:stCondLst>
                                  <p:childTnLst>
                                    <p:set>
                                      <p:cBhvr>
                                        <p:cTn id="122" dur="1" fill="hold">
                                          <p:stCondLst>
                                            <p:cond delay="0"/>
                                          </p:stCondLst>
                                        </p:cTn>
                                        <p:tgtEl>
                                          <p:spTgt spid="14"/>
                                        </p:tgtEl>
                                        <p:attrNameLst>
                                          <p:attrName>style.visibility</p:attrName>
                                        </p:attrNameLst>
                                      </p:cBhvr>
                                      <p:to>
                                        <p:strVal val="visible"/>
                                      </p:to>
                                    </p:set>
                                    <p:anim calcmode="lin" valueType="num">
                                      <p:cBhvr additive="base">
                                        <p:cTn id="123" dur="750" fill="hold"/>
                                        <p:tgtEl>
                                          <p:spTgt spid="14"/>
                                        </p:tgtEl>
                                        <p:attrNameLst>
                                          <p:attrName>ppt_x</p:attrName>
                                        </p:attrNameLst>
                                      </p:cBhvr>
                                      <p:tavLst>
                                        <p:tav tm="0">
                                          <p:val>
                                            <p:strVal val="#ppt_x"/>
                                          </p:val>
                                        </p:tav>
                                        <p:tav tm="100000">
                                          <p:val>
                                            <p:strVal val="#ppt_x"/>
                                          </p:val>
                                        </p:tav>
                                      </p:tavLst>
                                    </p:anim>
                                    <p:anim calcmode="lin" valueType="num">
                                      <p:cBhvr additive="base">
                                        <p:cTn id="124" dur="750" fill="hold"/>
                                        <p:tgtEl>
                                          <p:spTgt spid="14"/>
                                        </p:tgtEl>
                                        <p:attrNameLst>
                                          <p:attrName>ppt_y</p:attrName>
                                        </p:attrNameLst>
                                      </p:cBhvr>
                                      <p:tavLst>
                                        <p:tav tm="0">
                                          <p:val>
                                            <p:strVal val="0-#ppt_h/2"/>
                                          </p:val>
                                        </p:tav>
                                        <p:tav tm="100000">
                                          <p:val>
                                            <p:strVal val="#ppt_y"/>
                                          </p:val>
                                        </p:tav>
                                      </p:tavLst>
                                    </p:anim>
                                  </p:childTnLst>
                                </p:cTn>
                              </p:par>
                            </p:childTnLst>
                          </p:cTn>
                        </p:par>
                        <p:par>
                          <p:cTn id="125" fill="hold">
                            <p:stCondLst>
                              <p:cond delay="4350"/>
                            </p:stCondLst>
                            <p:childTnLst>
                              <p:par>
                                <p:cTn id="126" presetID="2" presetClass="entr" presetSubtype="4" decel="100000" fill="hold" grpId="0" nodeType="afterEffect">
                                  <p:stCondLst>
                                    <p:cond delay="0"/>
                                  </p:stCondLst>
                                  <p:childTnLst>
                                    <p:set>
                                      <p:cBhvr>
                                        <p:cTn id="127" dur="1" fill="hold">
                                          <p:stCondLst>
                                            <p:cond delay="0"/>
                                          </p:stCondLst>
                                        </p:cTn>
                                        <p:tgtEl>
                                          <p:spTgt spid="35">
                                            <p:txEl>
                                              <p:pRg st="0" end="0"/>
                                            </p:txEl>
                                          </p:spTgt>
                                        </p:tgtEl>
                                        <p:attrNameLst>
                                          <p:attrName>style.visibility</p:attrName>
                                        </p:attrNameLst>
                                      </p:cBhvr>
                                      <p:to>
                                        <p:strVal val="visible"/>
                                      </p:to>
                                    </p:set>
                                    <p:anim calcmode="lin" valueType="num">
                                      <p:cBhvr additive="base">
                                        <p:cTn id="128"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35">
                                            <p:txEl>
                                              <p:pRg st="0" end="0"/>
                                            </p:txEl>
                                          </p:spTgt>
                                        </p:tgtEl>
                                        <p:attrNameLst>
                                          <p:attrName>ppt_y</p:attrName>
                                        </p:attrNameLst>
                                      </p:cBhvr>
                                      <p:tavLst>
                                        <p:tav tm="0">
                                          <p:val>
                                            <p:strVal val="1+#ppt_h/2"/>
                                          </p:val>
                                        </p:tav>
                                        <p:tav tm="100000">
                                          <p:val>
                                            <p:strVal val="#ppt_y"/>
                                          </p:val>
                                        </p:tav>
                                      </p:tavLst>
                                    </p:anim>
                                  </p:childTnLst>
                                </p:cTn>
                              </p:par>
                              <p:par>
                                <p:cTn id="130" presetID="2" presetClass="entr" presetSubtype="4" decel="100000" fill="hold" grpId="0" nodeType="withEffect">
                                  <p:stCondLst>
                                    <p:cond delay="0"/>
                                  </p:stCondLst>
                                  <p:childTnLst>
                                    <p:set>
                                      <p:cBhvr>
                                        <p:cTn id="131" dur="1" fill="hold">
                                          <p:stCondLst>
                                            <p:cond delay="0"/>
                                          </p:stCondLst>
                                        </p:cTn>
                                        <p:tgtEl>
                                          <p:spTgt spid="36">
                                            <p:txEl>
                                              <p:pRg st="0" end="0"/>
                                            </p:txEl>
                                          </p:spTgt>
                                        </p:tgtEl>
                                        <p:attrNameLst>
                                          <p:attrName>style.visibility</p:attrName>
                                        </p:attrNameLst>
                                      </p:cBhvr>
                                      <p:to>
                                        <p:strVal val="visible"/>
                                      </p:to>
                                    </p:set>
                                    <p:anim calcmode="lin" valueType="num">
                                      <p:cBhvr additive="base">
                                        <p:cTn id="132"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133" dur="500" fill="hold"/>
                                        <p:tgtEl>
                                          <p:spTgt spid="36">
                                            <p:txEl>
                                              <p:pRg st="0" end="0"/>
                                            </p:txEl>
                                          </p:spTgt>
                                        </p:tgtEl>
                                        <p:attrNameLst>
                                          <p:attrName>ppt_y</p:attrName>
                                        </p:attrNameLst>
                                      </p:cBhvr>
                                      <p:tavLst>
                                        <p:tav tm="0">
                                          <p:val>
                                            <p:strVal val="1+#ppt_h/2"/>
                                          </p:val>
                                        </p:tav>
                                        <p:tav tm="100000">
                                          <p:val>
                                            <p:strVal val="#ppt_y"/>
                                          </p:val>
                                        </p:tav>
                                      </p:tavLst>
                                    </p:anim>
                                  </p:childTnLst>
                                </p:cTn>
                              </p:par>
                              <p:par>
                                <p:cTn id="134" presetID="2" presetClass="entr" presetSubtype="4" decel="100000" fill="hold" grpId="0" nodeType="withEffect">
                                  <p:stCondLst>
                                    <p:cond delay="0"/>
                                  </p:stCondLst>
                                  <p:childTnLst>
                                    <p:set>
                                      <p:cBhvr>
                                        <p:cTn id="135" dur="1" fill="hold">
                                          <p:stCondLst>
                                            <p:cond delay="0"/>
                                          </p:stCondLst>
                                        </p:cTn>
                                        <p:tgtEl>
                                          <p:spTgt spid="37"/>
                                        </p:tgtEl>
                                        <p:attrNameLst>
                                          <p:attrName>style.visibility</p:attrName>
                                        </p:attrNameLst>
                                      </p:cBhvr>
                                      <p:to>
                                        <p:strVal val="visible"/>
                                      </p:to>
                                    </p:set>
                                    <p:anim calcmode="lin" valueType="num">
                                      <p:cBhvr additive="base">
                                        <p:cTn id="136" dur="500" fill="hold"/>
                                        <p:tgtEl>
                                          <p:spTgt spid="37"/>
                                        </p:tgtEl>
                                        <p:attrNameLst>
                                          <p:attrName>ppt_x</p:attrName>
                                        </p:attrNameLst>
                                      </p:cBhvr>
                                      <p:tavLst>
                                        <p:tav tm="0">
                                          <p:val>
                                            <p:strVal val="#ppt_x"/>
                                          </p:val>
                                        </p:tav>
                                        <p:tav tm="100000">
                                          <p:val>
                                            <p:strVal val="#ppt_x"/>
                                          </p:val>
                                        </p:tav>
                                      </p:tavLst>
                                    </p:anim>
                                    <p:anim calcmode="lin" valueType="num">
                                      <p:cBhvr additive="base">
                                        <p:cTn id="137" dur="500" fill="hold"/>
                                        <p:tgtEl>
                                          <p:spTgt spid="37"/>
                                        </p:tgtEl>
                                        <p:attrNameLst>
                                          <p:attrName>ppt_y</p:attrName>
                                        </p:attrNameLst>
                                      </p:cBhvr>
                                      <p:tavLst>
                                        <p:tav tm="0">
                                          <p:val>
                                            <p:strVal val="1+#ppt_h/2"/>
                                          </p:val>
                                        </p:tav>
                                        <p:tav tm="100000">
                                          <p:val>
                                            <p:strVal val="#ppt_y"/>
                                          </p:val>
                                        </p:tav>
                                      </p:tavLst>
                                    </p:anim>
                                  </p:childTnLst>
                                </p:cTn>
                              </p:par>
                            </p:childTnLst>
                          </p:cTn>
                        </p:par>
                        <p:par>
                          <p:cTn id="138" fill="hold">
                            <p:stCondLst>
                              <p:cond delay="4850"/>
                            </p:stCondLst>
                            <p:childTnLst>
                              <p:par>
                                <p:cTn id="139" presetID="10" presetClass="entr" presetSubtype="0" fill="hold" grpId="0" nodeType="afterEffect">
                                  <p:stCondLst>
                                    <p:cond delay="0"/>
                                  </p:stCondLst>
                                  <p:childTnLst>
                                    <p:set>
                                      <p:cBhvr>
                                        <p:cTn id="140" dur="1" fill="hold">
                                          <p:stCondLst>
                                            <p:cond delay="0"/>
                                          </p:stCondLst>
                                        </p:cTn>
                                        <p:tgtEl>
                                          <p:spTgt spid="55"/>
                                        </p:tgtEl>
                                        <p:attrNameLst>
                                          <p:attrName>style.visibility</p:attrName>
                                        </p:attrNameLst>
                                      </p:cBhvr>
                                      <p:to>
                                        <p:strVal val="visible"/>
                                      </p:to>
                                    </p:set>
                                    <p:animEffect transition="in" filter="fade">
                                      <p:cBhvr>
                                        <p:cTn id="141" dur="750"/>
                                        <p:tgtEl>
                                          <p:spTgt spid="55"/>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750"/>
                                        <p:tgtEl>
                                          <p:spTgt spid="51"/>
                                        </p:tgtEl>
                                      </p:cBhvr>
                                    </p:animEffect>
                                  </p:childTnLst>
                                </p:cTn>
                              </p:par>
                              <p:par>
                                <p:cTn id="145" presetID="10" presetClass="entr" presetSubtype="0" fill="hold" grpId="0" nodeType="withEffect">
                                  <p:stCondLst>
                                    <p:cond delay="200"/>
                                  </p:stCondLst>
                                  <p:childTnLst>
                                    <p:set>
                                      <p:cBhvr>
                                        <p:cTn id="146" dur="1" fill="hold">
                                          <p:stCondLst>
                                            <p:cond delay="0"/>
                                          </p:stCondLst>
                                        </p:cTn>
                                        <p:tgtEl>
                                          <p:spTgt spid="13"/>
                                        </p:tgtEl>
                                        <p:attrNameLst>
                                          <p:attrName>style.visibility</p:attrName>
                                        </p:attrNameLst>
                                      </p:cBhvr>
                                      <p:to>
                                        <p:strVal val="visible"/>
                                      </p:to>
                                    </p:set>
                                    <p:animEffect transition="in" filter="fade">
                                      <p:cBhvr>
                                        <p:cTn id="147" dur="750"/>
                                        <p:tgtEl>
                                          <p:spTgt spid="13"/>
                                        </p:tgtEl>
                                      </p:cBhvr>
                                    </p:animEffect>
                                  </p:childTnLst>
                                </p:cTn>
                              </p:par>
                              <p:par>
                                <p:cTn id="148" presetID="10" presetClass="entr" presetSubtype="0" fill="hold" grpId="0" nodeType="withEffect">
                                  <p:stCondLst>
                                    <p:cond delay="200"/>
                                  </p:stCondLst>
                                  <p:childTnLst>
                                    <p:set>
                                      <p:cBhvr>
                                        <p:cTn id="149" dur="1" fill="hold">
                                          <p:stCondLst>
                                            <p:cond delay="0"/>
                                          </p:stCondLst>
                                        </p:cTn>
                                        <p:tgtEl>
                                          <p:spTgt spid="15"/>
                                        </p:tgtEl>
                                        <p:attrNameLst>
                                          <p:attrName>style.visibility</p:attrName>
                                        </p:attrNameLst>
                                      </p:cBhvr>
                                      <p:to>
                                        <p:strVal val="visible"/>
                                      </p:to>
                                    </p:set>
                                    <p:animEffect transition="in" filter="fade">
                                      <p:cBhvr>
                                        <p:cTn id="150" dur="750"/>
                                        <p:tgtEl>
                                          <p:spTgt spid="15"/>
                                        </p:tgtEl>
                                      </p:cBhvr>
                                    </p:animEffect>
                                  </p:childTnLst>
                                </p:cTn>
                              </p:par>
                              <p:par>
                                <p:cTn id="151" presetID="2" presetClass="entr" presetSubtype="1" decel="100000" fill="hold" grpId="1" nodeType="withEffect">
                                  <p:stCondLst>
                                    <p:cond delay="0"/>
                                  </p:stCondLst>
                                  <p:childTnLst>
                                    <p:set>
                                      <p:cBhvr>
                                        <p:cTn id="152" dur="1" fill="hold">
                                          <p:stCondLst>
                                            <p:cond delay="0"/>
                                          </p:stCondLst>
                                        </p:cTn>
                                        <p:tgtEl>
                                          <p:spTgt spid="55"/>
                                        </p:tgtEl>
                                        <p:attrNameLst>
                                          <p:attrName>style.visibility</p:attrName>
                                        </p:attrNameLst>
                                      </p:cBhvr>
                                      <p:to>
                                        <p:strVal val="visible"/>
                                      </p:to>
                                    </p:set>
                                    <p:anim calcmode="lin" valueType="num">
                                      <p:cBhvr additive="base">
                                        <p:cTn id="153" dur="750" fill="hold"/>
                                        <p:tgtEl>
                                          <p:spTgt spid="55"/>
                                        </p:tgtEl>
                                        <p:attrNameLst>
                                          <p:attrName>ppt_x</p:attrName>
                                        </p:attrNameLst>
                                      </p:cBhvr>
                                      <p:tavLst>
                                        <p:tav tm="0">
                                          <p:val>
                                            <p:strVal val="#ppt_x"/>
                                          </p:val>
                                        </p:tav>
                                        <p:tav tm="100000">
                                          <p:val>
                                            <p:strVal val="#ppt_x"/>
                                          </p:val>
                                        </p:tav>
                                      </p:tavLst>
                                    </p:anim>
                                    <p:anim calcmode="lin" valueType="num">
                                      <p:cBhvr additive="base">
                                        <p:cTn id="154" dur="750" fill="hold"/>
                                        <p:tgtEl>
                                          <p:spTgt spid="55"/>
                                        </p:tgtEl>
                                        <p:attrNameLst>
                                          <p:attrName>ppt_y</p:attrName>
                                        </p:attrNameLst>
                                      </p:cBhvr>
                                      <p:tavLst>
                                        <p:tav tm="0">
                                          <p:val>
                                            <p:strVal val="0-#ppt_h/2"/>
                                          </p:val>
                                        </p:tav>
                                        <p:tav tm="100000">
                                          <p:val>
                                            <p:strVal val="#ppt_y"/>
                                          </p:val>
                                        </p:tav>
                                      </p:tavLst>
                                    </p:anim>
                                  </p:childTnLst>
                                </p:cTn>
                              </p:par>
                              <p:par>
                                <p:cTn id="155" presetID="2" presetClass="entr" presetSubtype="1" decel="100000" fill="hold" grpId="1" nodeType="withEffect">
                                  <p:stCondLst>
                                    <p:cond delay="0"/>
                                  </p:stCondLst>
                                  <p:childTnLst>
                                    <p:set>
                                      <p:cBhvr>
                                        <p:cTn id="156" dur="1" fill="hold">
                                          <p:stCondLst>
                                            <p:cond delay="0"/>
                                          </p:stCondLst>
                                        </p:cTn>
                                        <p:tgtEl>
                                          <p:spTgt spid="51"/>
                                        </p:tgtEl>
                                        <p:attrNameLst>
                                          <p:attrName>style.visibility</p:attrName>
                                        </p:attrNameLst>
                                      </p:cBhvr>
                                      <p:to>
                                        <p:strVal val="visible"/>
                                      </p:to>
                                    </p:set>
                                    <p:anim calcmode="lin" valueType="num">
                                      <p:cBhvr additive="base">
                                        <p:cTn id="157" dur="750" fill="hold"/>
                                        <p:tgtEl>
                                          <p:spTgt spid="51"/>
                                        </p:tgtEl>
                                        <p:attrNameLst>
                                          <p:attrName>ppt_x</p:attrName>
                                        </p:attrNameLst>
                                      </p:cBhvr>
                                      <p:tavLst>
                                        <p:tav tm="0">
                                          <p:val>
                                            <p:strVal val="#ppt_x"/>
                                          </p:val>
                                        </p:tav>
                                        <p:tav tm="100000">
                                          <p:val>
                                            <p:strVal val="#ppt_x"/>
                                          </p:val>
                                        </p:tav>
                                      </p:tavLst>
                                    </p:anim>
                                    <p:anim calcmode="lin" valueType="num">
                                      <p:cBhvr additive="base">
                                        <p:cTn id="158" dur="750" fill="hold"/>
                                        <p:tgtEl>
                                          <p:spTgt spid="51"/>
                                        </p:tgtEl>
                                        <p:attrNameLst>
                                          <p:attrName>ppt_y</p:attrName>
                                        </p:attrNameLst>
                                      </p:cBhvr>
                                      <p:tavLst>
                                        <p:tav tm="0">
                                          <p:val>
                                            <p:strVal val="0-#ppt_h/2"/>
                                          </p:val>
                                        </p:tav>
                                        <p:tav tm="100000">
                                          <p:val>
                                            <p:strVal val="#ppt_y"/>
                                          </p:val>
                                        </p:tav>
                                      </p:tavLst>
                                    </p:anim>
                                  </p:childTnLst>
                                </p:cTn>
                              </p:par>
                              <p:par>
                                <p:cTn id="159" presetID="2" presetClass="entr" presetSubtype="1" decel="100000" fill="hold" grpId="1" nodeType="withEffect">
                                  <p:stCondLst>
                                    <p:cond delay="200"/>
                                  </p:stCondLst>
                                  <p:childTnLst>
                                    <p:set>
                                      <p:cBhvr>
                                        <p:cTn id="160" dur="1" fill="hold">
                                          <p:stCondLst>
                                            <p:cond delay="0"/>
                                          </p:stCondLst>
                                        </p:cTn>
                                        <p:tgtEl>
                                          <p:spTgt spid="13"/>
                                        </p:tgtEl>
                                        <p:attrNameLst>
                                          <p:attrName>style.visibility</p:attrName>
                                        </p:attrNameLst>
                                      </p:cBhvr>
                                      <p:to>
                                        <p:strVal val="visible"/>
                                      </p:to>
                                    </p:set>
                                    <p:anim calcmode="lin" valueType="num">
                                      <p:cBhvr additive="base">
                                        <p:cTn id="161" dur="750" fill="hold"/>
                                        <p:tgtEl>
                                          <p:spTgt spid="13"/>
                                        </p:tgtEl>
                                        <p:attrNameLst>
                                          <p:attrName>ppt_x</p:attrName>
                                        </p:attrNameLst>
                                      </p:cBhvr>
                                      <p:tavLst>
                                        <p:tav tm="0">
                                          <p:val>
                                            <p:strVal val="#ppt_x"/>
                                          </p:val>
                                        </p:tav>
                                        <p:tav tm="100000">
                                          <p:val>
                                            <p:strVal val="#ppt_x"/>
                                          </p:val>
                                        </p:tav>
                                      </p:tavLst>
                                    </p:anim>
                                    <p:anim calcmode="lin" valueType="num">
                                      <p:cBhvr additive="base">
                                        <p:cTn id="162" dur="750" fill="hold"/>
                                        <p:tgtEl>
                                          <p:spTgt spid="13"/>
                                        </p:tgtEl>
                                        <p:attrNameLst>
                                          <p:attrName>ppt_y</p:attrName>
                                        </p:attrNameLst>
                                      </p:cBhvr>
                                      <p:tavLst>
                                        <p:tav tm="0">
                                          <p:val>
                                            <p:strVal val="0-#ppt_h/2"/>
                                          </p:val>
                                        </p:tav>
                                        <p:tav tm="100000">
                                          <p:val>
                                            <p:strVal val="#ppt_y"/>
                                          </p:val>
                                        </p:tav>
                                      </p:tavLst>
                                    </p:anim>
                                  </p:childTnLst>
                                </p:cTn>
                              </p:par>
                              <p:par>
                                <p:cTn id="163" presetID="2" presetClass="entr" presetSubtype="1" decel="100000" fill="hold" grpId="1" nodeType="withEffect">
                                  <p:stCondLst>
                                    <p:cond delay="200"/>
                                  </p:stCondLst>
                                  <p:childTnLst>
                                    <p:set>
                                      <p:cBhvr>
                                        <p:cTn id="164" dur="1" fill="hold">
                                          <p:stCondLst>
                                            <p:cond delay="0"/>
                                          </p:stCondLst>
                                        </p:cTn>
                                        <p:tgtEl>
                                          <p:spTgt spid="15"/>
                                        </p:tgtEl>
                                        <p:attrNameLst>
                                          <p:attrName>style.visibility</p:attrName>
                                        </p:attrNameLst>
                                      </p:cBhvr>
                                      <p:to>
                                        <p:strVal val="visible"/>
                                      </p:to>
                                    </p:set>
                                    <p:anim calcmode="lin" valueType="num">
                                      <p:cBhvr additive="base">
                                        <p:cTn id="165" dur="750" fill="hold"/>
                                        <p:tgtEl>
                                          <p:spTgt spid="15"/>
                                        </p:tgtEl>
                                        <p:attrNameLst>
                                          <p:attrName>ppt_x</p:attrName>
                                        </p:attrNameLst>
                                      </p:cBhvr>
                                      <p:tavLst>
                                        <p:tav tm="0">
                                          <p:val>
                                            <p:strVal val="#ppt_x"/>
                                          </p:val>
                                        </p:tav>
                                        <p:tav tm="100000">
                                          <p:val>
                                            <p:strVal val="#ppt_x"/>
                                          </p:val>
                                        </p:tav>
                                      </p:tavLst>
                                    </p:anim>
                                    <p:anim calcmode="lin" valueType="num">
                                      <p:cBhvr additive="base">
                                        <p:cTn id="166" dur="750" fill="hold"/>
                                        <p:tgtEl>
                                          <p:spTgt spid="15"/>
                                        </p:tgtEl>
                                        <p:attrNameLst>
                                          <p:attrName>ppt_y</p:attrName>
                                        </p:attrNameLst>
                                      </p:cBhvr>
                                      <p:tavLst>
                                        <p:tav tm="0">
                                          <p:val>
                                            <p:strVal val="0-#ppt_h/2"/>
                                          </p:val>
                                        </p:tav>
                                        <p:tav tm="100000">
                                          <p:val>
                                            <p:strVal val="#ppt_y"/>
                                          </p:val>
                                        </p:tav>
                                      </p:tavLst>
                                    </p:anim>
                                  </p:childTnLst>
                                </p:cTn>
                              </p:par>
                            </p:childTnLst>
                          </p:cTn>
                        </p:par>
                        <p:par>
                          <p:cTn id="167" fill="hold">
                            <p:stCondLst>
                              <p:cond delay="5800"/>
                            </p:stCondLst>
                            <p:childTnLst>
                              <p:par>
                                <p:cTn id="168" presetID="2" presetClass="entr" presetSubtype="4" decel="100000" fill="hold" grpId="0" nodeType="afterEffect">
                                  <p:stCondLst>
                                    <p:cond delay="0"/>
                                  </p:stCondLst>
                                  <p:childTnLst>
                                    <p:set>
                                      <p:cBhvr>
                                        <p:cTn id="169" dur="1" fill="hold">
                                          <p:stCondLst>
                                            <p:cond delay="0"/>
                                          </p:stCondLst>
                                        </p:cTn>
                                        <p:tgtEl>
                                          <p:spTgt spid="38">
                                            <p:txEl>
                                              <p:pRg st="0" end="0"/>
                                            </p:txEl>
                                          </p:spTgt>
                                        </p:tgtEl>
                                        <p:attrNameLst>
                                          <p:attrName>style.visibility</p:attrName>
                                        </p:attrNameLst>
                                      </p:cBhvr>
                                      <p:to>
                                        <p:strVal val="visible"/>
                                      </p:to>
                                    </p:set>
                                    <p:anim calcmode="lin" valueType="num">
                                      <p:cBhvr additive="base">
                                        <p:cTn id="170"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171" dur="500" fill="hold"/>
                                        <p:tgtEl>
                                          <p:spTgt spid="38">
                                            <p:txEl>
                                              <p:pRg st="0" end="0"/>
                                            </p:txEl>
                                          </p:spTgt>
                                        </p:tgtEl>
                                        <p:attrNameLst>
                                          <p:attrName>ppt_y</p:attrName>
                                        </p:attrNameLst>
                                      </p:cBhvr>
                                      <p:tavLst>
                                        <p:tav tm="0">
                                          <p:val>
                                            <p:strVal val="1+#ppt_h/2"/>
                                          </p:val>
                                        </p:tav>
                                        <p:tav tm="100000">
                                          <p:val>
                                            <p:strVal val="#ppt_y"/>
                                          </p:val>
                                        </p:tav>
                                      </p:tavLst>
                                    </p:anim>
                                  </p:childTnLst>
                                </p:cTn>
                              </p:par>
                              <p:par>
                                <p:cTn id="172" presetID="2" presetClass="entr" presetSubtype="4" decel="100000" fill="hold" grpId="0" nodeType="withEffect">
                                  <p:stCondLst>
                                    <p:cond delay="0"/>
                                  </p:stCondLst>
                                  <p:childTnLst>
                                    <p:set>
                                      <p:cBhvr>
                                        <p:cTn id="173" dur="1" fill="hold">
                                          <p:stCondLst>
                                            <p:cond delay="0"/>
                                          </p:stCondLst>
                                        </p:cTn>
                                        <p:tgtEl>
                                          <p:spTgt spid="39">
                                            <p:txEl>
                                              <p:pRg st="0" end="0"/>
                                            </p:txEl>
                                          </p:spTgt>
                                        </p:tgtEl>
                                        <p:attrNameLst>
                                          <p:attrName>style.visibility</p:attrName>
                                        </p:attrNameLst>
                                      </p:cBhvr>
                                      <p:to>
                                        <p:strVal val="visible"/>
                                      </p:to>
                                    </p:set>
                                    <p:anim calcmode="lin" valueType="num">
                                      <p:cBhvr additive="base">
                                        <p:cTn id="174" dur="50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175" dur="500" fill="hold"/>
                                        <p:tgtEl>
                                          <p:spTgt spid="39">
                                            <p:txEl>
                                              <p:pRg st="0" end="0"/>
                                            </p:txEl>
                                          </p:spTgt>
                                        </p:tgtEl>
                                        <p:attrNameLst>
                                          <p:attrName>ppt_y</p:attrName>
                                        </p:attrNameLst>
                                      </p:cBhvr>
                                      <p:tavLst>
                                        <p:tav tm="0">
                                          <p:val>
                                            <p:strVal val="1+#ppt_h/2"/>
                                          </p:val>
                                        </p:tav>
                                        <p:tav tm="100000">
                                          <p:val>
                                            <p:strVal val="#ppt_y"/>
                                          </p:val>
                                        </p:tav>
                                      </p:tavLst>
                                    </p:anim>
                                  </p:childTnLst>
                                </p:cTn>
                              </p:par>
                              <p:par>
                                <p:cTn id="176" presetID="2" presetClass="entr" presetSubtype="4" decel="100000" fill="hold" grpId="0" nodeType="withEffect">
                                  <p:stCondLst>
                                    <p:cond delay="0"/>
                                  </p:stCondLst>
                                  <p:childTnLst>
                                    <p:set>
                                      <p:cBhvr>
                                        <p:cTn id="177" dur="1" fill="hold">
                                          <p:stCondLst>
                                            <p:cond delay="0"/>
                                          </p:stCondLst>
                                        </p:cTn>
                                        <p:tgtEl>
                                          <p:spTgt spid="40"/>
                                        </p:tgtEl>
                                        <p:attrNameLst>
                                          <p:attrName>style.visibility</p:attrName>
                                        </p:attrNameLst>
                                      </p:cBhvr>
                                      <p:to>
                                        <p:strVal val="visible"/>
                                      </p:to>
                                    </p:set>
                                    <p:anim calcmode="lin" valueType="num">
                                      <p:cBhvr additive="base">
                                        <p:cTn id="178" dur="500" fill="hold"/>
                                        <p:tgtEl>
                                          <p:spTgt spid="40"/>
                                        </p:tgtEl>
                                        <p:attrNameLst>
                                          <p:attrName>ppt_x</p:attrName>
                                        </p:attrNameLst>
                                      </p:cBhvr>
                                      <p:tavLst>
                                        <p:tav tm="0">
                                          <p:val>
                                            <p:strVal val="#ppt_x"/>
                                          </p:val>
                                        </p:tav>
                                        <p:tav tm="100000">
                                          <p:val>
                                            <p:strVal val="#ppt_x"/>
                                          </p:val>
                                        </p:tav>
                                      </p:tavLst>
                                    </p:anim>
                                    <p:anim calcmode="lin" valueType="num">
                                      <p:cBhvr additive="base">
                                        <p:cTn id="179"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3" grpId="1" animBg="1"/>
      <p:bldP spid="54" grpId="0" animBg="1"/>
      <p:bldP spid="54" grpId="1" animBg="1"/>
      <p:bldP spid="55" grpId="0" animBg="1"/>
      <p:bldP spid="55" grpId="1" animBg="1"/>
      <p:bldP spid="56" grpId="0" animBg="1"/>
      <p:bldP spid="56" grpId="1" animBg="1"/>
      <p:bldP spid="49" grpId="0" animBg="1"/>
      <p:bldP spid="49" grpId="1" animBg="1"/>
      <p:bldP spid="50" grpId="0" animBg="1"/>
      <p:bldP spid="50" grpId="1" animBg="1"/>
      <p:bldP spid="51" grpId="0" animBg="1"/>
      <p:bldP spid="51" grpId="1" animBg="1"/>
      <p:bldP spid="52" grpId="0" animBg="1"/>
      <p:bldP spid="52" grpId="1" animBg="1"/>
      <p:bldP spid="10" grpId="0" animBg="1"/>
      <p:bldP spid="10" grpId="1" animBg="1"/>
      <p:bldP spid="12" grpId="0" animBg="1"/>
      <p:bldP spid="12" grpId="1" animBg="1"/>
      <p:bldP spid="13" grpId="0" animBg="1"/>
      <p:bldP spid="13" grpId="1" animBg="1"/>
      <p:bldP spid="19" grpId="0" animBg="1"/>
      <p:bldP spid="19"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p:bldP spid="11" grpId="1"/>
      <p:bldP spid="14" grpId="0"/>
      <p:bldP spid="14" grpId="1"/>
      <p:bldP spid="15" grpId="0"/>
      <p:bldP spid="15" grpId="1"/>
      <p:bldP spid="20" grpId="0"/>
      <p:bldP spid="20" grpId="1"/>
      <p:bldP spid="23" grpId="0" build="p">
        <p:tmplLst>
          <p:tmpl lvl="1">
            <p:tnLst>
              <p:par>
                <p:cTn presetID="2" presetClass="entr" presetSubtype="4" decel="10000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6" grpId="0" build="p">
        <p:tmplLst>
          <p:tmpl lvl="1">
            <p:tnLst>
              <p:par>
                <p:cTn presetID="2" presetClass="entr" presetSubtype="4" decel="10000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9" grpId="0" animBg="1"/>
      <p:bldP spid="32" grpId="0" build="p">
        <p:tmplLst>
          <p:tmpl lvl="1">
            <p:tnLst>
              <p:par>
                <p:cTn presetID="2" presetClass="entr" presetSubtype="4" decel="10000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build="p">
        <p:tmplLst>
          <p:tmpl lvl="1">
            <p:tnLst>
              <p:par>
                <p:cTn presetID="2" presetClass="entr" presetSubtype="4" decel="10000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P spid="34" grpId="0" animBg="1"/>
      <p:bldP spid="35" grpId="0" build="p">
        <p:tmplLst>
          <p:tmpl lvl="1">
            <p:tnLst>
              <p:par>
                <p:cTn presetID="2" presetClass="entr" presetSubtype="4"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P spid="36" grpId="0" build="p">
        <p:tmplLst>
          <p:tmpl lvl="1">
            <p:tnLst>
              <p:par>
                <p:cTn presetID="2" presetClass="entr" presetSubtype="4" decel="10000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ppt_x"/>
                          </p:val>
                        </p:tav>
                        <p:tav tm="100000">
                          <p:val>
                            <p:strVal val="#ppt_x"/>
                          </p:val>
                        </p:tav>
                      </p:tavLst>
                    </p:anim>
                    <p:anim calcmode="lin" valueType="num">
                      <p:cBhvr additive="base">
                        <p:cTn dur="500" fill="hold"/>
                        <p:tgtEl>
                          <p:spTgt spid="36"/>
                        </p:tgtEl>
                        <p:attrNameLst>
                          <p:attrName>ppt_y</p:attrName>
                        </p:attrNameLst>
                      </p:cBhvr>
                      <p:tavLst>
                        <p:tav tm="0">
                          <p:val>
                            <p:strVal val="1+#ppt_h/2"/>
                          </p:val>
                        </p:tav>
                        <p:tav tm="100000">
                          <p:val>
                            <p:strVal val="#ppt_y"/>
                          </p:val>
                        </p:tav>
                      </p:tavLst>
                    </p:anim>
                  </p:childTnLst>
                </p:cTn>
              </p:par>
            </p:tnLst>
          </p:tmpl>
        </p:tmplLst>
      </p:bldP>
      <p:bldP spid="37" grpId="0" animBg="1"/>
      <p:bldP spid="38" grpId="0" build="p">
        <p:tmplLst>
          <p:tmpl lvl="1">
            <p:tnLst>
              <p:par>
                <p:cTn presetID="2" presetClass="entr" presetSubtype="4"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ppt_x"/>
                          </p:val>
                        </p:tav>
                        <p:tav tm="100000">
                          <p:val>
                            <p:strVal val="#ppt_x"/>
                          </p:val>
                        </p:tav>
                      </p:tavLst>
                    </p:anim>
                    <p:anim calcmode="lin" valueType="num">
                      <p:cBhvr additive="base">
                        <p:cTn dur="500" fill="hold"/>
                        <p:tgtEl>
                          <p:spTgt spid="38"/>
                        </p:tgtEl>
                        <p:attrNameLst>
                          <p:attrName>ppt_y</p:attrName>
                        </p:attrNameLst>
                      </p:cBhvr>
                      <p:tavLst>
                        <p:tav tm="0">
                          <p:val>
                            <p:strVal val="1+#ppt_h/2"/>
                          </p:val>
                        </p:tav>
                        <p:tav tm="100000">
                          <p:val>
                            <p:strVal val="#ppt_y"/>
                          </p:val>
                        </p:tav>
                      </p:tavLst>
                    </p:anim>
                  </p:childTnLst>
                </p:cTn>
              </p:par>
            </p:tnLst>
          </p:tmpl>
        </p:tmplLst>
      </p:bldP>
      <p:bldP spid="39" grpId="0" build="p">
        <p:tmplLst>
          <p:tmpl lvl="1">
            <p:tnLst>
              <p:par>
                <p:cTn presetID="2" presetClass="entr" presetSubtype="4" decel="10000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ppt_x"/>
                          </p:val>
                        </p:tav>
                        <p:tav tm="100000">
                          <p:val>
                            <p:strVal val="#ppt_x"/>
                          </p:val>
                        </p:tav>
                      </p:tavLst>
                    </p:anim>
                    <p:anim calcmode="lin" valueType="num">
                      <p:cBhvr additive="base">
                        <p:cTn dur="500" fill="hold"/>
                        <p:tgtEl>
                          <p:spTgt spid="39"/>
                        </p:tgtEl>
                        <p:attrNameLst>
                          <p:attrName>ppt_y</p:attrName>
                        </p:attrNameLst>
                      </p:cBhvr>
                      <p:tavLst>
                        <p:tav tm="0">
                          <p:val>
                            <p:strVal val="1+#ppt_h/2"/>
                          </p:val>
                        </p:tav>
                        <p:tav tm="100000">
                          <p:val>
                            <p:strVal val="#ppt_y"/>
                          </p:val>
                        </p:tav>
                      </p:tavLst>
                    </p:anim>
                  </p:childTnLst>
                </p:cTn>
              </p:par>
            </p:tnLst>
          </p:tmpl>
        </p:tmplLst>
      </p:bldP>
      <p:bldP spid="40"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Points">
    <p:spTree>
      <p:nvGrpSpPr>
        <p:cNvPr id="1" name=""/>
        <p:cNvGrpSpPr/>
        <p:nvPr/>
      </p:nvGrpSpPr>
      <p:grpSpPr>
        <a:xfrm>
          <a:off x="0" y="0"/>
          <a:ext cx="0" cy="0"/>
          <a:chOff x="0" y="0"/>
          <a:chExt cx="0" cy="0"/>
        </a:xfrm>
      </p:grpSpPr>
      <p:sp>
        <p:nvSpPr>
          <p:cNvPr id="53" name="円/楕円 52"/>
          <p:cNvSpPr/>
          <p:nvPr userDrawn="1"/>
        </p:nvSpPr>
        <p:spPr>
          <a:xfrm>
            <a:off x="7746028" y="2830860"/>
            <a:ext cx="2950599" cy="2950599"/>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53"/>
          <p:cNvSpPr/>
          <p:nvPr userDrawn="1"/>
        </p:nvSpPr>
        <p:spPr>
          <a:xfrm>
            <a:off x="12906466" y="2830859"/>
            <a:ext cx="2950599" cy="2950599"/>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円/楕円 55"/>
          <p:cNvSpPr/>
          <p:nvPr userDrawn="1"/>
        </p:nvSpPr>
        <p:spPr>
          <a:xfrm>
            <a:off x="2585589" y="2830857"/>
            <a:ext cx="2950599" cy="2950599"/>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円/楕円 48"/>
          <p:cNvSpPr/>
          <p:nvPr userDrawn="1"/>
        </p:nvSpPr>
        <p:spPr>
          <a:xfrm>
            <a:off x="7593628" y="2729260"/>
            <a:ext cx="2950599" cy="2950599"/>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円/楕円 49"/>
          <p:cNvSpPr/>
          <p:nvPr userDrawn="1"/>
        </p:nvSpPr>
        <p:spPr>
          <a:xfrm>
            <a:off x="12754066" y="2729259"/>
            <a:ext cx="2950599" cy="2950599"/>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1"/>
          <p:cNvSpPr/>
          <p:nvPr userDrawn="1"/>
        </p:nvSpPr>
        <p:spPr>
          <a:xfrm>
            <a:off x="2433189" y="2729257"/>
            <a:ext cx="2950599" cy="295059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7664588" y="2780063"/>
            <a:ext cx="2950599" cy="295059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12825026" y="2780062"/>
            <a:ext cx="2950599" cy="29505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2504149" y="2780060"/>
            <a:ext cx="2950599" cy="295059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userDrawn="1">
            <p:ph type="body" sz="quarter" idx="13" hasCustomPrompt="1"/>
          </p:nvPr>
        </p:nvSpPr>
        <p:spPr>
          <a:xfrm>
            <a:off x="3166542" y="1543100"/>
            <a:ext cx="14329592" cy="504056"/>
          </a:xfrm>
        </p:spPr>
        <p:txBody>
          <a:bodyPr/>
          <a:lstStyle>
            <a:lvl1pPr>
              <a:defRPr kumimoji="1" lang="en-US" altLang="ja-JP" sz="2400" i="1" kern="1200" baseline="0" dirty="0" smtClean="0">
                <a:solidFill>
                  <a:schemeClr val="tx1">
                    <a:lumMod val="50000"/>
                    <a:lumOff val="50000"/>
                  </a:schemeClr>
                </a:solidFill>
                <a:latin typeface="+mn-lt"/>
                <a:ea typeface="+mn-ea"/>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プレースホルダー 6"/>
          <p:cNvSpPr>
            <a:spLocks noGrp="1"/>
          </p:cNvSpPr>
          <p:nvPr>
            <p:ph type="body" sz="quarter" idx="21" hasCustomPrompt="1"/>
          </p:nvPr>
        </p:nvSpPr>
        <p:spPr>
          <a:xfrm>
            <a:off x="1644014" y="5856370"/>
            <a:ext cx="4635777" cy="720080"/>
          </a:xfrm>
        </p:spPr>
        <p:txBody>
          <a:bodyPr anchor="t">
            <a:noAutofit/>
          </a:bodyPr>
          <a:lstStyle>
            <a:lvl1pPr algn="ct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1611086" y="6735723"/>
            <a:ext cx="470262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9" name="正方形/長方形 28"/>
          <p:cNvSpPr/>
          <p:nvPr userDrawn="1"/>
        </p:nvSpPr>
        <p:spPr>
          <a:xfrm>
            <a:off x="2366057" y="6648458"/>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プレースホルダー 6"/>
          <p:cNvSpPr>
            <a:spLocks noGrp="1"/>
          </p:cNvSpPr>
          <p:nvPr>
            <p:ph type="body" sz="quarter" idx="25" hasCustomPrompt="1"/>
          </p:nvPr>
        </p:nvSpPr>
        <p:spPr>
          <a:xfrm>
            <a:off x="6801600" y="5854026"/>
            <a:ext cx="4676895" cy="720080"/>
          </a:xfrm>
        </p:spPr>
        <p:txBody>
          <a:bodyPr anchor="t">
            <a:noAutofit/>
          </a:bodyPr>
          <a:lstStyle>
            <a:lvl1pPr algn="ctr">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26" hasCustomPrompt="1"/>
          </p:nvPr>
        </p:nvSpPr>
        <p:spPr>
          <a:xfrm>
            <a:off x="6804346" y="6733379"/>
            <a:ext cx="470262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4" name="正方形/長方形 33"/>
          <p:cNvSpPr/>
          <p:nvPr userDrawn="1"/>
        </p:nvSpPr>
        <p:spPr>
          <a:xfrm>
            <a:off x="7559317" y="6646114"/>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6"/>
          <p:cNvSpPr>
            <a:spLocks noGrp="1"/>
          </p:cNvSpPr>
          <p:nvPr>
            <p:ph type="body" sz="quarter" idx="27" hasCustomPrompt="1"/>
          </p:nvPr>
        </p:nvSpPr>
        <p:spPr>
          <a:xfrm>
            <a:off x="11961877" y="5856370"/>
            <a:ext cx="4676895" cy="720080"/>
          </a:xfrm>
        </p:spPr>
        <p:txBody>
          <a:bodyPr anchor="t">
            <a:noAutofit/>
          </a:bodyPr>
          <a:lstStyle>
            <a:lvl1pPr algn="ct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28" hasCustomPrompt="1"/>
          </p:nvPr>
        </p:nvSpPr>
        <p:spPr>
          <a:xfrm>
            <a:off x="11959179" y="6735723"/>
            <a:ext cx="470262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7" name="正方形/長方形 36"/>
          <p:cNvSpPr/>
          <p:nvPr userDrawn="1"/>
        </p:nvSpPr>
        <p:spPr>
          <a:xfrm>
            <a:off x="12714150" y="6648458"/>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プレースホルダー 6"/>
          <p:cNvSpPr>
            <a:spLocks noGrp="1"/>
          </p:cNvSpPr>
          <p:nvPr>
            <p:ph type="body" sz="quarter" idx="29" hasCustomPrompt="1"/>
          </p:nvPr>
        </p:nvSpPr>
        <p:spPr>
          <a:xfrm>
            <a:off x="2571075" y="3844516"/>
            <a:ext cx="2798199" cy="720080"/>
          </a:xfrm>
        </p:spPr>
        <p:txBody>
          <a:bodyPr anchor="t">
            <a:noAutofit/>
          </a:bodyPr>
          <a:lstStyle>
            <a:lvl1pPr algn="ctr">
              <a:defRPr sz="3200" i="0" baseline="0">
                <a:solidFill>
                  <a:schemeClr val="bg1"/>
                </a:solidFill>
                <a:latin typeface="Route 159 SemiBold" pitchFamily="50" charset="0"/>
              </a:defRPr>
            </a:lvl1pPr>
          </a:lstStyle>
          <a:p>
            <a:pPr lvl="0"/>
            <a:r>
              <a:rPr kumimoji="1" lang="en-US" altLang="ja-JP" dirty="0"/>
              <a:t>Word</a:t>
            </a:r>
            <a:endParaRPr kumimoji="1" lang="ja-JP" altLang="en-US" dirty="0"/>
          </a:p>
        </p:txBody>
      </p:sp>
      <p:sp>
        <p:nvSpPr>
          <p:cNvPr id="42" name="テキスト プレースホルダー 6"/>
          <p:cNvSpPr>
            <a:spLocks noGrp="1"/>
          </p:cNvSpPr>
          <p:nvPr>
            <p:ph type="body" sz="quarter" idx="30" hasCustomPrompt="1"/>
          </p:nvPr>
        </p:nvSpPr>
        <p:spPr>
          <a:xfrm>
            <a:off x="7736150" y="3844516"/>
            <a:ext cx="2798199" cy="720080"/>
          </a:xfrm>
        </p:spPr>
        <p:txBody>
          <a:bodyPr anchor="t">
            <a:noAutofit/>
          </a:bodyPr>
          <a:lstStyle>
            <a:lvl1pPr algn="ctr">
              <a:defRPr sz="3200" i="0" baseline="0">
                <a:solidFill>
                  <a:schemeClr val="bg1"/>
                </a:solidFill>
                <a:latin typeface="Route 159 SemiBold" pitchFamily="50" charset="0"/>
              </a:defRPr>
            </a:lvl1pPr>
          </a:lstStyle>
          <a:p>
            <a:pPr lvl="0"/>
            <a:r>
              <a:rPr kumimoji="1" lang="en-US" altLang="ja-JP" dirty="0"/>
              <a:t>Word</a:t>
            </a:r>
            <a:endParaRPr kumimoji="1" lang="ja-JP" altLang="en-US" dirty="0"/>
          </a:p>
        </p:txBody>
      </p:sp>
      <p:sp>
        <p:nvSpPr>
          <p:cNvPr id="43" name="テキスト プレースホルダー 6"/>
          <p:cNvSpPr>
            <a:spLocks noGrp="1"/>
          </p:cNvSpPr>
          <p:nvPr>
            <p:ph type="body" sz="quarter" idx="31" hasCustomPrompt="1"/>
          </p:nvPr>
        </p:nvSpPr>
        <p:spPr>
          <a:xfrm>
            <a:off x="12901225" y="3844516"/>
            <a:ext cx="2798199" cy="720080"/>
          </a:xfrm>
        </p:spPr>
        <p:txBody>
          <a:bodyPr anchor="t">
            <a:noAutofit/>
          </a:bodyPr>
          <a:lstStyle>
            <a:lvl1pPr algn="ctr">
              <a:defRPr sz="3200" i="0" baseline="0">
                <a:solidFill>
                  <a:schemeClr val="bg1"/>
                </a:solidFill>
                <a:latin typeface="Route 159 SemiBold" pitchFamily="50" charset="0"/>
              </a:defRPr>
            </a:lvl1pPr>
          </a:lstStyle>
          <a:p>
            <a:pPr lvl="0"/>
            <a:r>
              <a:rPr kumimoji="1" lang="en-US" altLang="ja-JP" dirty="0"/>
              <a:t>Word</a:t>
            </a:r>
            <a:endParaRPr kumimoji="1" lang="ja-JP" altLang="en-US" dirty="0"/>
          </a:p>
        </p:txBody>
      </p:sp>
    </p:spTree>
    <p:extLst>
      <p:ext uri="{BB962C8B-B14F-4D97-AF65-F5344CB8AC3E}">
        <p14:creationId xmlns:p14="http://schemas.microsoft.com/office/powerpoint/2010/main" val="67087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750"/>
                                        <p:tgtEl>
                                          <p:spTgt spid="56"/>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750"/>
                                        <p:tgtEl>
                                          <p:spTgt spid="52"/>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750"/>
                                        <p:tgtEl>
                                          <p:spTgt spid="19"/>
                                        </p:tgtEl>
                                      </p:cBhvr>
                                    </p:animEffect>
                                  </p:childTnLst>
                                </p:cTn>
                              </p:par>
                              <p:par>
                                <p:cTn id="22" presetID="2" presetClass="entr" presetSubtype="1" decel="100000" fill="hold" grpId="1" nodeType="withEffect">
                                  <p:stCondLst>
                                    <p:cond delay="0"/>
                                  </p:stCondLst>
                                  <p:childTnLst>
                                    <p:set>
                                      <p:cBhvr>
                                        <p:cTn id="23" dur="1" fill="hold">
                                          <p:stCondLst>
                                            <p:cond delay="0"/>
                                          </p:stCondLst>
                                        </p:cTn>
                                        <p:tgtEl>
                                          <p:spTgt spid="56"/>
                                        </p:tgtEl>
                                        <p:attrNameLst>
                                          <p:attrName>style.visibility</p:attrName>
                                        </p:attrNameLst>
                                      </p:cBhvr>
                                      <p:to>
                                        <p:strVal val="visible"/>
                                      </p:to>
                                    </p:set>
                                    <p:anim calcmode="lin" valueType="num">
                                      <p:cBhvr additive="base">
                                        <p:cTn id="24" dur="750" fill="hold"/>
                                        <p:tgtEl>
                                          <p:spTgt spid="56"/>
                                        </p:tgtEl>
                                        <p:attrNameLst>
                                          <p:attrName>ppt_x</p:attrName>
                                        </p:attrNameLst>
                                      </p:cBhvr>
                                      <p:tavLst>
                                        <p:tav tm="0">
                                          <p:val>
                                            <p:strVal val="#ppt_x"/>
                                          </p:val>
                                        </p:tav>
                                        <p:tav tm="100000">
                                          <p:val>
                                            <p:strVal val="#ppt_x"/>
                                          </p:val>
                                        </p:tav>
                                      </p:tavLst>
                                    </p:anim>
                                    <p:anim calcmode="lin" valueType="num">
                                      <p:cBhvr additive="base">
                                        <p:cTn id="25" dur="750" fill="hold"/>
                                        <p:tgtEl>
                                          <p:spTgt spid="56"/>
                                        </p:tgtEl>
                                        <p:attrNameLst>
                                          <p:attrName>ppt_y</p:attrName>
                                        </p:attrNameLst>
                                      </p:cBhvr>
                                      <p:tavLst>
                                        <p:tav tm="0">
                                          <p:val>
                                            <p:strVal val="0-#ppt_h/2"/>
                                          </p:val>
                                        </p:tav>
                                        <p:tav tm="100000">
                                          <p:val>
                                            <p:strVal val="#ppt_y"/>
                                          </p:val>
                                        </p:tav>
                                      </p:tavLst>
                                    </p:anim>
                                  </p:childTnLst>
                                </p:cTn>
                              </p:par>
                              <p:par>
                                <p:cTn id="26" presetID="2" presetClass="entr" presetSubtype="1" decel="100000" fill="hold" grpId="1" nodeType="withEffect">
                                  <p:stCondLst>
                                    <p:cond delay="100"/>
                                  </p:stCondLst>
                                  <p:childTnLst>
                                    <p:set>
                                      <p:cBhvr>
                                        <p:cTn id="27" dur="1" fill="hold">
                                          <p:stCondLst>
                                            <p:cond delay="0"/>
                                          </p:stCondLst>
                                        </p:cTn>
                                        <p:tgtEl>
                                          <p:spTgt spid="52"/>
                                        </p:tgtEl>
                                        <p:attrNameLst>
                                          <p:attrName>style.visibility</p:attrName>
                                        </p:attrNameLst>
                                      </p:cBhvr>
                                      <p:to>
                                        <p:strVal val="visible"/>
                                      </p:to>
                                    </p:set>
                                    <p:anim calcmode="lin" valueType="num">
                                      <p:cBhvr additive="base">
                                        <p:cTn id="28" dur="750" fill="hold"/>
                                        <p:tgtEl>
                                          <p:spTgt spid="52"/>
                                        </p:tgtEl>
                                        <p:attrNameLst>
                                          <p:attrName>ppt_x</p:attrName>
                                        </p:attrNameLst>
                                      </p:cBhvr>
                                      <p:tavLst>
                                        <p:tav tm="0">
                                          <p:val>
                                            <p:strVal val="#ppt_x"/>
                                          </p:val>
                                        </p:tav>
                                        <p:tav tm="100000">
                                          <p:val>
                                            <p:strVal val="#ppt_x"/>
                                          </p:val>
                                        </p:tav>
                                      </p:tavLst>
                                    </p:anim>
                                    <p:anim calcmode="lin" valueType="num">
                                      <p:cBhvr additive="base">
                                        <p:cTn id="29" dur="750" fill="hold"/>
                                        <p:tgtEl>
                                          <p:spTgt spid="52"/>
                                        </p:tgtEl>
                                        <p:attrNameLst>
                                          <p:attrName>ppt_y</p:attrName>
                                        </p:attrNameLst>
                                      </p:cBhvr>
                                      <p:tavLst>
                                        <p:tav tm="0">
                                          <p:val>
                                            <p:strVal val="0-#ppt_h/2"/>
                                          </p:val>
                                        </p:tav>
                                        <p:tav tm="100000">
                                          <p:val>
                                            <p:strVal val="#ppt_y"/>
                                          </p:val>
                                        </p:tav>
                                      </p:tavLst>
                                    </p:anim>
                                  </p:childTnLst>
                                </p:cTn>
                              </p:par>
                              <p:par>
                                <p:cTn id="30" presetID="2" presetClass="entr" presetSubtype="1" decel="100000" fill="hold" grpId="1" nodeType="withEffect">
                                  <p:stCondLst>
                                    <p:cond delay="20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750" fill="hold"/>
                                        <p:tgtEl>
                                          <p:spTgt spid="19"/>
                                        </p:tgtEl>
                                        <p:attrNameLst>
                                          <p:attrName>ppt_x</p:attrName>
                                        </p:attrNameLst>
                                      </p:cBhvr>
                                      <p:tavLst>
                                        <p:tav tm="0">
                                          <p:val>
                                            <p:strVal val="#ppt_x"/>
                                          </p:val>
                                        </p:tav>
                                        <p:tav tm="100000">
                                          <p:val>
                                            <p:strVal val="#ppt_x"/>
                                          </p:val>
                                        </p:tav>
                                      </p:tavLst>
                                    </p:anim>
                                    <p:anim calcmode="lin" valueType="num">
                                      <p:cBhvr additive="base">
                                        <p:cTn id="33" dur="750" fill="hold"/>
                                        <p:tgtEl>
                                          <p:spTgt spid="19"/>
                                        </p:tgtEl>
                                        <p:attrNameLst>
                                          <p:attrName>ppt_y</p:attrName>
                                        </p:attrNameLst>
                                      </p:cBhvr>
                                      <p:tavLst>
                                        <p:tav tm="0">
                                          <p:val>
                                            <p:strVal val="0-#ppt_h/2"/>
                                          </p:val>
                                        </p:tav>
                                        <p:tav tm="100000">
                                          <p:val>
                                            <p:strVal val="#ppt_y"/>
                                          </p:val>
                                        </p:tav>
                                      </p:tavLst>
                                    </p:anim>
                                  </p:childTnLst>
                                </p:cTn>
                              </p:par>
                              <p:par>
                                <p:cTn id="34" presetID="2" presetClass="entr" presetSubtype="1" decel="100000" fill="hold" grpId="1" nodeType="withEffect">
                                  <p:stCondLst>
                                    <p:cond delay="200"/>
                                  </p:stCondLst>
                                  <p:childTnLst>
                                    <p:set>
                                      <p:cBhvr>
                                        <p:cTn id="35" dur="1" fill="hold">
                                          <p:stCondLst>
                                            <p:cond delay="0"/>
                                          </p:stCondLst>
                                        </p:cTn>
                                        <p:tgtEl>
                                          <p:spTgt spid="41">
                                            <p:txEl>
                                              <p:pRg st="0" end="0"/>
                                            </p:txEl>
                                          </p:spTgt>
                                        </p:tgtEl>
                                        <p:attrNameLst>
                                          <p:attrName>style.visibility</p:attrName>
                                        </p:attrNameLst>
                                      </p:cBhvr>
                                      <p:to>
                                        <p:strVal val="visible"/>
                                      </p:to>
                                    </p:set>
                                    <p:anim calcmode="lin" valueType="num">
                                      <p:cBhvr additive="base">
                                        <p:cTn id="36" dur="750" fill="hold"/>
                                        <p:tgtEl>
                                          <p:spTgt spid="41">
                                            <p:txEl>
                                              <p:pRg st="0" end="0"/>
                                            </p:txEl>
                                          </p:spTgt>
                                        </p:tgtEl>
                                        <p:attrNameLst>
                                          <p:attrName>ppt_x</p:attrName>
                                        </p:attrNameLst>
                                      </p:cBhvr>
                                      <p:tavLst>
                                        <p:tav tm="0">
                                          <p:val>
                                            <p:strVal val="#ppt_x"/>
                                          </p:val>
                                        </p:tav>
                                        <p:tav tm="100000">
                                          <p:val>
                                            <p:strVal val="#ppt_x"/>
                                          </p:val>
                                        </p:tav>
                                      </p:tavLst>
                                    </p:anim>
                                    <p:anim calcmode="lin" valueType="num">
                                      <p:cBhvr additive="base">
                                        <p:cTn id="37" dur="750" fill="hold"/>
                                        <p:tgtEl>
                                          <p:spTgt spid="41">
                                            <p:txEl>
                                              <p:pRg st="0" end="0"/>
                                            </p:txEl>
                                          </p:spTgt>
                                        </p:tgtEl>
                                        <p:attrNameLst>
                                          <p:attrName>ppt_y</p:attrName>
                                        </p:attrNameLst>
                                      </p:cBhvr>
                                      <p:tavLst>
                                        <p:tav tm="0">
                                          <p:val>
                                            <p:strVal val="0-#ppt_h/2"/>
                                          </p:val>
                                        </p:tav>
                                        <p:tav tm="100000">
                                          <p:val>
                                            <p:strVal val="#ppt_y"/>
                                          </p:val>
                                        </p:tav>
                                      </p:tavLst>
                                    </p:anim>
                                  </p:childTnLst>
                                </p:cTn>
                              </p:par>
                              <p:par>
                                <p:cTn id="38" presetID="10" presetClass="entr" presetSubtype="0" fill="hold" grpId="0" nodeType="withEffect">
                                  <p:stCondLst>
                                    <p:cond delay="200"/>
                                  </p:stCondLst>
                                  <p:childTnLst>
                                    <p:set>
                                      <p:cBhvr>
                                        <p:cTn id="39" dur="1" fill="hold">
                                          <p:stCondLst>
                                            <p:cond delay="0"/>
                                          </p:stCondLst>
                                        </p:cTn>
                                        <p:tgtEl>
                                          <p:spTgt spid="41">
                                            <p:txEl>
                                              <p:pRg st="0" end="0"/>
                                            </p:txEl>
                                          </p:spTgt>
                                        </p:tgtEl>
                                        <p:attrNameLst>
                                          <p:attrName>style.visibility</p:attrName>
                                        </p:attrNameLst>
                                      </p:cBhvr>
                                      <p:to>
                                        <p:strVal val="visible"/>
                                      </p:to>
                                    </p:set>
                                    <p:animEffect transition="in" filter="fade">
                                      <p:cBhvr>
                                        <p:cTn id="40" dur="750"/>
                                        <p:tgtEl>
                                          <p:spTgt spid="41">
                                            <p:txEl>
                                              <p:pRg st="0" end="0"/>
                                            </p:txEl>
                                          </p:spTgt>
                                        </p:tgtEl>
                                      </p:cBhvr>
                                    </p:animEffect>
                                  </p:childTnLst>
                                </p:cTn>
                              </p:par>
                            </p:childTnLst>
                          </p:cTn>
                        </p:par>
                        <p:par>
                          <p:cTn id="41" fill="hold">
                            <p:stCondLst>
                              <p:cond delay="1450"/>
                            </p:stCondLst>
                            <p:childTnLst>
                              <p:par>
                                <p:cTn id="42" presetID="2" presetClass="entr" presetSubtype="4" decel="100000" fill="hold" grpId="0" nodeType="afterEffect">
                                  <p:stCondLst>
                                    <p:cond delay="0"/>
                                  </p:stCondLst>
                                  <p:childTnLst>
                                    <p:set>
                                      <p:cBhvr>
                                        <p:cTn id="43" dur="1" fill="hold">
                                          <p:stCondLst>
                                            <p:cond delay="0"/>
                                          </p:stCondLst>
                                        </p:cTn>
                                        <p:tgtEl>
                                          <p:spTgt spid="23">
                                            <p:txEl>
                                              <p:pRg st="0" end="0"/>
                                            </p:txEl>
                                          </p:spTgt>
                                        </p:tgtEl>
                                        <p:attrNameLst>
                                          <p:attrName>style.visibility</p:attrName>
                                        </p:attrNameLst>
                                      </p:cBhvr>
                                      <p:to>
                                        <p:strVal val="visible"/>
                                      </p:to>
                                    </p:set>
                                    <p:anim calcmode="lin" valueType="num">
                                      <p:cBhvr additive="base">
                                        <p:cTn id="44"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46" presetID="2" presetClass="entr" presetSubtype="4" decel="100000" fill="hold" grpId="0" nodeType="withEffect">
                                  <p:stCondLst>
                                    <p:cond delay="0"/>
                                  </p:stCondLst>
                                  <p:childTnLst>
                                    <p:set>
                                      <p:cBhvr>
                                        <p:cTn id="47" dur="1" fill="hold">
                                          <p:stCondLst>
                                            <p:cond delay="0"/>
                                          </p:stCondLst>
                                        </p:cTn>
                                        <p:tgtEl>
                                          <p:spTgt spid="26">
                                            <p:txEl>
                                              <p:pRg st="0" end="0"/>
                                            </p:txEl>
                                          </p:spTgt>
                                        </p:tgtEl>
                                        <p:attrNameLst>
                                          <p:attrName>style.visibility</p:attrName>
                                        </p:attrNameLst>
                                      </p:cBhvr>
                                      <p:to>
                                        <p:strVal val="visible"/>
                                      </p:to>
                                    </p:set>
                                    <p:anim calcmode="lin" valueType="num">
                                      <p:cBhvr additive="base">
                                        <p:cTn id="48"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50" presetID="2" presetClass="entr" presetSubtype="4" decel="10000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 calcmode="lin" valueType="num">
                                      <p:cBhvr additive="base">
                                        <p:cTn id="52" dur="500" fill="hold"/>
                                        <p:tgtEl>
                                          <p:spTgt spid="29"/>
                                        </p:tgtEl>
                                        <p:attrNameLst>
                                          <p:attrName>ppt_x</p:attrName>
                                        </p:attrNameLst>
                                      </p:cBhvr>
                                      <p:tavLst>
                                        <p:tav tm="0">
                                          <p:val>
                                            <p:strVal val="#ppt_x"/>
                                          </p:val>
                                        </p:tav>
                                        <p:tav tm="100000">
                                          <p:val>
                                            <p:strVal val="#ppt_x"/>
                                          </p:val>
                                        </p:tav>
                                      </p:tavLst>
                                    </p:anim>
                                    <p:anim calcmode="lin" valueType="num">
                                      <p:cBhvr additive="base">
                                        <p:cTn id="53" dur="500" fill="hold"/>
                                        <p:tgtEl>
                                          <p:spTgt spid="29"/>
                                        </p:tgtEl>
                                        <p:attrNameLst>
                                          <p:attrName>ppt_y</p:attrName>
                                        </p:attrNameLst>
                                      </p:cBhvr>
                                      <p:tavLst>
                                        <p:tav tm="0">
                                          <p:val>
                                            <p:strVal val="1+#ppt_h/2"/>
                                          </p:val>
                                        </p:tav>
                                        <p:tav tm="100000">
                                          <p:val>
                                            <p:strVal val="#ppt_y"/>
                                          </p:val>
                                        </p:tav>
                                      </p:tavLst>
                                    </p:anim>
                                  </p:childTnLst>
                                </p:cTn>
                              </p:par>
                            </p:childTnLst>
                          </p:cTn>
                        </p:par>
                        <p:par>
                          <p:cTn id="54" fill="hold">
                            <p:stCondLst>
                              <p:cond delay="1950"/>
                            </p:stCondLst>
                            <p:childTnLst>
                              <p:par>
                                <p:cTn id="55" presetID="10" presetClass="entr" presetSubtype="0" fill="hold" grpId="0" nodeType="after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750"/>
                                        <p:tgtEl>
                                          <p:spTgt spid="53"/>
                                        </p:tgtEl>
                                      </p:cBhvr>
                                    </p:animEffect>
                                  </p:childTnLst>
                                </p:cTn>
                              </p:par>
                              <p:par>
                                <p:cTn id="58" presetID="10" presetClass="entr" presetSubtype="0" fill="hold" grpId="0" nodeType="withEffect">
                                  <p:stCondLst>
                                    <p:cond delay="10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750"/>
                                        <p:tgtEl>
                                          <p:spTgt spid="49"/>
                                        </p:tgtEl>
                                      </p:cBhvr>
                                    </p:animEffect>
                                  </p:childTnLst>
                                </p:cTn>
                              </p:par>
                              <p:par>
                                <p:cTn id="61" presetID="10" presetClass="entr" presetSubtype="0" fill="hold" grpId="0" nodeType="withEffect">
                                  <p:stCondLst>
                                    <p:cond delay="20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750"/>
                                        <p:tgtEl>
                                          <p:spTgt spid="10"/>
                                        </p:tgtEl>
                                      </p:cBhvr>
                                    </p:animEffect>
                                  </p:childTnLst>
                                </p:cTn>
                              </p:par>
                              <p:par>
                                <p:cTn id="64" presetID="2" presetClass="entr" presetSubtype="1" decel="100000" fill="hold" grpId="1" nodeType="withEffect">
                                  <p:stCondLst>
                                    <p:cond delay="0"/>
                                  </p:stCondLst>
                                  <p:childTnLst>
                                    <p:set>
                                      <p:cBhvr>
                                        <p:cTn id="65" dur="1" fill="hold">
                                          <p:stCondLst>
                                            <p:cond delay="0"/>
                                          </p:stCondLst>
                                        </p:cTn>
                                        <p:tgtEl>
                                          <p:spTgt spid="53"/>
                                        </p:tgtEl>
                                        <p:attrNameLst>
                                          <p:attrName>style.visibility</p:attrName>
                                        </p:attrNameLst>
                                      </p:cBhvr>
                                      <p:to>
                                        <p:strVal val="visible"/>
                                      </p:to>
                                    </p:set>
                                    <p:anim calcmode="lin" valueType="num">
                                      <p:cBhvr additive="base">
                                        <p:cTn id="66" dur="750" fill="hold"/>
                                        <p:tgtEl>
                                          <p:spTgt spid="53"/>
                                        </p:tgtEl>
                                        <p:attrNameLst>
                                          <p:attrName>ppt_x</p:attrName>
                                        </p:attrNameLst>
                                      </p:cBhvr>
                                      <p:tavLst>
                                        <p:tav tm="0">
                                          <p:val>
                                            <p:strVal val="#ppt_x"/>
                                          </p:val>
                                        </p:tav>
                                        <p:tav tm="100000">
                                          <p:val>
                                            <p:strVal val="#ppt_x"/>
                                          </p:val>
                                        </p:tav>
                                      </p:tavLst>
                                    </p:anim>
                                    <p:anim calcmode="lin" valueType="num">
                                      <p:cBhvr additive="base">
                                        <p:cTn id="67" dur="750" fill="hold"/>
                                        <p:tgtEl>
                                          <p:spTgt spid="53"/>
                                        </p:tgtEl>
                                        <p:attrNameLst>
                                          <p:attrName>ppt_y</p:attrName>
                                        </p:attrNameLst>
                                      </p:cBhvr>
                                      <p:tavLst>
                                        <p:tav tm="0">
                                          <p:val>
                                            <p:strVal val="0-#ppt_h/2"/>
                                          </p:val>
                                        </p:tav>
                                        <p:tav tm="100000">
                                          <p:val>
                                            <p:strVal val="#ppt_y"/>
                                          </p:val>
                                        </p:tav>
                                      </p:tavLst>
                                    </p:anim>
                                  </p:childTnLst>
                                </p:cTn>
                              </p:par>
                              <p:par>
                                <p:cTn id="68" presetID="2" presetClass="entr" presetSubtype="1" decel="100000" fill="hold" grpId="1" nodeType="withEffect">
                                  <p:stCondLst>
                                    <p:cond delay="100"/>
                                  </p:stCondLst>
                                  <p:childTnLst>
                                    <p:set>
                                      <p:cBhvr>
                                        <p:cTn id="69" dur="1" fill="hold">
                                          <p:stCondLst>
                                            <p:cond delay="0"/>
                                          </p:stCondLst>
                                        </p:cTn>
                                        <p:tgtEl>
                                          <p:spTgt spid="49"/>
                                        </p:tgtEl>
                                        <p:attrNameLst>
                                          <p:attrName>style.visibility</p:attrName>
                                        </p:attrNameLst>
                                      </p:cBhvr>
                                      <p:to>
                                        <p:strVal val="visible"/>
                                      </p:to>
                                    </p:set>
                                    <p:anim calcmode="lin" valueType="num">
                                      <p:cBhvr additive="base">
                                        <p:cTn id="70" dur="750" fill="hold"/>
                                        <p:tgtEl>
                                          <p:spTgt spid="49"/>
                                        </p:tgtEl>
                                        <p:attrNameLst>
                                          <p:attrName>ppt_x</p:attrName>
                                        </p:attrNameLst>
                                      </p:cBhvr>
                                      <p:tavLst>
                                        <p:tav tm="0">
                                          <p:val>
                                            <p:strVal val="#ppt_x"/>
                                          </p:val>
                                        </p:tav>
                                        <p:tav tm="100000">
                                          <p:val>
                                            <p:strVal val="#ppt_x"/>
                                          </p:val>
                                        </p:tav>
                                      </p:tavLst>
                                    </p:anim>
                                    <p:anim calcmode="lin" valueType="num">
                                      <p:cBhvr additive="base">
                                        <p:cTn id="71" dur="750" fill="hold"/>
                                        <p:tgtEl>
                                          <p:spTgt spid="49"/>
                                        </p:tgtEl>
                                        <p:attrNameLst>
                                          <p:attrName>ppt_y</p:attrName>
                                        </p:attrNameLst>
                                      </p:cBhvr>
                                      <p:tavLst>
                                        <p:tav tm="0">
                                          <p:val>
                                            <p:strVal val="0-#ppt_h/2"/>
                                          </p:val>
                                        </p:tav>
                                        <p:tav tm="100000">
                                          <p:val>
                                            <p:strVal val="#ppt_y"/>
                                          </p:val>
                                        </p:tav>
                                      </p:tavLst>
                                    </p:anim>
                                  </p:childTnLst>
                                </p:cTn>
                              </p:par>
                              <p:par>
                                <p:cTn id="72" presetID="2" presetClass="entr" presetSubtype="1" decel="100000" fill="hold" grpId="1" nodeType="withEffect">
                                  <p:stCondLst>
                                    <p:cond delay="200"/>
                                  </p:stCondLst>
                                  <p:childTnLst>
                                    <p:set>
                                      <p:cBhvr>
                                        <p:cTn id="73" dur="1" fill="hold">
                                          <p:stCondLst>
                                            <p:cond delay="0"/>
                                          </p:stCondLst>
                                        </p:cTn>
                                        <p:tgtEl>
                                          <p:spTgt spid="10"/>
                                        </p:tgtEl>
                                        <p:attrNameLst>
                                          <p:attrName>style.visibility</p:attrName>
                                        </p:attrNameLst>
                                      </p:cBhvr>
                                      <p:to>
                                        <p:strVal val="visible"/>
                                      </p:to>
                                    </p:set>
                                    <p:anim calcmode="lin" valueType="num">
                                      <p:cBhvr additive="base">
                                        <p:cTn id="74" dur="750" fill="hold"/>
                                        <p:tgtEl>
                                          <p:spTgt spid="10"/>
                                        </p:tgtEl>
                                        <p:attrNameLst>
                                          <p:attrName>ppt_x</p:attrName>
                                        </p:attrNameLst>
                                      </p:cBhvr>
                                      <p:tavLst>
                                        <p:tav tm="0">
                                          <p:val>
                                            <p:strVal val="#ppt_x"/>
                                          </p:val>
                                        </p:tav>
                                        <p:tav tm="100000">
                                          <p:val>
                                            <p:strVal val="#ppt_x"/>
                                          </p:val>
                                        </p:tav>
                                      </p:tavLst>
                                    </p:anim>
                                    <p:anim calcmode="lin" valueType="num">
                                      <p:cBhvr additive="base">
                                        <p:cTn id="75" dur="750" fill="hold"/>
                                        <p:tgtEl>
                                          <p:spTgt spid="10"/>
                                        </p:tgtEl>
                                        <p:attrNameLst>
                                          <p:attrName>ppt_y</p:attrName>
                                        </p:attrNameLst>
                                      </p:cBhvr>
                                      <p:tavLst>
                                        <p:tav tm="0">
                                          <p:val>
                                            <p:strVal val="0-#ppt_h/2"/>
                                          </p:val>
                                        </p:tav>
                                        <p:tav tm="100000">
                                          <p:val>
                                            <p:strVal val="#ppt_y"/>
                                          </p:val>
                                        </p:tav>
                                      </p:tavLst>
                                    </p:anim>
                                  </p:childTnLst>
                                </p:cTn>
                              </p:par>
                              <p:par>
                                <p:cTn id="76" presetID="2" presetClass="entr" presetSubtype="1" decel="100000" fill="hold" grpId="1" nodeType="withEffect">
                                  <p:stCondLst>
                                    <p:cond delay="200"/>
                                  </p:stCondLst>
                                  <p:childTnLst>
                                    <p:set>
                                      <p:cBhvr>
                                        <p:cTn id="77" dur="1" fill="hold">
                                          <p:stCondLst>
                                            <p:cond delay="0"/>
                                          </p:stCondLst>
                                        </p:cTn>
                                        <p:tgtEl>
                                          <p:spTgt spid="42">
                                            <p:txEl>
                                              <p:pRg st="0" end="0"/>
                                            </p:txEl>
                                          </p:spTgt>
                                        </p:tgtEl>
                                        <p:attrNameLst>
                                          <p:attrName>style.visibility</p:attrName>
                                        </p:attrNameLst>
                                      </p:cBhvr>
                                      <p:to>
                                        <p:strVal val="visible"/>
                                      </p:to>
                                    </p:set>
                                    <p:anim calcmode="lin" valueType="num">
                                      <p:cBhvr additive="base">
                                        <p:cTn id="78" dur="75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79" dur="750" fill="hold"/>
                                        <p:tgtEl>
                                          <p:spTgt spid="42">
                                            <p:txEl>
                                              <p:pRg st="0" end="0"/>
                                            </p:txEl>
                                          </p:spTgt>
                                        </p:tgtEl>
                                        <p:attrNameLst>
                                          <p:attrName>ppt_y</p:attrName>
                                        </p:attrNameLst>
                                      </p:cBhvr>
                                      <p:tavLst>
                                        <p:tav tm="0">
                                          <p:val>
                                            <p:strVal val="0-#ppt_h/2"/>
                                          </p:val>
                                        </p:tav>
                                        <p:tav tm="100000">
                                          <p:val>
                                            <p:strVal val="#ppt_y"/>
                                          </p:val>
                                        </p:tav>
                                      </p:tavLst>
                                    </p:anim>
                                  </p:childTnLst>
                                </p:cTn>
                              </p:par>
                              <p:par>
                                <p:cTn id="80" presetID="10" presetClass="entr" presetSubtype="0" fill="hold" grpId="0" nodeType="withEffect">
                                  <p:stCondLst>
                                    <p:cond delay="200"/>
                                  </p:stCondLst>
                                  <p:childTnLst>
                                    <p:set>
                                      <p:cBhvr>
                                        <p:cTn id="81" dur="1" fill="hold">
                                          <p:stCondLst>
                                            <p:cond delay="0"/>
                                          </p:stCondLst>
                                        </p:cTn>
                                        <p:tgtEl>
                                          <p:spTgt spid="42">
                                            <p:txEl>
                                              <p:pRg st="0" end="0"/>
                                            </p:txEl>
                                          </p:spTgt>
                                        </p:tgtEl>
                                        <p:attrNameLst>
                                          <p:attrName>style.visibility</p:attrName>
                                        </p:attrNameLst>
                                      </p:cBhvr>
                                      <p:to>
                                        <p:strVal val="visible"/>
                                      </p:to>
                                    </p:set>
                                    <p:animEffect transition="in" filter="fade">
                                      <p:cBhvr>
                                        <p:cTn id="82" dur="750"/>
                                        <p:tgtEl>
                                          <p:spTgt spid="42">
                                            <p:txEl>
                                              <p:pRg st="0" end="0"/>
                                            </p:txEl>
                                          </p:spTgt>
                                        </p:tgtEl>
                                      </p:cBhvr>
                                    </p:animEffect>
                                  </p:childTnLst>
                                </p:cTn>
                              </p:par>
                            </p:childTnLst>
                          </p:cTn>
                        </p:par>
                        <p:par>
                          <p:cTn id="83" fill="hold">
                            <p:stCondLst>
                              <p:cond delay="2900"/>
                            </p:stCondLst>
                            <p:childTnLst>
                              <p:par>
                                <p:cTn id="84" presetID="2" presetClass="entr" presetSubtype="4" decel="100000" fill="hold" grpId="0" nodeType="afterEffect">
                                  <p:stCondLst>
                                    <p:cond delay="0"/>
                                  </p:stCondLst>
                                  <p:childTnLst>
                                    <p:set>
                                      <p:cBhvr>
                                        <p:cTn id="85" dur="1" fill="hold">
                                          <p:stCondLst>
                                            <p:cond delay="0"/>
                                          </p:stCondLst>
                                        </p:cTn>
                                        <p:tgtEl>
                                          <p:spTgt spid="32">
                                            <p:txEl>
                                              <p:pRg st="0" end="0"/>
                                            </p:txEl>
                                          </p:spTgt>
                                        </p:tgtEl>
                                        <p:attrNameLst>
                                          <p:attrName>style.visibility</p:attrName>
                                        </p:attrNameLst>
                                      </p:cBhvr>
                                      <p:to>
                                        <p:strVal val="visible"/>
                                      </p:to>
                                    </p:set>
                                    <p:anim calcmode="lin" valueType="num">
                                      <p:cBhvr additive="base">
                                        <p:cTn id="86"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32">
                                            <p:txEl>
                                              <p:pRg st="0" end="0"/>
                                            </p:txEl>
                                          </p:spTgt>
                                        </p:tgtEl>
                                        <p:attrNameLst>
                                          <p:attrName>ppt_y</p:attrName>
                                        </p:attrNameLst>
                                      </p:cBhvr>
                                      <p:tavLst>
                                        <p:tav tm="0">
                                          <p:val>
                                            <p:strVal val="1+#ppt_h/2"/>
                                          </p:val>
                                        </p:tav>
                                        <p:tav tm="100000">
                                          <p:val>
                                            <p:strVal val="#ppt_y"/>
                                          </p:val>
                                        </p:tav>
                                      </p:tavLst>
                                    </p:anim>
                                  </p:childTnLst>
                                </p:cTn>
                              </p:par>
                              <p:par>
                                <p:cTn id="88" presetID="2" presetClass="entr" presetSubtype="4" decel="100000" fill="hold" grpId="0" nodeType="withEffect">
                                  <p:stCondLst>
                                    <p:cond delay="0"/>
                                  </p:stCondLst>
                                  <p:childTnLst>
                                    <p:set>
                                      <p:cBhvr>
                                        <p:cTn id="89" dur="1" fill="hold">
                                          <p:stCondLst>
                                            <p:cond delay="0"/>
                                          </p:stCondLst>
                                        </p:cTn>
                                        <p:tgtEl>
                                          <p:spTgt spid="33">
                                            <p:txEl>
                                              <p:pRg st="0" end="0"/>
                                            </p:txEl>
                                          </p:spTgt>
                                        </p:tgtEl>
                                        <p:attrNameLst>
                                          <p:attrName>style.visibility</p:attrName>
                                        </p:attrNameLst>
                                      </p:cBhvr>
                                      <p:to>
                                        <p:strVal val="visible"/>
                                      </p:to>
                                    </p:set>
                                    <p:anim calcmode="lin" valueType="num">
                                      <p:cBhvr additive="base">
                                        <p:cTn id="90"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33">
                                            <p:txEl>
                                              <p:pRg st="0" end="0"/>
                                            </p:txEl>
                                          </p:spTgt>
                                        </p:tgtEl>
                                        <p:attrNameLst>
                                          <p:attrName>ppt_y</p:attrName>
                                        </p:attrNameLst>
                                      </p:cBhvr>
                                      <p:tavLst>
                                        <p:tav tm="0">
                                          <p:val>
                                            <p:strVal val="1+#ppt_h/2"/>
                                          </p:val>
                                        </p:tav>
                                        <p:tav tm="100000">
                                          <p:val>
                                            <p:strVal val="#ppt_y"/>
                                          </p:val>
                                        </p:tav>
                                      </p:tavLst>
                                    </p:anim>
                                  </p:childTnLst>
                                </p:cTn>
                              </p:par>
                              <p:par>
                                <p:cTn id="92" presetID="2" presetClass="entr" presetSubtype="4" decel="10000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 calcmode="lin" valueType="num">
                                      <p:cBhvr additive="base">
                                        <p:cTn id="94" dur="500" fill="hold"/>
                                        <p:tgtEl>
                                          <p:spTgt spid="34"/>
                                        </p:tgtEl>
                                        <p:attrNameLst>
                                          <p:attrName>ppt_x</p:attrName>
                                        </p:attrNameLst>
                                      </p:cBhvr>
                                      <p:tavLst>
                                        <p:tav tm="0">
                                          <p:val>
                                            <p:strVal val="#ppt_x"/>
                                          </p:val>
                                        </p:tav>
                                        <p:tav tm="100000">
                                          <p:val>
                                            <p:strVal val="#ppt_x"/>
                                          </p:val>
                                        </p:tav>
                                      </p:tavLst>
                                    </p:anim>
                                    <p:anim calcmode="lin" valueType="num">
                                      <p:cBhvr additive="base">
                                        <p:cTn id="95" dur="500" fill="hold"/>
                                        <p:tgtEl>
                                          <p:spTgt spid="34"/>
                                        </p:tgtEl>
                                        <p:attrNameLst>
                                          <p:attrName>ppt_y</p:attrName>
                                        </p:attrNameLst>
                                      </p:cBhvr>
                                      <p:tavLst>
                                        <p:tav tm="0">
                                          <p:val>
                                            <p:strVal val="1+#ppt_h/2"/>
                                          </p:val>
                                        </p:tav>
                                        <p:tav tm="100000">
                                          <p:val>
                                            <p:strVal val="#ppt_y"/>
                                          </p:val>
                                        </p:tav>
                                      </p:tavLst>
                                    </p:anim>
                                  </p:childTnLst>
                                </p:cTn>
                              </p:par>
                            </p:childTnLst>
                          </p:cTn>
                        </p:par>
                        <p:par>
                          <p:cTn id="96" fill="hold">
                            <p:stCondLst>
                              <p:cond delay="3400"/>
                            </p:stCondLst>
                            <p:childTnLst>
                              <p:par>
                                <p:cTn id="97" presetID="10" presetClass="entr" presetSubtype="0" fill="hold" grpId="0" nodeType="afterEffect">
                                  <p:stCondLst>
                                    <p:cond delay="0"/>
                                  </p:stCondLst>
                                  <p:childTnLst>
                                    <p:set>
                                      <p:cBhvr>
                                        <p:cTn id="98" dur="1" fill="hold">
                                          <p:stCondLst>
                                            <p:cond delay="0"/>
                                          </p:stCondLst>
                                        </p:cTn>
                                        <p:tgtEl>
                                          <p:spTgt spid="54"/>
                                        </p:tgtEl>
                                        <p:attrNameLst>
                                          <p:attrName>style.visibility</p:attrName>
                                        </p:attrNameLst>
                                      </p:cBhvr>
                                      <p:to>
                                        <p:strVal val="visible"/>
                                      </p:to>
                                    </p:set>
                                    <p:animEffect transition="in" filter="fade">
                                      <p:cBhvr>
                                        <p:cTn id="99" dur="750"/>
                                        <p:tgtEl>
                                          <p:spTgt spid="54"/>
                                        </p:tgtEl>
                                      </p:cBhvr>
                                    </p:animEffect>
                                  </p:childTnLst>
                                </p:cTn>
                              </p:par>
                              <p:par>
                                <p:cTn id="100" presetID="10" presetClass="entr" presetSubtype="0" fill="hold" grpId="0" nodeType="withEffect">
                                  <p:stCondLst>
                                    <p:cond delay="10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750"/>
                                        <p:tgtEl>
                                          <p:spTgt spid="50"/>
                                        </p:tgtEl>
                                      </p:cBhvr>
                                    </p:animEffect>
                                  </p:childTnLst>
                                </p:cTn>
                              </p:par>
                              <p:par>
                                <p:cTn id="103" presetID="10" presetClass="entr" presetSubtype="0" fill="hold" grpId="0" nodeType="withEffect">
                                  <p:stCondLst>
                                    <p:cond delay="200"/>
                                  </p:stCondLst>
                                  <p:childTnLst>
                                    <p:set>
                                      <p:cBhvr>
                                        <p:cTn id="104" dur="1" fill="hold">
                                          <p:stCondLst>
                                            <p:cond delay="0"/>
                                          </p:stCondLst>
                                        </p:cTn>
                                        <p:tgtEl>
                                          <p:spTgt spid="12"/>
                                        </p:tgtEl>
                                        <p:attrNameLst>
                                          <p:attrName>style.visibility</p:attrName>
                                        </p:attrNameLst>
                                      </p:cBhvr>
                                      <p:to>
                                        <p:strVal val="visible"/>
                                      </p:to>
                                    </p:set>
                                    <p:animEffect transition="in" filter="fade">
                                      <p:cBhvr>
                                        <p:cTn id="105" dur="750"/>
                                        <p:tgtEl>
                                          <p:spTgt spid="12"/>
                                        </p:tgtEl>
                                      </p:cBhvr>
                                    </p:animEffect>
                                  </p:childTnLst>
                                </p:cTn>
                              </p:par>
                              <p:par>
                                <p:cTn id="106" presetID="2" presetClass="entr" presetSubtype="1" decel="100000" fill="hold" grpId="1" nodeType="withEffect">
                                  <p:stCondLst>
                                    <p:cond delay="0"/>
                                  </p:stCondLst>
                                  <p:childTnLst>
                                    <p:set>
                                      <p:cBhvr>
                                        <p:cTn id="107" dur="1" fill="hold">
                                          <p:stCondLst>
                                            <p:cond delay="0"/>
                                          </p:stCondLst>
                                        </p:cTn>
                                        <p:tgtEl>
                                          <p:spTgt spid="54"/>
                                        </p:tgtEl>
                                        <p:attrNameLst>
                                          <p:attrName>style.visibility</p:attrName>
                                        </p:attrNameLst>
                                      </p:cBhvr>
                                      <p:to>
                                        <p:strVal val="visible"/>
                                      </p:to>
                                    </p:set>
                                    <p:anim calcmode="lin" valueType="num">
                                      <p:cBhvr additive="base">
                                        <p:cTn id="108" dur="750" fill="hold"/>
                                        <p:tgtEl>
                                          <p:spTgt spid="54"/>
                                        </p:tgtEl>
                                        <p:attrNameLst>
                                          <p:attrName>ppt_x</p:attrName>
                                        </p:attrNameLst>
                                      </p:cBhvr>
                                      <p:tavLst>
                                        <p:tav tm="0">
                                          <p:val>
                                            <p:strVal val="#ppt_x"/>
                                          </p:val>
                                        </p:tav>
                                        <p:tav tm="100000">
                                          <p:val>
                                            <p:strVal val="#ppt_x"/>
                                          </p:val>
                                        </p:tav>
                                      </p:tavLst>
                                    </p:anim>
                                    <p:anim calcmode="lin" valueType="num">
                                      <p:cBhvr additive="base">
                                        <p:cTn id="109" dur="750" fill="hold"/>
                                        <p:tgtEl>
                                          <p:spTgt spid="54"/>
                                        </p:tgtEl>
                                        <p:attrNameLst>
                                          <p:attrName>ppt_y</p:attrName>
                                        </p:attrNameLst>
                                      </p:cBhvr>
                                      <p:tavLst>
                                        <p:tav tm="0">
                                          <p:val>
                                            <p:strVal val="0-#ppt_h/2"/>
                                          </p:val>
                                        </p:tav>
                                        <p:tav tm="100000">
                                          <p:val>
                                            <p:strVal val="#ppt_y"/>
                                          </p:val>
                                        </p:tav>
                                      </p:tavLst>
                                    </p:anim>
                                  </p:childTnLst>
                                </p:cTn>
                              </p:par>
                              <p:par>
                                <p:cTn id="110" presetID="2" presetClass="entr" presetSubtype="1" decel="100000" fill="hold" grpId="1" nodeType="withEffect">
                                  <p:stCondLst>
                                    <p:cond delay="100"/>
                                  </p:stCondLst>
                                  <p:childTnLst>
                                    <p:set>
                                      <p:cBhvr>
                                        <p:cTn id="111" dur="1" fill="hold">
                                          <p:stCondLst>
                                            <p:cond delay="0"/>
                                          </p:stCondLst>
                                        </p:cTn>
                                        <p:tgtEl>
                                          <p:spTgt spid="50"/>
                                        </p:tgtEl>
                                        <p:attrNameLst>
                                          <p:attrName>style.visibility</p:attrName>
                                        </p:attrNameLst>
                                      </p:cBhvr>
                                      <p:to>
                                        <p:strVal val="visible"/>
                                      </p:to>
                                    </p:set>
                                    <p:anim calcmode="lin" valueType="num">
                                      <p:cBhvr additive="base">
                                        <p:cTn id="112" dur="750" fill="hold"/>
                                        <p:tgtEl>
                                          <p:spTgt spid="50"/>
                                        </p:tgtEl>
                                        <p:attrNameLst>
                                          <p:attrName>ppt_x</p:attrName>
                                        </p:attrNameLst>
                                      </p:cBhvr>
                                      <p:tavLst>
                                        <p:tav tm="0">
                                          <p:val>
                                            <p:strVal val="#ppt_x"/>
                                          </p:val>
                                        </p:tav>
                                        <p:tav tm="100000">
                                          <p:val>
                                            <p:strVal val="#ppt_x"/>
                                          </p:val>
                                        </p:tav>
                                      </p:tavLst>
                                    </p:anim>
                                    <p:anim calcmode="lin" valueType="num">
                                      <p:cBhvr additive="base">
                                        <p:cTn id="113" dur="750" fill="hold"/>
                                        <p:tgtEl>
                                          <p:spTgt spid="50"/>
                                        </p:tgtEl>
                                        <p:attrNameLst>
                                          <p:attrName>ppt_y</p:attrName>
                                        </p:attrNameLst>
                                      </p:cBhvr>
                                      <p:tavLst>
                                        <p:tav tm="0">
                                          <p:val>
                                            <p:strVal val="0-#ppt_h/2"/>
                                          </p:val>
                                        </p:tav>
                                        <p:tav tm="100000">
                                          <p:val>
                                            <p:strVal val="#ppt_y"/>
                                          </p:val>
                                        </p:tav>
                                      </p:tavLst>
                                    </p:anim>
                                  </p:childTnLst>
                                </p:cTn>
                              </p:par>
                              <p:par>
                                <p:cTn id="114" presetID="2" presetClass="entr" presetSubtype="1" decel="100000" fill="hold" grpId="1" nodeType="withEffect">
                                  <p:stCondLst>
                                    <p:cond delay="200"/>
                                  </p:stCondLst>
                                  <p:childTnLst>
                                    <p:set>
                                      <p:cBhvr>
                                        <p:cTn id="115" dur="1" fill="hold">
                                          <p:stCondLst>
                                            <p:cond delay="0"/>
                                          </p:stCondLst>
                                        </p:cTn>
                                        <p:tgtEl>
                                          <p:spTgt spid="12"/>
                                        </p:tgtEl>
                                        <p:attrNameLst>
                                          <p:attrName>style.visibility</p:attrName>
                                        </p:attrNameLst>
                                      </p:cBhvr>
                                      <p:to>
                                        <p:strVal val="visible"/>
                                      </p:to>
                                    </p:set>
                                    <p:anim calcmode="lin" valueType="num">
                                      <p:cBhvr additive="base">
                                        <p:cTn id="116" dur="750" fill="hold"/>
                                        <p:tgtEl>
                                          <p:spTgt spid="12"/>
                                        </p:tgtEl>
                                        <p:attrNameLst>
                                          <p:attrName>ppt_x</p:attrName>
                                        </p:attrNameLst>
                                      </p:cBhvr>
                                      <p:tavLst>
                                        <p:tav tm="0">
                                          <p:val>
                                            <p:strVal val="#ppt_x"/>
                                          </p:val>
                                        </p:tav>
                                        <p:tav tm="100000">
                                          <p:val>
                                            <p:strVal val="#ppt_x"/>
                                          </p:val>
                                        </p:tav>
                                      </p:tavLst>
                                    </p:anim>
                                    <p:anim calcmode="lin" valueType="num">
                                      <p:cBhvr additive="base">
                                        <p:cTn id="117" dur="750" fill="hold"/>
                                        <p:tgtEl>
                                          <p:spTgt spid="12"/>
                                        </p:tgtEl>
                                        <p:attrNameLst>
                                          <p:attrName>ppt_y</p:attrName>
                                        </p:attrNameLst>
                                      </p:cBhvr>
                                      <p:tavLst>
                                        <p:tav tm="0">
                                          <p:val>
                                            <p:strVal val="0-#ppt_h/2"/>
                                          </p:val>
                                        </p:tav>
                                        <p:tav tm="100000">
                                          <p:val>
                                            <p:strVal val="#ppt_y"/>
                                          </p:val>
                                        </p:tav>
                                      </p:tavLst>
                                    </p:anim>
                                  </p:childTnLst>
                                </p:cTn>
                              </p:par>
                              <p:par>
                                <p:cTn id="118" presetID="10" presetClass="entr" presetSubtype="0" fill="hold" grpId="0" nodeType="withEffect">
                                  <p:stCondLst>
                                    <p:cond delay="200"/>
                                  </p:stCondLst>
                                  <p:childTnLst>
                                    <p:set>
                                      <p:cBhvr>
                                        <p:cTn id="119" dur="1" fill="hold">
                                          <p:stCondLst>
                                            <p:cond delay="0"/>
                                          </p:stCondLst>
                                        </p:cTn>
                                        <p:tgtEl>
                                          <p:spTgt spid="43">
                                            <p:txEl>
                                              <p:pRg st="0" end="0"/>
                                            </p:txEl>
                                          </p:spTgt>
                                        </p:tgtEl>
                                        <p:attrNameLst>
                                          <p:attrName>style.visibility</p:attrName>
                                        </p:attrNameLst>
                                      </p:cBhvr>
                                      <p:to>
                                        <p:strVal val="visible"/>
                                      </p:to>
                                    </p:set>
                                    <p:animEffect transition="in" filter="fade">
                                      <p:cBhvr>
                                        <p:cTn id="120" dur="750"/>
                                        <p:tgtEl>
                                          <p:spTgt spid="43">
                                            <p:txEl>
                                              <p:pRg st="0" end="0"/>
                                            </p:txEl>
                                          </p:spTgt>
                                        </p:tgtEl>
                                      </p:cBhvr>
                                    </p:animEffect>
                                  </p:childTnLst>
                                </p:cTn>
                              </p:par>
                              <p:par>
                                <p:cTn id="121" presetID="2" presetClass="entr" presetSubtype="1" decel="100000" fill="hold" grpId="1" nodeType="withEffect">
                                  <p:stCondLst>
                                    <p:cond delay="200"/>
                                  </p:stCondLst>
                                  <p:childTnLst>
                                    <p:set>
                                      <p:cBhvr>
                                        <p:cTn id="122" dur="1" fill="hold">
                                          <p:stCondLst>
                                            <p:cond delay="0"/>
                                          </p:stCondLst>
                                        </p:cTn>
                                        <p:tgtEl>
                                          <p:spTgt spid="43">
                                            <p:txEl>
                                              <p:pRg st="0" end="0"/>
                                            </p:txEl>
                                          </p:spTgt>
                                        </p:tgtEl>
                                        <p:attrNameLst>
                                          <p:attrName>style.visibility</p:attrName>
                                        </p:attrNameLst>
                                      </p:cBhvr>
                                      <p:to>
                                        <p:strVal val="visible"/>
                                      </p:to>
                                    </p:set>
                                    <p:anim calcmode="lin" valueType="num">
                                      <p:cBhvr additive="base">
                                        <p:cTn id="123" dur="75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124" dur="750" fill="hold"/>
                                        <p:tgtEl>
                                          <p:spTgt spid="43">
                                            <p:txEl>
                                              <p:pRg st="0" end="0"/>
                                            </p:txEl>
                                          </p:spTgt>
                                        </p:tgtEl>
                                        <p:attrNameLst>
                                          <p:attrName>ppt_y</p:attrName>
                                        </p:attrNameLst>
                                      </p:cBhvr>
                                      <p:tavLst>
                                        <p:tav tm="0">
                                          <p:val>
                                            <p:strVal val="0-#ppt_h/2"/>
                                          </p:val>
                                        </p:tav>
                                        <p:tav tm="100000">
                                          <p:val>
                                            <p:strVal val="#ppt_y"/>
                                          </p:val>
                                        </p:tav>
                                      </p:tavLst>
                                    </p:anim>
                                  </p:childTnLst>
                                </p:cTn>
                              </p:par>
                            </p:childTnLst>
                          </p:cTn>
                        </p:par>
                        <p:par>
                          <p:cTn id="125" fill="hold">
                            <p:stCondLst>
                              <p:cond delay="4350"/>
                            </p:stCondLst>
                            <p:childTnLst>
                              <p:par>
                                <p:cTn id="126" presetID="2" presetClass="entr" presetSubtype="4" decel="100000" fill="hold" grpId="0" nodeType="afterEffect">
                                  <p:stCondLst>
                                    <p:cond delay="0"/>
                                  </p:stCondLst>
                                  <p:childTnLst>
                                    <p:set>
                                      <p:cBhvr>
                                        <p:cTn id="127" dur="1" fill="hold">
                                          <p:stCondLst>
                                            <p:cond delay="0"/>
                                          </p:stCondLst>
                                        </p:cTn>
                                        <p:tgtEl>
                                          <p:spTgt spid="35">
                                            <p:txEl>
                                              <p:pRg st="0" end="0"/>
                                            </p:txEl>
                                          </p:spTgt>
                                        </p:tgtEl>
                                        <p:attrNameLst>
                                          <p:attrName>style.visibility</p:attrName>
                                        </p:attrNameLst>
                                      </p:cBhvr>
                                      <p:to>
                                        <p:strVal val="visible"/>
                                      </p:to>
                                    </p:set>
                                    <p:anim calcmode="lin" valueType="num">
                                      <p:cBhvr additive="base">
                                        <p:cTn id="128"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35">
                                            <p:txEl>
                                              <p:pRg st="0" end="0"/>
                                            </p:txEl>
                                          </p:spTgt>
                                        </p:tgtEl>
                                        <p:attrNameLst>
                                          <p:attrName>ppt_y</p:attrName>
                                        </p:attrNameLst>
                                      </p:cBhvr>
                                      <p:tavLst>
                                        <p:tav tm="0">
                                          <p:val>
                                            <p:strVal val="1+#ppt_h/2"/>
                                          </p:val>
                                        </p:tav>
                                        <p:tav tm="100000">
                                          <p:val>
                                            <p:strVal val="#ppt_y"/>
                                          </p:val>
                                        </p:tav>
                                      </p:tavLst>
                                    </p:anim>
                                  </p:childTnLst>
                                </p:cTn>
                              </p:par>
                              <p:par>
                                <p:cTn id="130" presetID="2" presetClass="entr" presetSubtype="4" decel="100000" fill="hold" grpId="0" nodeType="withEffect">
                                  <p:stCondLst>
                                    <p:cond delay="0"/>
                                  </p:stCondLst>
                                  <p:childTnLst>
                                    <p:set>
                                      <p:cBhvr>
                                        <p:cTn id="131" dur="1" fill="hold">
                                          <p:stCondLst>
                                            <p:cond delay="0"/>
                                          </p:stCondLst>
                                        </p:cTn>
                                        <p:tgtEl>
                                          <p:spTgt spid="36">
                                            <p:txEl>
                                              <p:pRg st="0" end="0"/>
                                            </p:txEl>
                                          </p:spTgt>
                                        </p:tgtEl>
                                        <p:attrNameLst>
                                          <p:attrName>style.visibility</p:attrName>
                                        </p:attrNameLst>
                                      </p:cBhvr>
                                      <p:to>
                                        <p:strVal val="visible"/>
                                      </p:to>
                                    </p:set>
                                    <p:anim calcmode="lin" valueType="num">
                                      <p:cBhvr additive="base">
                                        <p:cTn id="132"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133" dur="500" fill="hold"/>
                                        <p:tgtEl>
                                          <p:spTgt spid="36">
                                            <p:txEl>
                                              <p:pRg st="0" end="0"/>
                                            </p:txEl>
                                          </p:spTgt>
                                        </p:tgtEl>
                                        <p:attrNameLst>
                                          <p:attrName>ppt_y</p:attrName>
                                        </p:attrNameLst>
                                      </p:cBhvr>
                                      <p:tavLst>
                                        <p:tav tm="0">
                                          <p:val>
                                            <p:strVal val="1+#ppt_h/2"/>
                                          </p:val>
                                        </p:tav>
                                        <p:tav tm="100000">
                                          <p:val>
                                            <p:strVal val="#ppt_y"/>
                                          </p:val>
                                        </p:tav>
                                      </p:tavLst>
                                    </p:anim>
                                  </p:childTnLst>
                                </p:cTn>
                              </p:par>
                              <p:par>
                                <p:cTn id="134" presetID="2" presetClass="entr" presetSubtype="4" decel="100000" fill="hold" grpId="0" nodeType="withEffect">
                                  <p:stCondLst>
                                    <p:cond delay="0"/>
                                  </p:stCondLst>
                                  <p:childTnLst>
                                    <p:set>
                                      <p:cBhvr>
                                        <p:cTn id="135" dur="1" fill="hold">
                                          <p:stCondLst>
                                            <p:cond delay="0"/>
                                          </p:stCondLst>
                                        </p:cTn>
                                        <p:tgtEl>
                                          <p:spTgt spid="37"/>
                                        </p:tgtEl>
                                        <p:attrNameLst>
                                          <p:attrName>style.visibility</p:attrName>
                                        </p:attrNameLst>
                                      </p:cBhvr>
                                      <p:to>
                                        <p:strVal val="visible"/>
                                      </p:to>
                                    </p:set>
                                    <p:anim calcmode="lin" valueType="num">
                                      <p:cBhvr additive="base">
                                        <p:cTn id="136" dur="500" fill="hold"/>
                                        <p:tgtEl>
                                          <p:spTgt spid="37"/>
                                        </p:tgtEl>
                                        <p:attrNameLst>
                                          <p:attrName>ppt_x</p:attrName>
                                        </p:attrNameLst>
                                      </p:cBhvr>
                                      <p:tavLst>
                                        <p:tav tm="0">
                                          <p:val>
                                            <p:strVal val="#ppt_x"/>
                                          </p:val>
                                        </p:tav>
                                        <p:tav tm="100000">
                                          <p:val>
                                            <p:strVal val="#ppt_x"/>
                                          </p:val>
                                        </p:tav>
                                      </p:tavLst>
                                    </p:anim>
                                    <p:anim calcmode="lin" valueType="num">
                                      <p:cBhvr additive="base">
                                        <p:cTn id="137"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3" grpId="1" animBg="1"/>
      <p:bldP spid="54" grpId="0" animBg="1"/>
      <p:bldP spid="54" grpId="1" animBg="1"/>
      <p:bldP spid="56" grpId="0" animBg="1"/>
      <p:bldP spid="56" grpId="1" animBg="1"/>
      <p:bldP spid="49" grpId="0" animBg="1"/>
      <p:bldP spid="49" grpId="1" animBg="1"/>
      <p:bldP spid="50" grpId="0" animBg="1"/>
      <p:bldP spid="50" grpId="1" animBg="1"/>
      <p:bldP spid="52" grpId="0" animBg="1"/>
      <p:bldP spid="52" grpId="1" animBg="1"/>
      <p:bldP spid="10" grpId="0" animBg="1"/>
      <p:bldP spid="10" grpId="1" animBg="1"/>
      <p:bldP spid="12" grpId="0" animBg="1"/>
      <p:bldP spid="12" grpId="1" animBg="1"/>
      <p:bldP spid="19" grpId="0" animBg="1"/>
      <p:bldP spid="19"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23" grpId="0" build="p">
        <p:tmplLst>
          <p:tmpl lvl="1">
            <p:tnLst>
              <p:par>
                <p:cTn presetID="2" presetClass="entr" presetSubtype="4" decel="10000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6" grpId="0" build="p">
        <p:tmplLst>
          <p:tmpl lvl="1">
            <p:tnLst>
              <p:par>
                <p:cTn presetID="2" presetClass="entr" presetSubtype="4" decel="10000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9" grpId="0" animBg="1"/>
      <p:bldP spid="32" grpId="0" build="p">
        <p:tmplLst>
          <p:tmpl lvl="1">
            <p:tnLst>
              <p:par>
                <p:cTn presetID="2" presetClass="entr" presetSubtype="4" decel="10000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build="p">
        <p:tmplLst>
          <p:tmpl lvl="1">
            <p:tnLst>
              <p:par>
                <p:cTn presetID="2" presetClass="entr" presetSubtype="4" decel="10000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P spid="34" grpId="0" animBg="1"/>
      <p:bldP spid="35" grpId="0" build="p">
        <p:tmplLst>
          <p:tmpl lvl="1">
            <p:tnLst>
              <p:par>
                <p:cTn presetID="2" presetClass="entr" presetSubtype="4"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P spid="36" grpId="0" build="p">
        <p:tmplLst>
          <p:tmpl lvl="1">
            <p:tnLst>
              <p:par>
                <p:cTn presetID="2" presetClass="entr" presetSubtype="4" decel="10000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ppt_x"/>
                          </p:val>
                        </p:tav>
                        <p:tav tm="100000">
                          <p:val>
                            <p:strVal val="#ppt_x"/>
                          </p:val>
                        </p:tav>
                      </p:tavLst>
                    </p:anim>
                    <p:anim calcmode="lin" valueType="num">
                      <p:cBhvr additive="base">
                        <p:cTn dur="500" fill="hold"/>
                        <p:tgtEl>
                          <p:spTgt spid="36"/>
                        </p:tgtEl>
                        <p:attrNameLst>
                          <p:attrName>ppt_y</p:attrName>
                        </p:attrNameLst>
                      </p:cBhvr>
                      <p:tavLst>
                        <p:tav tm="0">
                          <p:val>
                            <p:strVal val="1+#ppt_h/2"/>
                          </p:val>
                        </p:tav>
                        <p:tav tm="100000">
                          <p:val>
                            <p:strVal val="#ppt_y"/>
                          </p:val>
                        </p:tav>
                      </p:tavLst>
                    </p:anim>
                  </p:childTnLst>
                </p:cTn>
              </p:par>
            </p:tnLst>
          </p:tmpl>
        </p:tmplLst>
      </p:bldP>
      <p:bldP spid="37" grpId="0" animBg="1"/>
      <p:bldP spid="41" grpId="0" build="p">
        <p:tmplLst>
          <p:tmpl lvl="1">
            <p:tnLst>
              <p:par>
                <p:cTn presetID="10" presetClass="entr" presetSubtype="0" fill="hold" nodeType="withEffect">
                  <p:stCondLst>
                    <p:cond delay="200"/>
                  </p:stCondLst>
                  <p:childTnLst>
                    <p:set>
                      <p:cBhvr>
                        <p:cTn dur="1" fill="hold">
                          <p:stCondLst>
                            <p:cond delay="0"/>
                          </p:stCondLst>
                        </p:cTn>
                        <p:tgtEl>
                          <p:spTgt spid="41"/>
                        </p:tgtEl>
                        <p:attrNameLst>
                          <p:attrName>style.visibility</p:attrName>
                        </p:attrNameLst>
                      </p:cBhvr>
                      <p:to>
                        <p:strVal val="visible"/>
                      </p:to>
                    </p:set>
                    <p:animEffect transition="in" filter="fade">
                      <p:cBhvr>
                        <p:cTn dur="750"/>
                        <p:tgtEl>
                          <p:spTgt spid="41"/>
                        </p:tgtEl>
                      </p:cBhvr>
                    </p:animEffect>
                  </p:childTnLst>
                </p:cTn>
              </p:par>
            </p:tnLst>
          </p:tmpl>
        </p:tmplLst>
      </p:bldP>
      <p:bldP spid="41" grpId="1" build="p">
        <p:tmplLst>
          <p:tmpl lvl="1">
            <p:tnLst>
              <p:par>
                <p:cTn presetID="2" presetClass="entr" presetSubtype="1" decel="100000" fill="hold" nodeType="withEffect">
                  <p:stCondLst>
                    <p:cond delay="20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750" fill="hold"/>
                        <p:tgtEl>
                          <p:spTgt spid="41"/>
                        </p:tgtEl>
                        <p:attrNameLst>
                          <p:attrName>ppt_x</p:attrName>
                        </p:attrNameLst>
                      </p:cBhvr>
                      <p:tavLst>
                        <p:tav tm="0">
                          <p:val>
                            <p:strVal val="#ppt_x"/>
                          </p:val>
                        </p:tav>
                        <p:tav tm="100000">
                          <p:val>
                            <p:strVal val="#ppt_x"/>
                          </p:val>
                        </p:tav>
                      </p:tavLst>
                    </p:anim>
                    <p:anim calcmode="lin" valueType="num">
                      <p:cBhvr additive="base">
                        <p:cTn dur="750" fill="hold"/>
                        <p:tgtEl>
                          <p:spTgt spid="41"/>
                        </p:tgtEl>
                        <p:attrNameLst>
                          <p:attrName>ppt_y</p:attrName>
                        </p:attrNameLst>
                      </p:cBhvr>
                      <p:tavLst>
                        <p:tav tm="0">
                          <p:val>
                            <p:strVal val="0-#ppt_h/2"/>
                          </p:val>
                        </p:tav>
                        <p:tav tm="100000">
                          <p:val>
                            <p:strVal val="#ppt_y"/>
                          </p:val>
                        </p:tav>
                      </p:tavLst>
                    </p:anim>
                  </p:childTnLst>
                </p:cTn>
              </p:par>
            </p:tnLst>
          </p:tmpl>
        </p:tmplLst>
      </p:bldP>
      <p:bldP spid="42" grpId="0" build="p">
        <p:tmplLst>
          <p:tmpl lvl="1">
            <p:tnLst>
              <p:par>
                <p:cTn presetID="10" presetClass="entr" presetSubtype="0" fill="hold" nodeType="withEffect">
                  <p:stCondLst>
                    <p:cond delay="200"/>
                  </p:stCondLst>
                  <p:childTnLst>
                    <p:set>
                      <p:cBhvr>
                        <p:cTn dur="1" fill="hold">
                          <p:stCondLst>
                            <p:cond delay="0"/>
                          </p:stCondLst>
                        </p:cTn>
                        <p:tgtEl>
                          <p:spTgt spid="42"/>
                        </p:tgtEl>
                        <p:attrNameLst>
                          <p:attrName>style.visibility</p:attrName>
                        </p:attrNameLst>
                      </p:cBhvr>
                      <p:to>
                        <p:strVal val="visible"/>
                      </p:to>
                    </p:set>
                    <p:animEffect transition="in" filter="fade">
                      <p:cBhvr>
                        <p:cTn dur="750"/>
                        <p:tgtEl>
                          <p:spTgt spid="42"/>
                        </p:tgtEl>
                      </p:cBhvr>
                    </p:animEffect>
                  </p:childTnLst>
                </p:cTn>
              </p:par>
            </p:tnLst>
          </p:tmpl>
        </p:tmplLst>
      </p:bldP>
      <p:bldP spid="42" grpId="1" build="p">
        <p:tmplLst>
          <p:tmpl lvl="1">
            <p:tnLst>
              <p:par>
                <p:cTn presetID="2" presetClass="entr" presetSubtype="1" decel="100000" fill="hold" nodeType="withEffect">
                  <p:stCondLst>
                    <p:cond delay="20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750" fill="hold"/>
                        <p:tgtEl>
                          <p:spTgt spid="42"/>
                        </p:tgtEl>
                        <p:attrNameLst>
                          <p:attrName>ppt_x</p:attrName>
                        </p:attrNameLst>
                      </p:cBhvr>
                      <p:tavLst>
                        <p:tav tm="0">
                          <p:val>
                            <p:strVal val="#ppt_x"/>
                          </p:val>
                        </p:tav>
                        <p:tav tm="100000">
                          <p:val>
                            <p:strVal val="#ppt_x"/>
                          </p:val>
                        </p:tav>
                      </p:tavLst>
                    </p:anim>
                    <p:anim calcmode="lin" valueType="num">
                      <p:cBhvr additive="base">
                        <p:cTn dur="750" fill="hold"/>
                        <p:tgtEl>
                          <p:spTgt spid="42"/>
                        </p:tgtEl>
                        <p:attrNameLst>
                          <p:attrName>ppt_y</p:attrName>
                        </p:attrNameLst>
                      </p:cBhvr>
                      <p:tavLst>
                        <p:tav tm="0">
                          <p:val>
                            <p:strVal val="0-#ppt_h/2"/>
                          </p:val>
                        </p:tav>
                        <p:tav tm="100000">
                          <p:val>
                            <p:strVal val="#ppt_y"/>
                          </p:val>
                        </p:tav>
                      </p:tavLst>
                    </p:anim>
                  </p:childTnLst>
                </p:cTn>
              </p:par>
            </p:tnLst>
          </p:tmpl>
        </p:tmplLst>
      </p:bldP>
      <p:bldP spid="43" grpId="0" build="p">
        <p:tmplLst>
          <p:tmpl lvl="1">
            <p:tnLst>
              <p:par>
                <p:cTn presetID="10" presetClass="entr" presetSubtype="0" fill="hold" nodeType="withEffect">
                  <p:stCondLst>
                    <p:cond delay="200"/>
                  </p:stCondLst>
                  <p:childTnLst>
                    <p:set>
                      <p:cBhvr>
                        <p:cTn dur="1" fill="hold">
                          <p:stCondLst>
                            <p:cond delay="0"/>
                          </p:stCondLst>
                        </p:cTn>
                        <p:tgtEl>
                          <p:spTgt spid="43"/>
                        </p:tgtEl>
                        <p:attrNameLst>
                          <p:attrName>style.visibility</p:attrName>
                        </p:attrNameLst>
                      </p:cBhvr>
                      <p:to>
                        <p:strVal val="visible"/>
                      </p:to>
                    </p:set>
                    <p:animEffect transition="in" filter="fade">
                      <p:cBhvr>
                        <p:cTn dur="750"/>
                        <p:tgtEl>
                          <p:spTgt spid="43"/>
                        </p:tgtEl>
                      </p:cBhvr>
                    </p:animEffect>
                  </p:childTnLst>
                </p:cTn>
              </p:par>
            </p:tnLst>
          </p:tmpl>
        </p:tmplLst>
      </p:bldP>
      <p:bldP spid="43" grpId="1" build="p">
        <p:tmplLst>
          <p:tmpl lvl="1">
            <p:tnLst>
              <p:par>
                <p:cTn presetID="2" presetClass="entr" presetSubtype="1" decel="100000" fill="hold" nodeType="withEffect">
                  <p:stCondLst>
                    <p:cond delay="20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750" fill="hold"/>
                        <p:tgtEl>
                          <p:spTgt spid="43"/>
                        </p:tgtEl>
                        <p:attrNameLst>
                          <p:attrName>ppt_x</p:attrName>
                        </p:attrNameLst>
                      </p:cBhvr>
                      <p:tavLst>
                        <p:tav tm="0">
                          <p:val>
                            <p:strVal val="#ppt_x"/>
                          </p:val>
                        </p:tav>
                        <p:tav tm="100000">
                          <p:val>
                            <p:strVal val="#ppt_x"/>
                          </p:val>
                        </p:tav>
                      </p:tavLst>
                    </p:anim>
                    <p:anim calcmode="lin" valueType="num">
                      <p:cBhvr additive="base">
                        <p:cTn dur="750" fill="hold"/>
                        <p:tgtEl>
                          <p:spTgt spid="43"/>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Iconic List">
    <p:spTree>
      <p:nvGrpSpPr>
        <p:cNvPr id="1" name=""/>
        <p:cNvGrpSpPr/>
        <p:nvPr/>
      </p:nvGrpSpPr>
      <p:grpSpPr>
        <a:xfrm>
          <a:off x="0" y="0"/>
          <a:ext cx="0" cy="0"/>
          <a:chOff x="0" y="0"/>
          <a:chExt cx="0" cy="0"/>
        </a:xfrm>
      </p:grpSpPr>
      <p:sp>
        <p:nvSpPr>
          <p:cNvPr id="19" name="円/楕円 18"/>
          <p:cNvSpPr/>
          <p:nvPr userDrawn="1"/>
        </p:nvSpPr>
        <p:spPr>
          <a:xfrm>
            <a:off x="574254" y="2479204"/>
            <a:ext cx="1183534" cy="1183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userDrawn="1">
            <p:ph type="body" sz="quarter" idx="13" hasCustomPrompt="1"/>
          </p:nvPr>
        </p:nvSpPr>
        <p:spPr>
          <a:xfrm>
            <a:off x="3166542" y="1543100"/>
            <a:ext cx="14329592" cy="504056"/>
          </a:xfrm>
        </p:spPr>
        <p:txBody>
          <a:bodyPr/>
          <a:lstStyle>
            <a:lvl1pPr>
              <a:defRPr kumimoji="1" lang="en-US" altLang="ja-JP" sz="2400" i="1" kern="1200" baseline="0" dirty="0" smtClean="0">
                <a:solidFill>
                  <a:schemeClr val="tx1">
                    <a:lumMod val="50000"/>
                    <a:lumOff val="50000"/>
                  </a:schemeClr>
                </a:solidFill>
                <a:latin typeface="+mn-lt"/>
                <a:ea typeface="+mn-ea"/>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図プレースホルダー 12"/>
          <p:cNvSpPr>
            <a:spLocks noGrp="1"/>
          </p:cNvSpPr>
          <p:nvPr userDrawn="1">
            <p:ph type="pic" sz="quarter" idx="20" hasCustomPrompt="1"/>
          </p:nvPr>
        </p:nvSpPr>
        <p:spPr>
          <a:xfrm>
            <a:off x="889851" y="2794801"/>
            <a:ext cx="552341" cy="552341"/>
          </a:xfrm>
        </p:spPr>
        <p:txBody>
          <a:bodyPr>
            <a:normAutofit/>
          </a:bodyPr>
          <a:lstStyle>
            <a:lvl1pPr>
              <a:defRPr sz="1600"/>
            </a:lvl1pPr>
          </a:lstStyle>
          <a:p>
            <a:r>
              <a:rPr kumimoji="1" lang="en-US" altLang="ja-JP" dirty="0"/>
              <a:t> </a:t>
            </a:r>
            <a:endParaRPr kumimoji="1" lang="ja-JP" altLang="en-US" dirty="0"/>
          </a:p>
        </p:txBody>
      </p:sp>
      <p:sp>
        <p:nvSpPr>
          <p:cNvPr id="27" name="テキスト プレースホルダー 6"/>
          <p:cNvSpPr>
            <a:spLocks noGrp="1"/>
          </p:cNvSpPr>
          <p:nvPr>
            <p:ph type="body" sz="quarter" idx="21" hasCustomPrompt="1"/>
          </p:nvPr>
        </p:nvSpPr>
        <p:spPr>
          <a:xfrm>
            <a:off x="1807154" y="2724362"/>
            <a:ext cx="4270738" cy="720080"/>
          </a:xfrm>
        </p:spPr>
        <p:txBody>
          <a:bodyPr anchor="t">
            <a:noAutofit/>
          </a:bodyPr>
          <a:lstStyle>
            <a:lvl1pPr algn="l">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4" hasCustomPrompt="1"/>
          </p:nvPr>
        </p:nvSpPr>
        <p:spPr>
          <a:xfrm>
            <a:off x="1833637"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0" name="正方形/長方形 29"/>
          <p:cNvSpPr/>
          <p:nvPr userDrawn="1"/>
        </p:nvSpPr>
        <p:spPr>
          <a:xfrm>
            <a:off x="1977653" y="3516450"/>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p:cNvSpPr/>
          <p:nvPr userDrawn="1"/>
        </p:nvSpPr>
        <p:spPr>
          <a:xfrm>
            <a:off x="6319867" y="2479204"/>
            <a:ext cx="1183534" cy="118353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図プレースホルダー 12"/>
          <p:cNvSpPr>
            <a:spLocks noGrp="1"/>
          </p:cNvSpPr>
          <p:nvPr>
            <p:ph type="pic" sz="quarter" idx="25" hasCustomPrompt="1"/>
          </p:nvPr>
        </p:nvSpPr>
        <p:spPr>
          <a:xfrm>
            <a:off x="6635464" y="2794801"/>
            <a:ext cx="552341" cy="552341"/>
          </a:xfrm>
        </p:spPr>
        <p:txBody>
          <a:bodyPr>
            <a:normAutofit/>
          </a:bodyPr>
          <a:lstStyle>
            <a:lvl1pPr>
              <a:defRPr sz="1600"/>
            </a:lvl1pPr>
          </a:lstStyle>
          <a:p>
            <a:r>
              <a:rPr kumimoji="1" lang="en-US" altLang="ja-JP" dirty="0"/>
              <a:t> </a:t>
            </a:r>
            <a:endParaRPr kumimoji="1" lang="ja-JP" altLang="en-US" dirty="0"/>
          </a:p>
        </p:txBody>
      </p:sp>
      <p:sp>
        <p:nvSpPr>
          <p:cNvPr id="42" name="テキスト プレースホルダー 6"/>
          <p:cNvSpPr>
            <a:spLocks noGrp="1"/>
          </p:cNvSpPr>
          <p:nvPr>
            <p:ph type="body" sz="quarter" idx="26" hasCustomPrompt="1"/>
          </p:nvPr>
        </p:nvSpPr>
        <p:spPr>
          <a:xfrm>
            <a:off x="7552767" y="2724362"/>
            <a:ext cx="4270738" cy="720080"/>
          </a:xfrm>
        </p:spPr>
        <p:txBody>
          <a:bodyPr anchor="t">
            <a:noAutofit/>
          </a:bodyPr>
          <a:lstStyle>
            <a:lvl1pPr algn="l">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27" hasCustomPrompt="1"/>
          </p:nvPr>
        </p:nvSpPr>
        <p:spPr>
          <a:xfrm>
            <a:off x="7579250"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4" name="正方形/長方形 43"/>
          <p:cNvSpPr/>
          <p:nvPr userDrawn="1"/>
        </p:nvSpPr>
        <p:spPr>
          <a:xfrm>
            <a:off x="7723266" y="3516450"/>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p:cNvSpPr/>
          <p:nvPr userDrawn="1"/>
        </p:nvSpPr>
        <p:spPr>
          <a:xfrm>
            <a:off x="12060287" y="2479204"/>
            <a:ext cx="1183534" cy="118353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図プレースホルダー 12"/>
          <p:cNvSpPr>
            <a:spLocks noGrp="1"/>
          </p:cNvSpPr>
          <p:nvPr>
            <p:ph type="pic" sz="quarter" idx="28" hasCustomPrompt="1"/>
          </p:nvPr>
        </p:nvSpPr>
        <p:spPr>
          <a:xfrm>
            <a:off x="12375884" y="2794801"/>
            <a:ext cx="552341" cy="552341"/>
          </a:xfrm>
        </p:spPr>
        <p:txBody>
          <a:bodyPr>
            <a:normAutofit/>
          </a:bodyPr>
          <a:lstStyle>
            <a:lvl1pPr>
              <a:defRPr sz="1600"/>
            </a:lvl1pPr>
          </a:lstStyle>
          <a:p>
            <a:r>
              <a:rPr kumimoji="1" lang="en-US" altLang="ja-JP" dirty="0"/>
              <a:t> </a:t>
            </a:r>
            <a:endParaRPr kumimoji="1" lang="ja-JP" altLang="en-US" dirty="0"/>
          </a:p>
        </p:txBody>
      </p:sp>
      <p:sp>
        <p:nvSpPr>
          <p:cNvPr id="47" name="テキスト プレースホルダー 6"/>
          <p:cNvSpPr>
            <a:spLocks noGrp="1"/>
          </p:cNvSpPr>
          <p:nvPr>
            <p:ph type="body" sz="quarter" idx="29" hasCustomPrompt="1"/>
          </p:nvPr>
        </p:nvSpPr>
        <p:spPr>
          <a:xfrm>
            <a:off x="13293187" y="2724362"/>
            <a:ext cx="4270738" cy="720080"/>
          </a:xfrm>
        </p:spPr>
        <p:txBody>
          <a:bodyPr anchor="t">
            <a:noAutofit/>
          </a:bodyPr>
          <a:lstStyle>
            <a:lvl1pPr algn="l">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8" name="テキスト プレースホルダー 6"/>
          <p:cNvSpPr>
            <a:spLocks noGrp="1"/>
          </p:cNvSpPr>
          <p:nvPr>
            <p:ph type="body" sz="quarter" idx="30" hasCustomPrompt="1"/>
          </p:nvPr>
        </p:nvSpPr>
        <p:spPr>
          <a:xfrm>
            <a:off x="13319670"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9" name="正方形/長方形 48"/>
          <p:cNvSpPr/>
          <p:nvPr userDrawn="1"/>
        </p:nvSpPr>
        <p:spPr>
          <a:xfrm>
            <a:off x="13463686" y="3516450"/>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円/楕円 49"/>
          <p:cNvSpPr/>
          <p:nvPr userDrawn="1"/>
        </p:nvSpPr>
        <p:spPr>
          <a:xfrm>
            <a:off x="586116" y="5727948"/>
            <a:ext cx="1183534" cy="118353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図プレースホルダー 12"/>
          <p:cNvSpPr>
            <a:spLocks noGrp="1"/>
          </p:cNvSpPr>
          <p:nvPr>
            <p:ph type="pic" sz="quarter" idx="31" hasCustomPrompt="1"/>
          </p:nvPr>
        </p:nvSpPr>
        <p:spPr>
          <a:xfrm>
            <a:off x="901713" y="6043545"/>
            <a:ext cx="552341" cy="552341"/>
          </a:xfrm>
        </p:spPr>
        <p:txBody>
          <a:bodyPr>
            <a:normAutofit/>
          </a:bodyPr>
          <a:lstStyle>
            <a:lvl1pPr>
              <a:defRPr sz="1600"/>
            </a:lvl1pPr>
          </a:lstStyle>
          <a:p>
            <a:r>
              <a:rPr kumimoji="1" lang="en-US" altLang="ja-JP" dirty="0"/>
              <a:t> </a:t>
            </a:r>
            <a:endParaRPr kumimoji="1" lang="ja-JP" altLang="en-US" dirty="0"/>
          </a:p>
        </p:txBody>
      </p:sp>
      <p:sp>
        <p:nvSpPr>
          <p:cNvPr id="52" name="テキスト プレースホルダー 6"/>
          <p:cNvSpPr>
            <a:spLocks noGrp="1"/>
          </p:cNvSpPr>
          <p:nvPr>
            <p:ph type="body" sz="quarter" idx="32" hasCustomPrompt="1"/>
          </p:nvPr>
        </p:nvSpPr>
        <p:spPr>
          <a:xfrm>
            <a:off x="1819016" y="5973106"/>
            <a:ext cx="4270738" cy="720080"/>
          </a:xfrm>
        </p:spPr>
        <p:txBody>
          <a:bodyPr anchor="t">
            <a:noAutofit/>
          </a:bodyPr>
          <a:lstStyle>
            <a:lvl1pPr algn="l">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53" name="テキスト プレースホルダー 6"/>
          <p:cNvSpPr>
            <a:spLocks noGrp="1"/>
          </p:cNvSpPr>
          <p:nvPr>
            <p:ph type="body" sz="quarter" idx="33" hasCustomPrompt="1"/>
          </p:nvPr>
        </p:nvSpPr>
        <p:spPr>
          <a:xfrm>
            <a:off x="1845499"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4" name="正方形/長方形 53"/>
          <p:cNvSpPr/>
          <p:nvPr userDrawn="1"/>
        </p:nvSpPr>
        <p:spPr>
          <a:xfrm>
            <a:off x="1989515" y="6765194"/>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円/楕円 54"/>
          <p:cNvSpPr/>
          <p:nvPr userDrawn="1"/>
        </p:nvSpPr>
        <p:spPr>
          <a:xfrm>
            <a:off x="6331729" y="5727948"/>
            <a:ext cx="1183534" cy="118353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図プレースホルダー 12"/>
          <p:cNvSpPr>
            <a:spLocks noGrp="1"/>
          </p:cNvSpPr>
          <p:nvPr>
            <p:ph type="pic" sz="quarter" idx="34" hasCustomPrompt="1"/>
          </p:nvPr>
        </p:nvSpPr>
        <p:spPr>
          <a:xfrm>
            <a:off x="6647326" y="6043545"/>
            <a:ext cx="552341" cy="552341"/>
          </a:xfrm>
        </p:spPr>
        <p:txBody>
          <a:bodyPr>
            <a:normAutofit/>
          </a:bodyPr>
          <a:lstStyle>
            <a:lvl1pPr>
              <a:defRPr sz="1600"/>
            </a:lvl1pPr>
          </a:lstStyle>
          <a:p>
            <a:r>
              <a:rPr kumimoji="1" lang="en-US" altLang="ja-JP" dirty="0"/>
              <a:t> </a:t>
            </a:r>
            <a:endParaRPr kumimoji="1" lang="ja-JP" altLang="en-US" dirty="0"/>
          </a:p>
        </p:txBody>
      </p:sp>
      <p:sp>
        <p:nvSpPr>
          <p:cNvPr id="57" name="テキスト プレースホルダー 6"/>
          <p:cNvSpPr>
            <a:spLocks noGrp="1"/>
          </p:cNvSpPr>
          <p:nvPr>
            <p:ph type="body" sz="quarter" idx="35" hasCustomPrompt="1"/>
          </p:nvPr>
        </p:nvSpPr>
        <p:spPr>
          <a:xfrm>
            <a:off x="7564629" y="5973106"/>
            <a:ext cx="4270738" cy="720080"/>
          </a:xfrm>
        </p:spPr>
        <p:txBody>
          <a:bodyPr anchor="t">
            <a:noAutofit/>
          </a:bodyPr>
          <a:lstStyle>
            <a:lvl1pPr algn="l">
              <a:defRPr sz="32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58" name="テキスト プレースホルダー 6"/>
          <p:cNvSpPr>
            <a:spLocks noGrp="1"/>
          </p:cNvSpPr>
          <p:nvPr>
            <p:ph type="body" sz="quarter" idx="36" hasCustomPrompt="1"/>
          </p:nvPr>
        </p:nvSpPr>
        <p:spPr>
          <a:xfrm>
            <a:off x="7591112"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9" name="正方形/長方形 58"/>
          <p:cNvSpPr/>
          <p:nvPr userDrawn="1"/>
        </p:nvSpPr>
        <p:spPr>
          <a:xfrm>
            <a:off x="7735128" y="6765194"/>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p:cNvSpPr/>
          <p:nvPr userDrawn="1"/>
        </p:nvSpPr>
        <p:spPr>
          <a:xfrm>
            <a:off x="12072149" y="5727948"/>
            <a:ext cx="1183534" cy="118353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図プレースホルダー 12"/>
          <p:cNvSpPr>
            <a:spLocks noGrp="1"/>
          </p:cNvSpPr>
          <p:nvPr>
            <p:ph type="pic" sz="quarter" idx="37" hasCustomPrompt="1"/>
          </p:nvPr>
        </p:nvSpPr>
        <p:spPr>
          <a:xfrm>
            <a:off x="12387746" y="6043545"/>
            <a:ext cx="552341" cy="552341"/>
          </a:xfrm>
        </p:spPr>
        <p:txBody>
          <a:bodyPr>
            <a:normAutofit/>
          </a:bodyPr>
          <a:lstStyle>
            <a:lvl1pPr>
              <a:defRPr sz="1600"/>
            </a:lvl1pPr>
          </a:lstStyle>
          <a:p>
            <a:r>
              <a:rPr kumimoji="1" lang="en-US" altLang="ja-JP" dirty="0"/>
              <a:t> </a:t>
            </a:r>
            <a:endParaRPr kumimoji="1" lang="ja-JP" altLang="en-US" dirty="0"/>
          </a:p>
        </p:txBody>
      </p:sp>
      <p:sp>
        <p:nvSpPr>
          <p:cNvPr id="62" name="テキスト プレースホルダー 6"/>
          <p:cNvSpPr>
            <a:spLocks noGrp="1"/>
          </p:cNvSpPr>
          <p:nvPr>
            <p:ph type="body" sz="quarter" idx="38" hasCustomPrompt="1"/>
          </p:nvPr>
        </p:nvSpPr>
        <p:spPr>
          <a:xfrm>
            <a:off x="13305049" y="5973106"/>
            <a:ext cx="4270738" cy="720080"/>
          </a:xfrm>
        </p:spPr>
        <p:txBody>
          <a:bodyPr anchor="t">
            <a:noAutofit/>
          </a:bodyPr>
          <a:lstStyle>
            <a:lvl1pPr algn="l">
              <a:defRPr sz="32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63" name="テキスト プレースホルダー 6"/>
          <p:cNvSpPr>
            <a:spLocks noGrp="1"/>
          </p:cNvSpPr>
          <p:nvPr>
            <p:ph type="body" sz="quarter" idx="39" hasCustomPrompt="1"/>
          </p:nvPr>
        </p:nvSpPr>
        <p:spPr>
          <a:xfrm>
            <a:off x="13331532"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64" name="正方形/長方形 63"/>
          <p:cNvSpPr/>
          <p:nvPr userDrawn="1"/>
        </p:nvSpPr>
        <p:spPr>
          <a:xfrm>
            <a:off x="13475548" y="6765194"/>
            <a:ext cx="3240360"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8054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 decel="10000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ppt_x"/>
                                          </p:val>
                                        </p:tav>
                                        <p:tav tm="100000">
                                          <p:val>
                                            <p:strVal val="#ppt_x"/>
                                          </p:val>
                                        </p:tav>
                                      </p:tavLst>
                                    </p:anim>
                                    <p:anim calcmode="lin" valueType="num">
                                      <p:cBhvr additive="base">
                                        <p:cTn id="16" dur="750" fill="hold"/>
                                        <p:tgtEl>
                                          <p:spTgt spid="19"/>
                                        </p:tgtEl>
                                        <p:attrNameLst>
                                          <p:attrName>ppt_y</p:attrName>
                                        </p:attrNameLst>
                                      </p:cBhvr>
                                      <p:tavLst>
                                        <p:tav tm="0">
                                          <p:val>
                                            <p:strVal val="0-#ppt_h/2"/>
                                          </p:val>
                                        </p:tav>
                                        <p:tav tm="100000">
                                          <p:val>
                                            <p:strVal val="#ppt_y"/>
                                          </p:val>
                                        </p:tav>
                                      </p:tavLst>
                                    </p:anim>
                                  </p:childTnLst>
                                </p:cTn>
                              </p:par>
                              <p:par>
                                <p:cTn id="17" presetID="2" presetClass="entr" presetSubtype="1" decel="10000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750" fill="hold"/>
                                        <p:tgtEl>
                                          <p:spTgt spid="20"/>
                                        </p:tgtEl>
                                        <p:attrNameLst>
                                          <p:attrName>ppt_x</p:attrName>
                                        </p:attrNameLst>
                                      </p:cBhvr>
                                      <p:tavLst>
                                        <p:tav tm="0">
                                          <p:val>
                                            <p:strVal val="#ppt_x"/>
                                          </p:val>
                                        </p:tav>
                                        <p:tav tm="100000">
                                          <p:val>
                                            <p:strVal val="#ppt_x"/>
                                          </p:val>
                                        </p:tav>
                                      </p:tavLst>
                                    </p:anim>
                                    <p:anim calcmode="lin" valueType="num">
                                      <p:cBhvr additive="base">
                                        <p:cTn id="20" dur="750" fill="hold"/>
                                        <p:tgtEl>
                                          <p:spTgt spid="20"/>
                                        </p:tgtEl>
                                        <p:attrNameLst>
                                          <p:attrName>ppt_y</p:attrName>
                                        </p:attrNameLst>
                                      </p:cBhvr>
                                      <p:tavLst>
                                        <p:tav tm="0">
                                          <p:val>
                                            <p:strVal val="0-#ppt_h/2"/>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750"/>
                                        <p:tgtEl>
                                          <p:spTgt spid="19"/>
                                        </p:tgtEl>
                                      </p:cBhvr>
                                    </p:animEffect>
                                    <p:anim calcmode="lin" valueType="num">
                                      <p:cBhvr>
                                        <p:cTn id="24" dur="750" fill="hold"/>
                                        <p:tgtEl>
                                          <p:spTgt spid="19"/>
                                        </p:tgtEl>
                                        <p:attrNameLst>
                                          <p:attrName>ppt_w</p:attrName>
                                        </p:attrNameLst>
                                      </p:cBhvr>
                                      <p:tavLst>
                                        <p:tav tm="0" fmla="#ppt_w*sin(2.5*pi*$)">
                                          <p:val>
                                            <p:fltVal val="0"/>
                                          </p:val>
                                        </p:tav>
                                        <p:tav tm="100000">
                                          <p:val>
                                            <p:fltVal val="1"/>
                                          </p:val>
                                        </p:tav>
                                      </p:tavLst>
                                    </p:anim>
                                    <p:anim calcmode="lin" valueType="num">
                                      <p:cBhvr>
                                        <p:cTn id="25" dur="750" fill="hold"/>
                                        <p:tgtEl>
                                          <p:spTgt spid="19"/>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750"/>
                                        <p:tgtEl>
                                          <p:spTgt spid="20"/>
                                        </p:tgtEl>
                                      </p:cBhvr>
                                    </p:animEffect>
                                    <p:anim calcmode="lin" valueType="num">
                                      <p:cBhvr>
                                        <p:cTn id="29" dur="750" fill="hold"/>
                                        <p:tgtEl>
                                          <p:spTgt spid="20"/>
                                        </p:tgtEl>
                                        <p:attrNameLst>
                                          <p:attrName>ppt_w</p:attrName>
                                        </p:attrNameLst>
                                      </p:cBhvr>
                                      <p:tavLst>
                                        <p:tav tm="0" fmla="#ppt_w*sin(2.5*pi*$)">
                                          <p:val>
                                            <p:fltVal val="0"/>
                                          </p:val>
                                        </p:tav>
                                        <p:tav tm="100000">
                                          <p:val>
                                            <p:fltVal val="1"/>
                                          </p:val>
                                        </p:tav>
                                      </p:tavLst>
                                    </p:anim>
                                    <p:anim calcmode="lin" valueType="num">
                                      <p:cBhvr>
                                        <p:cTn id="30" dur="750" fill="hold"/>
                                        <p:tgtEl>
                                          <p:spTgt spid="20"/>
                                        </p:tgtEl>
                                        <p:attrNameLst>
                                          <p:attrName>ppt_h</p:attrName>
                                        </p:attrNameLst>
                                      </p:cBhvr>
                                      <p:tavLst>
                                        <p:tav tm="0">
                                          <p:val>
                                            <p:strVal val="#ppt_h"/>
                                          </p:val>
                                        </p:tav>
                                        <p:tav tm="100000">
                                          <p:val>
                                            <p:strVal val="#ppt_h"/>
                                          </p:val>
                                        </p:tav>
                                      </p:tavLst>
                                    </p:anim>
                                  </p:childTnLst>
                                </p:cTn>
                              </p:par>
                            </p:childTnLst>
                          </p:cTn>
                        </p:par>
                        <p:par>
                          <p:cTn id="31" fill="hold">
                            <p:stCondLst>
                              <p:cond delay="1250"/>
                            </p:stCondLst>
                            <p:childTnLst>
                              <p:par>
                                <p:cTn id="32" presetID="2" presetClass="entr" presetSubtype="2" decel="100000" fill="hold" grpId="0" nodeType="afterEffect">
                                  <p:stCondLst>
                                    <p:cond delay="0"/>
                                  </p:stCondLst>
                                  <p:iterate type="wd">
                                    <p:tmPct val="10000"/>
                                  </p:iterate>
                                  <p:childTnLst>
                                    <p:set>
                                      <p:cBhvr>
                                        <p:cTn id="33" dur="1" fill="hold">
                                          <p:stCondLst>
                                            <p:cond delay="0"/>
                                          </p:stCondLst>
                                        </p:cTn>
                                        <p:tgtEl>
                                          <p:spTgt spid="27">
                                            <p:txEl>
                                              <p:pRg st="0" end="0"/>
                                            </p:txEl>
                                          </p:spTgt>
                                        </p:tgtEl>
                                        <p:attrNameLst>
                                          <p:attrName>style.visibility</p:attrName>
                                        </p:attrNameLst>
                                      </p:cBhvr>
                                      <p:to>
                                        <p:strVal val="visible"/>
                                      </p:to>
                                    </p:set>
                                    <p:anim calcmode="lin" valueType="num">
                                      <p:cBhvr additive="base">
                                        <p:cTn id="34"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7">
                                            <p:txEl>
                                              <p:pRg st="0" end="0"/>
                                            </p:txEl>
                                          </p:spTgt>
                                        </p:tgtEl>
                                        <p:attrNameLst>
                                          <p:attrName>ppt_y</p:attrName>
                                        </p:attrNameLst>
                                      </p:cBhvr>
                                      <p:tavLst>
                                        <p:tav tm="0">
                                          <p:val>
                                            <p:strVal val="#ppt_y"/>
                                          </p:val>
                                        </p:tav>
                                        <p:tav tm="100000">
                                          <p:val>
                                            <p:strVal val="#ppt_y"/>
                                          </p:val>
                                        </p:tav>
                                      </p:tavLst>
                                    </p:anim>
                                  </p:childTnLst>
                                </p:cTn>
                              </p:par>
                              <p:par>
                                <p:cTn id="36" presetID="2" presetClass="entr" presetSubtype="4" decel="100000" fill="hold" grpId="0" nodeType="withEffect">
                                  <p:stCondLst>
                                    <p:cond delay="0"/>
                                  </p:stCondLst>
                                  <p:childTnLst>
                                    <p:set>
                                      <p:cBhvr>
                                        <p:cTn id="37" dur="1" fill="hold">
                                          <p:stCondLst>
                                            <p:cond delay="0"/>
                                          </p:stCondLst>
                                        </p:cTn>
                                        <p:tgtEl>
                                          <p:spTgt spid="28">
                                            <p:txEl>
                                              <p:pRg st="0" end="0"/>
                                            </p:txEl>
                                          </p:spTgt>
                                        </p:tgtEl>
                                        <p:attrNameLst>
                                          <p:attrName>style.visibility</p:attrName>
                                        </p:attrNameLst>
                                      </p:cBhvr>
                                      <p:to>
                                        <p:strVal val="visible"/>
                                      </p:to>
                                    </p:set>
                                    <p:anim calcmode="lin" valueType="num">
                                      <p:cBhvr additive="base">
                                        <p:cTn id="38"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40" presetID="2" presetClass="entr" presetSubtype="4" decel="10000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additive="base">
                                        <p:cTn id="42" dur="500" fill="hold"/>
                                        <p:tgtEl>
                                          <p:spTgt spid="30"/>
                                        </p:tgtEl>
                                        <p:attrNameLst>
                                          <p:attrName>ppt_x</p:attrName>
                                        </p:attrNameLst>
                                      </p:cBhvr>
                                      <p:tavLst>
                                        <p:tav tm="0">
                                          <p:val>
                                            <p:strVal val="#ppt_x"/>
                                          </p:val>
                                        </p:tav>
                                        <p:tav tm="100000">
                                          <p:val>
                                            <p:strVal val="#ppt_x"/>
                                          </p:val>
                                        </p:tav>
                                      </p:tavLst>
                                    </p:anim>
                                    <p:anim calcmode="lin" valueType="num">
                                      <p:cBhvr additive="base">
                                        <p:cTn id="43" dur="500" fill="hold"/>
                                        <p:tgtEl>
                                          <p:spTgt spid="30"/>
                                        </p:tgtEl>
                                        <p:attrNameLst>
                                          <p:attrName>ppt_y</p:attrName>
                                        </p:attrNameLst>
                                      </p:cBhvr>
                                      <p:tavLst>
                                        <p:tav tm="0">
                                          <p:val>
                                            <p:strVal val="1+#ppt_h/2"/>
                                          </p:val>
                                        </p:tav>
                                        <p:tav tm="100000">
                                          <p:val>
                                            <p:strVal val="#ppt_y"/>
                                          </p:val>
                                        </p:tav>
                                      </p:tavLst>
                                    </p:anim>
                                  </p:childTnLst>
                                </p:cTn>
                              </p:par>
                            </p:childTnLst>
                          </p:cTn>
                        </p:par>
                        <p:par>
                          <p:cTn id="44" fill="hold">
                            <p:stCondLst>
                              <p:cond delay="1850"/>
                            </p:stCondLst>
                            <p:childTnLst>
                              <p:par>
                                <p:cTn id="45" presetID="2" presetClass="entr" presetSubtype="1" decel="100000"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750" fill="hold"/>
                                        <p:tgtEl>
                                          <p:spTgt spid="31"/>
                                        </p:tgtEl>
                                        <p:attrNameLst>
                                          <p:attrName>ppt_x</p:attrName>
                                        </p:attrNameLst>
                                      </p:cBhvr>
                                      <p:tavLst>
                                        <p:tav tm="0">
                                          <p:val>
                                            <p:strVal val="#ppt_x"/>
                                          </p:val>
                                        </p:tav>
                                        <p:tav tm="100000">
                                          <p:val>
                                            <p:strVal val="#ppt_x"/>
                                          </p:val>
                                        </p:tav>
                                      </p:tavLst>
                                    </p:anim>
                                    <p:anim calcmode="lin" valueType="num">
                                      <p:cBhvr additive="base">
                                        <p:cTn id="48" dur="750" fill="hold"/>
                                        <p:tgtEl>
                                          <p:spTgt spid="31"/>
                                        </p:tgtEl>
                                        <p:attrNameLst>
                                          <p:attrName>ppt_y</p:attrName>
                                        </p:attrNameLst>
                                      </p:cBhvr>
                                      <p:tavLst>
                                        <p:tav tm="0">
                                          <p:val>
                                            <p:strVal val="0-#ppt_h/2"/>
                                          </p:val>
                                        </p:tav>
                                        <p:tav tm="100000">
                                          <p:val>
                                            <p:strVal val="#ppt_y"/>
                                          </p:val>
                                        </p:tav>
                                      </p:tavLst>
                                    </p:anim>
                                  </p:childTnLst>
                                </p:cTn>
                              </p:par>
                              <p:par>
                                <p:cTn id="49" presetID="2" presetClass="entr" presetSubtype="1" decel="10000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anim calcmode="lin" valueType="num">
                                      <p:cBhvr additive="base">
                                        <p:cTn id="51" dur="750" fill="hold"/>
                                        <p:tgtEl>
                                          <p:spTgt spid="41"/>
                                        </p:tgtEl>
                                        <p:attrNameLst>
                                          <p:attrName>ppt_x</p:attrName>
                                        </p:attrNameLst>
                                      </p:cBhvr>
                                      <p:tavLst>
                                        <p:tav tm="0">
                                          <p:val>
                                            <p:strVal val="#ppt_x"/>
                                          </p:val>
                                        </p:tav>
                                        <p:tav tm="100000">
                                          <p:val>
                                            <p:strVal val="#ppt_x"/>
                                          </p:val>
                                        </p:tav>
                                      </p:tavLst>
                                    </p:anim>
                                    <p:anim calcmode="lin" valueType="num">
                                      <p:cBhvr additive="base">
                                        <p:cTn id="52" dur="750" fill="hold"/>
                                        <p:tgtEl>
                                          <p:spTgt spid="41"/>
                                        </p:tgtEl>
                                        <p:attrNameLst>
                                          <p:attrName>ppt_y</p:attrName>
                                        </p:attrNameLst>
                                      </p:cBhvr>
                                      <p:tavLst>
                                        <p:tav tm="0">
                                          <p:val>
                                            <p:strVal val="0-#ppt_h/2"/>
                                          </p:val>
                                        </p:tav>
                                        <p:tav tm="100000">
                                          <p:val>
                                            <p:strVal val="#ppt_y"/>
                                          </p:val>
                                        </p:tav>
                                      </p:tavLst>
                                    </p:anim>
                                  </p:childTnLst>
                                </p:cTn>
                              </p:par>
                              <p:par>
                                <p:cTn id="53" presetID="45" presetClass="entr" presetSubtype="0" fill="hold" grpId="1"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750"/>
                                        <p:tgtEl>
                                          <p:spTgt spid="31"/>
                                        </p:tgtEl>
                                      </p:cBhvr>
                                    </p:animEffect>
                                    <p:anim calcmode="lin" valueType="num">
                                      <p:cBhvr>
                                        <p:cTn id="56" dur="750" fill="hold"/>
                                        <p:tgtEl>
                                          <p:spTgt spid="31"/>
                                        </p:tgtEl>
                                        <p:attrNameLst>
                                          <p:attrName>ppt_w</p:attrName>
                                        </p:attrNameLst>
                                      </p:cBhvr>
                                      <p:tavLst>
                                        <p:tav tm="0" fmla="#ppt_w*sin(2.5*pi*$)">
                                          <p:val>
                                            <p:fltVal val="0"/>
                                          </p:val>
                                        </p:tav>
                                        <p:tav tm="100000">
                                          <p:val>
                                            <p:fltVal val="1"/>
                                          </p:val>
                                        </p:tav>
                                      </p:tavLst>
                                    </p:anim>
                                    <p:anim calcmode="lin" valueType="num">
                                      <p:cBhvr>
                                        <p:cTn id="57" dur="750" fill="hold"/>
                                        <p:tgtEl>
                                          <p:spTgt spid="31"/>
                                        </p:tgtEl>
                                        <p:attrNameLst>
                                          <p:attrName>ppt_h</p:attrName>
                                        </p:attrNameLst>
                                      </p:cBhvr>
                                      <p:tavLst>
                                        <p:tav tm="0">
                                          <p:val>
                                            <p:strVal val="#ppt_h"/>
                                          </p:val>
                                        </p:tav>
                                        <p:tav tm="100000">
                                          <p:val>
                                            <p:strVal val="#ppt_h"/>
                                          </p:val>
                                        </p:tav>
                                      </p:tavLst>
                                    </p:anim>
                                  </p:childTnLst>
                                </p:cTn>
                              </p:par>
                              <p:par>
                                <p:cTn id="58" presetID="45" presetClass="entr" presetSubtype="0" fill="hold" grpId="1"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750"/>
                                        <p:tgtEl>
                                          <p:spTgt spid="41"/>
                                        </p:tgtEl>
                                      </p:cBhvr>
                                    </p:animEffect>
                                    <p:anim calcmode="lin" valueType="num">
                                      <p:cBhvr>
                                        <p:cTn id="61" dur="750" fill="hold"/>
                                        <p:tgtEl>
                                          <p:spTgt spid="41"/>
                                        </p:tgtEl>
                                        <p:attrNameLst>
                                          <p:attrName>ppt_w</p:attrName>
                                        </p:attrNameLst>
                                      </p:cBhvr>
                                      <p:tavLst>
                                        <p:tav tm="0" fmla="#ppt_w*sin(2.5*pi*$)">
                                          <p:val>
                                            <p:fltVal val="0"/>
                                          </p:val>
                                        </p:tav>
                                        <p:tav tm="100000">
                                          <p:val>
                                            <p:fltVal val="1"/>
                                          </p:val>
                                        </p:tav>
                                      </p:tavLst>
                                    </p:anim>
                                    <p:anim calcmode="lin" valueType="num">
                                      <p:cBhvr>
                                        <p:cTn id="62" dur="750" fill="hold"/>
                                        <p:tgtEl>
                                          <p:spTgt spid="41"/>
                                        </p:tgtEl>
                                        <p:attrNameLst>
                                          <p:attrName>ppt_h</p:attrName>
                                        </p:attrNameLst>
                                      </p:cBhvr>
                                      <p:tavLst>
                                        <p:tav tm="0">
                                          <p:val>
                                            <p:strVal val="#ppt_h"/>
                                          </p:val>
                                        </p:tav>
                                        <p:tav tm="100000">
                                          <p:val>
                                            <p:strVal val="#ppt_h"/>
                                          </p:val>
                                        </p:tav>
                                      </p:tavLst>
                                    </p:anim>
                                  </p:childTnLst>
                                </p:cTn>
                              </p:par>
                            </p:childTnLst>
                          </p:cTn>
                        </p:par>
                        <p:par>
                          <p:cTn id="63" fill="hold">
                            <p:stCondLst>
                              <p:cond delay="2600"/>
                            </p:stCondLst>
                            <p:childTnLst>
                              <p:par>
                                <p:cTn id="64" presetID="2" presetClass="entr" presetSubtype="2" decel="100000" fill="hold" grpId="0" nodeType="afterEffect">
                                  <p:stCondLst>
                                    <p:cond delay="0"/>
                                  </p:stCondLst>
                                  <p:iterate type="wd">
                                    <p:tmPct val="10000"/>
                                  </p:iterate>
                                  <p:childTnLst>
                                    <p:set>
                                      <p:cBhvr>
                                        <p:cTn id="65" dur="1" fill="hold">
                                          <p:stCondLst>
                                            <p:cond delay="0"/>
                                          </p:stCondLst>
                                        </p:cTn>
                                        <p:tgtEl>
                                          <p:spTgt spid="42">
                                            <p:txEl>
                                              <p:pRg st="0" end="0"/>
                                            </p:txEl>
                                          </p:spTgt>
                                        </p:tgtEl>
                                        <p:attrNameLst>
                                          <p:attrName>style.visibility</p:attrName>
                                        </p:attrNameLst>
                                      </p:cBhvr>
                                      <p:to>
                                        <p:strVal val="visible"/>
                                      </p:to>
                                    </p:set>
                                    <p:anim calcmode="lin" valueType="num">
                                      <p:cBhvr additive="base">
                                        <p:cTn id="66" dur="500" fill="hold"/>
                                        <p:tgtEl>
                                          <p:spTgt spid="42">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2">
                                            <p:txEl>
                                              <p:pRg st="0" end="0"/>
                                            </p:txEl>
                                          </p:spTgt>
                                        </p:tgtEl>
                                        <p:attrNameLst>
                                          <p:attrName>ppt_y</p:attrName>
                                        </p:attrNameLst>
                                      </p:cBhvr>
                                      <p:tavLst>
                                        <p:tav tm="0">
                                          <p:val>
                                            <p:strVal val="#ppt_y"/>
                                          </p:val>
                                        </p:tav>
                                        <p:tav tm="100000">
                                          <p:val>
                                            <p:strVal val="#ppt_y"/>
                                          </p:val>
                                        </p:tav>
                                      </p:tavLst>
                                    </p:anim>
                                  </p:childTnLst>
                                </p:cTn>
                              </p:par>
                              <p:par>
                                <p:cTn id="68" presetID="2" presetClass="entr" presetSubtype="4" decel="100000" fill="hold" grpId="0" nodeType="withEffect">
                                  <p:stCondLst>
                                    <p:cond delay="0"/>
                                  </p:stCondLst>
                                  <p:childTnLst>
                                    <p:set>
                                      <p:cBhvr>
                                        <p:cTn id="69" dur="1" fill="hold">
                                          <p:stCondLst>
                                            <p:cond delay="0"/>
                                          </p:stCondLst>
                                        </p:cTn>
                                        <p:tgtEl>
                                          <p:spTgt spid="43">
                                            <p:txEl>
                                              <p:pRg st="0" end="0"/>
                                            </p:txEl>
                                          </p:spTgt>
                                        </p:tgtEl>
                                        <p:attrNameLst>
                                          <p:attrName>style.visibility</p:attrName>
                                        </p:attrNameLst>
                                      </p:cBhvr>
                                      <p:to>
                                        <p:strVal val="visible"/>
                                      </p:to>
                                    </p:set>
                                    <p:anim calcmode="lin" valueType="num">
                                      <p:cBhvr additive="base">
                                        <p:cTn id="70" dur="5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43">
                                            <p:txEl>
                                              <p:pRg st="0" end="0"/>
                                            </p:txEl>
                                          </p:spTgt>
                                        </p:tgtEl>
                                        <p:attrNameLst>
                                          <p:attrName>ppt_y</p:attrName>
                                        </p:attrNameLst>
                                      </p:cBhvr>
                                      <p:tavLst>
                                        <p:tav tm="0">
                                          <p:val>
                                            <p:strVal val="1+#ppt_h/2"/>
                                          </p:val>
                                        </p:tav>
                                        <p:tav tm="100000">
                                          <p:val>
                                            <p:strVal val="#ppt_y"/>
                                          </p:val>
                                        </p:tav>
                                      </p:tavLst>
                                    </p:anim>
                                  </p:childTnLst>
                                </p:cTn>
                              </p:par>
                              <p:par>
                                <p:cTn id="72" presetID="2" presetClass="entr" presetSubtype="4" decel="100000" fill="hold" grpId="0" nodeType="withEffect">
                                  <p:stCondLst>
                                    <p:cond delay="0"/>
                                  </p:stCondLst>
                                  <p:childTnLst>
                                    <p:set>
                                      <p:cBhvr>
                                        <p:cTn id="73" dur="1" fill="hold">
                                          <p:stCondLst>
                                            <p:cond delay="0"/>
                                          </p:stCondLst>
                                        </p:cTn>
                                        <p:tgtEl>
                                          <p:spTgt spid="44"/>
                                        </p:tgtEl>
                                        <p:attrNameLst>
                                          <p:attrName>style.visibility</p:attrName>
                                        </p:attrNameLst>
                                      </p:cBhvr>
                                      <p:to>
                                        <p:strVal val="visible"/>
                                      </p:to>
                                    </p:set>
                                    <p:anim calcmode="lin" valueType="num">
                                      <p:cBhvr additive="base">
                                        <p:cTn id="74" dur="500" fill="hold"/>
                                        <p:tgtEl>
                                          <p:spTgt spid="44"/>
                                        </p:tgtEl>
                                        <p:attrNameLst>
                                          <p:attrName>ppt_x</p:attrName>
                                        </p:attrNameLst>
                                      </p:cBhvr>
                                      <p:tavLst>
                                        <p:tav tm="0">
                                          <p:val>
                                            <p:strVal val="#ppt_x"/>
                                          </p:val>
                                        </p:tav>
                                        <p:tav tm="100000">
                                          <p:val>
                                            <p:strVal val="#ppt_x"/>
                                          </p:val>
                                        </p:tav>
                                      </p:tavLst>
                                    </p:anim>
                                    <p:anim calcmode="lin" valueType="num">
                                      <p:cBhvr additive="base">
                                        <p:cTn id="75" dur="500" fill="hold"/>
                                        <p:tgtEl>
                                          <p:spTgt spid="44"/>
                                        </p:tgtEl>
                                        <p:attrNameLst>
                                          <p:attrName>ppt_y</p:attrName>
                                        </p:attrNameLst>
                                      </p:cBhvr>
                                      <p:tavLst>
                                        <p:tav tm="0">
                                          <p:val>
                                            <p:strVal val="1+#ppt_h/2"/>
                                          </p:val>
                                        </p:tav>
                                        <p:tav tm="100000">
                                          <p:val>
                                            <p:strVal val="#ppt_y"/>
                                          </p:val>
                                        </p:tav>
                                      </p:tavLst>
                                    </p:anim>
                                  </p:childTnLst>
                                </p:cTn>
                              </p:par>
                            </p:childTnLst>
                          </p:cTn>
                        </p:par>
                        <p:par>
                          <p:cTn id="76" fill="hold">
                            <p:stCondLst>
                              <p:cond delay="3200"/>
                            </p:stCondLst>
                            <p:childTnLst>
                              <p:par>
                                <p:cTn id="77" presetID="2" presetClass="entr" presetSubtype="1" decel="100000" fill="hold" grpId="0" nodeType="afterEffect">
                                  <p:stCondLst>
                                    <p:cond delay="0"/>
                                  </p:stCondLst>
                                  <p:childTnLst>
                                    <p:set>
                                      <p:cBhvr>
                                        <p:cTn id="78" dur="1" fill="hold">
                                          <p:stCondLst>
                                            <p:cond delay="0"/>
                                          </p:stCondLst>
                                        </p:cTn>
                                        <p:tgtEl>
                                          <p:spTgt spid="45"/>
                                        </p:tgtEl>
                                        <p:attrNameLst>
                                          <p:attrName>style.visibility</p:attrName>
                                        </p:attrNameLst>
                                      </p:cBhvr>
                                      <p:to>
                                        <p:strVal val="visible"/>
                                      </p:to>
                                    </p:set>
                                    <p:anim calcmode="lin" valueType="num">
                                      <p:cBhvr additive="base">
                                        <p:cTn id="79" dur="750" fill="hold"/>
                                        <p:tgtEl>
                                          <p:spTgt spid="45"/>
                                        </p:tgtEl>
                                        <p:attrNameLst>
                                          <p:attrName>ppt_x</p:attrName>
                                        </p:attrNameLst>
                                      </p:cBhvr>
                                      <p:tavLst>
                                        <p:tav tm="0">
                                          <p:val>
                                            <p:strVal val="#ppt_x"/>
                                          </p:val>
                                        </p:tav>
                                        <p:tav tm="100000">
                                          <p:val>
                                            <p:strVal val="#ppt_x"/>
                                          </p:val>
                                        </p:tav>
                                      </p:tavLst>
                                    </p:anim>
                                    <p:anim calcmode="lin" valueType="num">
                                      <p:cBhvr additive="base">
                                        <p:cTn id="80" dur="750" fill="hold"/>
                                        <p:tgtEl>
                                          <p:spTgt spid="45"/>
                                        </p:tgtEl>
                                        <p:attrNameLst>
                                          <p:attrName>ppt_y</p:attrName>
                                        </p:attrNameLst>
                                      </p:cBhvr>
                                      <p:tavLst>
                                        <p:tav tm="0">
                                          <p:val>
                                            <p:strVal val="0-#ppt_h/2"/>
                                          </p:val>
                                        </p:tav>
                                        <p:tav tm="100000">
                                          <p:val>
                                            <p:strVal val="#ppt_y"/>
                                          </p:val>
                                        </p:tav>
                                      </p:tavLst>
                                    </p:anim>
                                  </p:childTnLst>
                                </p:cTn>
                              </p:par>
                              <p:par>
                                <p:cTn id="81" presetID="2" presetClass="entr" presetSubtype="1" decel="10000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 calcmode="lin" valueType="num">
                                      <p:cBhvr additive="base">
                                        <p:cTn id="83" dur="750" fill="hold"/>
                                        <p:tgtEl>
                                          <p:spTgt spid="46"/>
                                        </p:tgtEl>
                                        <p:attrNameLst>
                                          <p:attrName>ppt_x</p:attrName>
                                        </p:attrNameLst>
                                      </p:cBhvr>
                                      <p:tavLst>
                                        <p:tav tm="0">
                                          <p:val>
                                            <p:strVal val="#ppt_x"/>
                                          </p:val>
                                        </p:tav>
                                        <p:tav tm="100000">
                                          <p:val>
                                            <p:strVal val="#ppt_x"/>
                                          </p:val>
                                        </p:tav>
                                      </p:tavLst>
                                    </p:anim>
                                    <p:anim calcmode="lin" valueType="num">
                                      <p:cBhvr additive="base">
                                        <p:cTn id="84" dur="750" fill="hold"/>
                                        <p:tgtEl>
                                          <p:spTgt spid="46"/>
                                        </p:tgtEl>
                                        <p:attrNameLst>
                                          <p:attrName>ppt_y</p:attrName>
                                        </p:attrNameLst>
                                      </p:cBhvr>
                                      <p:tavLst>
                                        <p:tav tm="0">
                                          <p:val>
                                            <p:strVal val="0-#ppt_h/2"/>
                                          </p:val>
                                        </p:tav>
                                        <p:tav tm="100000">
                                          <p:val>
                                            <p:strVal val="#ppt_y"/>
                                          </p:val>
                                        </p:tav>
                                      </p:tavLst>
                                    </p:anim>
                                  </p:childTnLst>
                                </p:cTn>
                              </p:par>
                              <p:par>
                                <p:cTn id="85" presetID="45" presetClass="entr" presetSubtype="0" fill="hold" grpId="1"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750"/>
                                        <p:tgtEl>
                                          <p:spTgt spid="45"/>
                                        </p:tgtEl>
                                      </p:cBhvr>
                                    </p:animEffect>
                                    <p:anim calcmode="lin" valueType="num">
                                      <p:cBhvr>
                                        <p:cTn id="88" dur="750" fill="hold"/>
                                        <p:tgtEl>
                                          <p:spTgt spid="45"/>
                                        </p:tgtEl>
                                        <p:attrNameLst>
                                          <p:attrName>ppt_w</p:attrName>
                                        </p:attrNameLst>
                                      </p:cBhvr>
                                      <p:tavLst>
                                        <p:tav tm="0" fmla="#ppt_w*sin(2.5*pi*$)">
                                          <p:val>
                                            <p:fltVal val="0"/>
                                          </p:val>
                                        </p:tav>
                                        <p:tav tm="100000">
                                          <p:val>
                                            <p:fltVal val="1"/>
                                          </p:val>
                                        </p:tav>
                                      </p:tavLst>
                                    </p:anim>
                                    <p:anim calcmode="lin" valueType="num">
                                      <p:cBhvr>
                                        <p:cTn id="89" dur="750" fill="hold"/>
                                        <p:tgtEl>
                                          <p:spTgt spid="45"/>
                                        </p:tgtEl>
                                        <p:attrNameLst>
                                          <p:attrName>ppt_h</p:attrName>
                                        </p:attrNameLst>
                                      </p:cBhvr>
                                      <p:tavLst>
                                        <p:tav tm="0">
                                          <p:val>
                                            <p:strVal val="#ppt_h"/>
                                          </p:val>
                                        </p:tav>
                                        <p:tav tm="100000">
                                          <p:val>
                                            <p:strVal val="#ppt_h"/>
                                          </p:val>
                                        </p:tav>
                                      </p:tavLst>
                                    </p:anim>
                                  </p:childTnLst>
                                </p:cTn>
                              </p:par>
                              <p:par>
                                <p:cTn id="90" presetID="45" presetClass="entr" presetSubtype="0" fill="hold" grpId="1" nodeType="with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750"/>
                                        <p:tgtEl>
                                          <p:spTgt spid="46"/>
                                        </p:tgtEl>
                                      </p:cBhvr>
                                    </p:animEffect>
                                    <p:anim calcmode="lin" valueType="num">
                                      <p:cBhvr>
                                        <p:cTn id="93" dur="750" fill="hold"/>
                                        <p:tgtEl>
                                          <p:spTgt spid="46"/>
                                        </p:tgtEl>
                                        <p:attrNameLst>
                                          <p:attrName>ppt_w</p:attrName>
                                        </p:attrNameLst>
                                      </p:cBhvr>
                                      <p:tavLst>
                                        <p:tav tm="0" fmla="#ppt_w*sin(2.5*pi*$)">
                                          <p:val>
                                            <p:fltVal val="0"/>
                                          </p:val>
                                        </p:tav>
                                        <p:tav tm="100000">
                                          <p:val>
                                            <p:fltVal val="1"/>
                                          </p:val>
                                        </p:tav>
                                      </p:tavLst>
                                    </p:anim>
                                    <p:anim calcmode="lin" valueType="num">
                                      <p:cBhvr>
                                        <p:cTn id="94" dur="750" fill="hold"/>
                                        <p:tgtEl>
                                          <p:spTgt spid="46"/>
                                        </p:tgtEl>
                                        <p:attrNameLst>
                                          <p:attrName>ppt_h</p:attrName>
                                        </p:attrNameLst>
                                      </p:cBhvr>
                                      <p:tavLst>
                                        <p:tav tm="0">
                                          <p:val>
                                            <p:strVal val="#ppt_h"/>
                                          </p:val>
                                        </p:tav>
                                        <p:tav tm="100000">
                                          <p:val>
                                            <p:strVal val="#ppt_h"/>
                                          </p:val>
                                        </p:tav>
                                      </p:tavLst>
                                    </p:anim>
                                  </p:childTnLst>
                                </p:cTn>
                              </p:par>
                            </p:childTnLst>
                          </p:cTn>
                        </p:par>
                        <p:par>
                          <p:cTn id="95" fill="hold">
                            <p:stCondLst>
                              <p:cond delay="3950"/>
                            </p:stCondLst>
                            <p:childTnLst>
                              <p:par>
                                <p:cTn id="96" presetID="2" presetClass="entr" presetSubtype="2" decel="100000" fill="hold" grpId="0" nodeType="afterEffect">
                                  <p:stCondLst>
                                    <p:cond delay="0"/>
                                  </p:stCondLst>
                                  <p:iterate type="wd">
                                    <p:tmPct val="10000"/>
                                  </p:iterate>
                                  <p:childTnLst>
                                    <p:set>
                                      <p:cBhvr>
                                        <p:cTn id="97" dur="1" fill="hold">
                                          <p:stCondLst>
                                            <p:cond delay="0"/>
                                          </p:stCondLst>
                                        </p:cTn>
                                        <p:tgtEl>
                                          <p:spTgt spid="47">
                                            <p:txEl>
                                              <p:pRg st="0" end="0"/>
                                            </p:txEl>
                                          </p:spTgt>
                                        </p:tgtEl>
                                        <p:attrNameLst>
                                          <p:attrName>style.visibility</p:attrName>
                                        </p:attrNameLst>
                                      </p:cBhvr>
                                      <p:to>
                                        <p:strVal val="visible"/>
                                      </p:to>
                                    </p:set>
                                    <p:anim calcmode="lin" valueType="num">
                                      <p:cBhvr additive="base">
                                        <p:cTn id="98" dur="500" fill="hold"/>
                                        <p:tgtEl>
                                          <p:spTgt spid="47">
                                            <p:txEl>
                                              <p:pRg st="0" end="0"/>
                                            </p:txEl>
                                          </p:spTgt>
                                        </p:tgtEl>
                                        <p:attrNameLst>
                                          <p:attrName>ppt_x</p:attrName>
                                        </p:attrNameLst>
                                      </p:cBhvr>
                                      <p:tavLst>
                                        <p:tav tm="0">
                                          <p:val>
                                            <p:strVal val="1+#ppt_w/2"/>
                                          </p:val>
                                        </p:tav>
                                        <p:tav tm="100000">
                                          <p:val>
                                            <p:strVal val="#ppt_x"/>
                                          </p:val>
                                        </p:tav>
                                      </p:tavLst>
                                    </p:anim>
                                    <p:anim calcmode="lin" valueType="num">
                                      <p:cBhvr additive="base">
                                        <p:cTn id="99" dur="500" fill="hold"/>
                                        <p:tgtEl>
                                          <p:spTgt spid="47">
                                            <p:txEl>
                                              <p:pRg st="0" end="0"/>
                                            </p:txEl>
                                          </p:spTgt>
                                        </p:tgtEl>
                                        <p:attrNameLst>
                                          <p:attrName>ppt_y</p:attrName>
                                        </p:attrNameLst>
                                      </p:cBhvr>
                                      <p:tavLst>
                                        <p:tav tm="0">
                                          <p:val>
                                            <p:strVal val="#ppt_y"/>
                                          </p:val>
                                        </p:tav>
                                        <p:tav tm="100000">
                                          <p:val>
                                            <p:strVal val="#ppt_y"/>
                                          </p:val>
                                        </p:tav>
                                      </p:tavLst>
                                    </p:anim>
                                  </p:childTnLst>
                                </p:cTn>
                              </p:par>
                              <p:par>
                                <p:cTn id="100" presetID="2" presetClass="entr" presetSubtype="4" decel="100000" fill="hold" grpId="0" nodeType="withEffect">
                                  <p:stCondLst>
                                    <p:cond delay="0"/>
                                  </p:stCondLst>
                                  <p:childTnLst>
                                    <p:set>
                                      <p:cBhvr>
                                        <p:cTn id="101" dur="1" fill="hold">
                                          <p:stCondLst>
                                            <p:cond delay="0"/>
                                          </p:stCondLst>
                                        </p:cTn>
                                        <p:tgtEl>
                                          <p:spTgt spid="48">
                                            <p:txEl>
                                              <p:pRg st="0" end="0"/>
                                            </p:txEl>
                                          </p:spTgt>
                                        </p:tgtEl>
                                        <p:attrNameLst>
                                          <p:attrName>style.visibility</p:attrName>
                                        </p:attrNameLst>
                                      </p:cBhvr>
                                      <p:to>
                                        <p:strVal val="visible"/>
                                      </p:to>
                                    </p:set>
                                    <p:anim calcmode="lin" valueType="num">
                                      <p:cBhvr additive="base">
                                        <p:cTn id="102"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104" presetID="2" presetClass="entr" presetSubtype="4" decel="100000"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 calcmode="lin" valueType="num">
                                      <p:cBhvr additive="base">
                                        <p:cTn id="106" dur="500" fill="hold"/>
                                        <p:tgtEl>
                                          <p:spTgt spid="49"/>
                                        </p:tgtEl>
                                        <p:attrNameLst>
                                          <p:attrName>ppt_x</p:attrName>
                                        </p:attrNameLst>
                                      </p:cBhvr>
                                      <p:tavLst>
                                        <p:tav tm="0">
                                          <p:val>
                                            <p:strVal val="#ppt_x"/>
                                          </p:val>
                                        </p:tav>
                                        <p:tav tm="100000">
                                          <p:val>
                                            <p:strVal val="#ppt_x"/>
                                          </p:val>
                                        </p:tav>
                                      </p:tavLst>
                                    </p:anim>
                                    <p:anim calcmode="lin" valueType="num">
                                      <p:cBhvr additive="base">
                                        <p:cTn id="107" dur="500" fill="hold"/>
                                        <p:tgtEl>
                                          <p:spTgt spid="49"/>
                                        </p:tgtEl>
                                        <p:attrNameLst>
                                          <p:attrName>ppt_y</p:attrName>
                                        </p:attrNameLst>
                                      </p:cBhvr>
                                      <p:tavLst>
                                        <p:tav tm="0">
                                          <p:val>
                                            <p:strVal val="1+#ppt_h/2"/>
                                          </p:val>
                                        </p:tav>
                                        <p:tav tm="100000">
                                          <p:val>
                                            <p:strVal val="#ppt_y"/>
                                          </p:val>
                                        </p:tav>
                                      </p:tavLst>
                                    </p:anim>
                                  </p:childTnLst>
                                </p:cTn>
                              </p:par>
                            </p:childTnLst>
                          </p:cTn>
                        </p:par>
                        <p:par>
                          <p:cTn id="108" fill="hold">
                            <p:stCondLst>
                              <p:cond delay="4550"/>
                            </p:stCondLst>
                            <p:childTnLst>
                              <p:par>
                                <p:cTn id="109" presetID="2" presetClass="entr" presetSubtype="1" decel="100000" fill="hold" grpId="0" nodeType="afterEffect">
                                  <p:stCondLst>
                                    <p:cond delay="0"/>
                                  </p:stCondLst>
                                  <p:childTnLst>
                                    <p:set>
                                      <p:cBhvr>
                                        <p:cTn id="110" dur="1" fill="hold">
                                          <p:stCondLst>
                                            <p:cond delay="0"/>
                                          </p:stCondLst>
                                        </p:cTn>
                                        <p:tgtEl>
                                          <p:spTgt spid="50"/>
                                        </p:tgtEl>
                                        <p:attrNameLst>
                                          <p:attrName>style.visibility</p:attrName>
                                        </p:attrNameLst>
                                      </p:cBhvr>
                                      <p:to>
                                        <p:strVal val="visible"/>
                                      </p:to>
                                    </p:set>
                                    <p:anim calcmode="lin" valueType="num">
                                      <p:cBhvr additive="base">
                                        <p:cTn id="111" dur="750" fill="hold"/>
                                        <p:tgtEl>
                                          <p:spTgt spid="50"/>
                                        </p:tgtEl>
                                        <p:attrNameLst>
                                          <p:attrName>ppt_x</p:attrName>
                                        </p:attrNameLst>
                                      </p:cBhvr>
                                      <p:tavLst>
                                        <p:tav tm="0">
                                          <p:val>
                                            <p:strVal val="#ppt_x"/>
                                          </p:val>
                                        </p:tav>
                                        <p:tav tm="100000">
                                          <p:val>
                                            <p:strVal val="#ppt_x"/>
                                          </p:val>
                                        </p:tav>
                                      </p:tavLst>
                                    </p:anim>
                                    <p:anim calcmode="lin" valueType="num">
                                      <p:cBhvr additive="base">
                                        <p:cTn id="112" dur="750" fill="hold"/>
                                        <p:tgtEl>
                                          <p:spTgt spid="50"/>
                                        </p:tgtEl>
                                        <p:attrNameLst>
                                          <p:attrName>ppt_y</p:attrName>
                                        </p:attrNameLst>
                                      </p:cBhvr>
                                      <p:tavLst>
                                        <p:tav tm="0">
                                          <p:val>
                                            <p:strVal val="0-#ppt_h/2"/>
                                          </p:val>
                                        </p:tav>
                                        <p:tav tm="100000">
                                          <p:val>
                                            <p:strVal val="#ppt_y"/>
                                          </p:val>
                                        </p:tav>
                                      </p:tavLst>
                                    </p:anim>
                                  </p:childTnLst>
                                </p:cTn>
                              </p:par>
                              <p:par>
                                <p:cTn id="113" presetID="2" presetClass="entr" presetSubtype="1" decel="100000" fill="hold" grpId="0" nodeType="withEffect">
                                  <p:stCondLst>
                                    <p:cond delay="0"/>
                                  </p:stCondLst>
                                  <p:childTnLst>
                                    <p:set>
                                      <p:cBhvr>
                                        <p:cTn id="114" dur="1" fill="hold">
                                          <p:stCondLst>
                                            <p:cond delay="0"/>
                                          </p:stCondLst>
                                        </p:cTn>
                                        <p:tgtEl>
                                          <p:spTgt spid="51"/>
                                        </p:tgtEl>
                                        <p:attrNameLst>
                                          <p:attrName>style.visibility</p:attrName>
                                        </p:attrNameLst>
                                      </p:cBhvr>
                                      <p:to>
                                        <p:strVal val="visible"/>
                                      </p:to>
                                    </p:set>
                                    <p:anim calcmode="lin" valueType="num">
                                      <p:cBhvr additive="base">
                                        <p:cTn id="115" dur="750" fill="hold"/>
                                        <p:tgtEl>
                                          <p:spTgt spid="51"/>
                                        </p:tgtEl>
                                        <p:attrNameLst>
                                          <p:attrName>ppt_x</p:attrName>
                                        </p:attrNameLst>
                                      </p:cBhvr>
                                      <p:tavLst>
                                        <p:tav tm="0">
                                          <p:val>
                                            <p:strVal val="#ppt_x"/>
                                          </p:val>
                                        </p:tav>
                                        <p:tav tm="100000">
                                          <p:val>
                                            <p:strVal val="#ppt_x"/>
                                          </p:val>
                                        </p:tav>
                                      </p:tavLst>
                                    </p:anim>
                                    <p:anim calcmode="lin" valueType="num">
                                      <p:cBhvr additive="base">
                                        <p:cTn id="116" dur="750" fill="hold"/>
                                        <p:tgtEl>
                                          <p:spTgt spid="51"/>
                                        </p:tgtEl>
                                        <p:attrNameLst>
                                          <p:attrName>ppt_y</p:attrName>
                                        </p:attrNameLst>
                                      </p:cBhvr>
                                      <p:tavLst>
                                        <p:tav tm="0">
                                          <p:val>
                                            <p:strVal val="0-#ppt_h/2"/>
                                          </p:val>
                                        </p:tav>
                                        <p:tav tm="100000">
                                          <p:val>
                                            <p:strVal val="#ppt_y"/>
                                          </p:val>
                                        </p:tav>
                                      </p:tavLst>
                                    </p:anim>
                                  </p:childTnLst>
                                </p:cTn>
                              </p:par>
                              <p:par>
                                <p:cTn id="117" presetID="45" presetClass="entr" presetSubtype="0" fill="hold" grpId="1" nodeType="withEffect">
                                  <p:stCondLst>
                                    <p:cond delay="0"/>
                                  </p:stCondLst>
                                  <p:childTnLst>
                                    <p:set>
                                      <p:cBhvr>
                                        <p:cTn id="118" dur="1" fill="hold">
                                          <p:stCondLst>
                                            <p:cond delay="0"/>
                                          </p:stCondLst>
                                        </p:cTn>
                                        <p:tgtEl>
                                          <p:spTgt spid="50"/>
                                        </p:tgtEl>
                                        <p:attrNameLst>
                                          <p:attrName>style.visibility</p:attrName>
                                        </p:attrNameLst>
                                      </p:cBhvr>
                                      <p:to>
                                        <p:strVal val="visible"/>
                                      </p:to>
                                    </p:set>
                                    <p:animEffect transition="in" filter="fade">
                                      <p:cBhvr>
                                        <p:cTn id="119" dur="750"/>
                                        <p:tgtEl>
                                          <p:spTgt spid="50"/>
                                        </p:tgtEl>
                                      </p:cBhvr>
                                    </p:animEffect>
                                    <p:anim calcmode="lin" valueType="num">
                                      <p:cBhvr>
                                        <p:cTn id="120" dur="750" fill="hold"/>
                                        <p:tgtEl>
                                          <p:spTgt spid="50"/>
                                        </p:tgtEl>
                                        <p:attrNameLst>
                                          <p:attrName>ppt_w</p:attrName>
                                        </p:attrNameLst>
                                      </p:cBhvr>
                                      <p:tavLst>
                                        <p:tav tm="0" fmla="#ppt_w*sin(2.5*pi*$)">
                                          <p:val>
                                            <p:fltVal val="0"/>
                                          </p:val>
                                        </p:tav>
                                        <p:tav tm="100000">
                                          <p:val>
                                            <p:fltVal val="1"/>
                                          </p:val>
                                        </p:tav>
                                      </p:tavLst>
                                    </p:anim>
                                    <p:anim calcmode="lin" valueType="num">
                                      <p:cBhvr>
                                        <p:cTn id="121" dur="750" fill="hold"/>
                                        <p:tgtEl>
                                          <p:spTgt spid="50"/>
                                        </p:tgtEl>
                                        <p:attrNameLst>
                                          <p:attrName>ppt_h</p:attrName>
                                        </p:attrNameLst>
                                      </p:cBhvr>
                                      <p:tavLst>
                                        <p:tav tm="0">
                                          <p:val>
                                            <p:strVal val="#ppt_h"/>
                                          </p:val>
                                        </p:tav>
                                        <p:tav tm="100000">
                                          <p:val>
                                            <p:strVal val="#ppt_h"/>
                                          </p:val>
                                        </p:tav>
                                      </p:tavLst>
                                    </p:anim>
                                  </p:childTnLst>
                                </p:cTn>
                              </p:par>
                              <p:par>
                                <p:cTn id="122" presetID="45" presetClass="entr" presetSubtype="0" fill="hold" grpId="1" nodeType="withEffect">
                                  <p:stCondLst>
                                    <p:cond delay="0"/>
                                  </p:stCondLst>
                                  <p:childTnLst>
                                    <p:set>
                                      <p:cBhvr>
                                        <p:cTn id="123" dur="1" fill="hold">
                                          <p:stCondLst>
                                            <p:cond delay="0"/>
                                          </p:stCondLst>
                                        </p:cTn>
                                        <p:tgtEl>
                                          <p:spTgt spid="51"/>
                                        </p:tgtEl>
                                        <p:attrNameLst>
                                          <p:attrName>style.visibility</p:attrName>
                                        </p:attrNameLst>
                                      </p:cBhvr>
                                      <p:to>
                                        <p:strVal val="visible"/>
                                      </p:to>
                                    </p:set>
                                    <p:animEffect transition="in" filter="fade">
                                      <p:cBhvr>
                                        <p:cTn id="124" dur="750"/>
                                        <p:tgtEl>
                                          <p:spTgt spid="51"/>
                                        </p:tgtEl>
                                      </p:cBhvr>
                                    </p:animEffect>
                                    <p:anim calcmode="lin" valueType="num">
                                      <p:cBhvr>
                                        <p:cTn id="125" dur="750" fill="hold"/>
                                        <p:tgtEl>
                                          <p:spTgt spid="51"/>
                                        </p:tgtEl>
                                        <p:attrNameLst>
                                          <p:attrName>ppt_w</p:attrName>
                                        </p:attrNameLst>
                                      </p:cBhvr>
                                      <p:tavLst>
                                        <p:tav tm="0" fmla="#ppt_w*sin(2.5*pi*$)">
                                          <p:val>
                                            <p:fltVal val="0"/>
                                          </p:val>
                                        </p:tav>
                                        <p:tav tm="100000">
                                          <p:val>
                                            <p:fltVal val="1"/>
                                          </p:val>
                                        </p:tav>
                                      </p:tavLst>
                                    </p:anim>
                                    <p:anim calcmode="lin" valueType="num">
                                      <p:cBhvr>
                                        <p:cTn id="126" dur="750" fill="hold"/>
                                        <p:tgtEl>
                                          <p:spTgt spid="51"/>
                                        </p:tgtEl>
                                        <p:attrNameLst>
                                          <p:attrName>ppt_h</p:attrName>
                                        </p:attrNameLst>
                                      </p:cBhvr>
                                      <p:tavLst>
                                        <p:tav tm="0">
                                          <p:val>
                                            <p:strVal val="#ppt_h"/>
                                          </p:val>
                                        </p:tav>
                                        <p:tav tm="100000">
                                          <p:val>
                                            <p:strVal val="#ppt_h"/>
                                          </p:val>
                                        </p:tav>
                                      </p:tavLst>
                                    </p:anim>
                                  </p:childTnLst>
                                </p:cTn>
                              </p:par>
                            </p:childTnLst>
                          </p:cTn>
                        </p:par>
                        <p:par>
                          <p:cTn id="127" fill="hold">
                            <p:stCondLst>
                              <p:cond delay="5300"/>
                            </p:stCondLst>
                            <p:childTnLst>
                              <p:par>
                                <p:cTn id="128" presetID="2" presetClass="entr" presetSubtype="2" decel="100000" fill="hold" grpId="0" nodeType="afterEffect">
                                  <p:stCondLst>
                                    <p:cond delay="0"/>
                                  </p:stCondLst>
                                  <p:iterate type="wd">
                                    <p:tmPct val="10000"/>
                                  </p:iterate>
                                  <p:childTnLst>
                                    <p:set>
                                      <p:cBhvr>
                                        <p:cTn id="129" dur="1" fill="hold">
                                          <p:stCondLst>
                                            <p:cond delay="0"/>
                                          </p:stCondLst>
                                        </p:cTn>
                                        <p:tgtEl>
                                          <p:spTgt spid="52">
                                            <p:txEl>
                                              <p:pRg st="0" end="0"/>
                                            </p:txEl>
                                          </p:spTgt>
                                        </p:tgtEl>
                                        <p:attrNameLst>
                                          <p:attrName>style.visibility</p:attrName>
                                        </p:attrNameLst>
                                      </p:cBhvr>
                                      <p:to>
                                        <p:strVal val="visible"/>
                                      </p:to>
                                    </p:set>
                                    <p:anim calcmode="lin" valueType="num">
                                      <p:cBhvr additive="base">
                                        <p:cTn id="130" dur="500" fill="hold"/>
                                        <p:tgtEl>
                                          <p:spTgt spid="52">
                                            <p:txEl>
                                              <p:pRg st="0" end="0"/>
                                            </p:txEl>
                                          </p:spTgt>
                                        </p:tgtEl>
                                        <p:attrNameLst>
                                          <p:attrName>ppt_x</p:attrName>
                                        </p:attrNameLst>
                                      </p:cBhvr>
                                      <p:tavLst>
                                        <p:tav tm="0">
                                          <p:val>
                                            <p:strVal val="1+#ppt_w/2"/>
                                          </p:val>
                                        </p:tav>
                                        <p:tav tm="100000">
                                          <p:val>
                                            <p:strVal val="#ppt_x"/>
                                          </p:val>
                                        </p:tav>
                                      </p:tavLst>
                                    </p:anim>
                                    <p:anim calcmode="lin" valueType="num">
                                      <p:cBhvr additive="base">
                                        <p:cTn id="131" dur="500" fill="hold"/>
                                        <p:tgtEl>
                                          <p:spTgt spid="52">
                                            <p:txEl>
                                              <p:pRg st="0" end="0"/>
                                            </p:txEl>
                                          </p:spTgt>
                                        </p:tgtEl>
                                        <p:attrNameLst>
                                          <p:attrName>ppt_y</p:attrName>
                                        </p:attrNameLst>
                                      </p:cBhvr>
                                      <p:tavLst>
                                        <p:tav tm="0">
                                          <p:val>
                                            <p:strVal val="#ppt_y"/>
                                          </p:val>
                                        </p:tav>
                                        <p:tav tm="100000">
                                          <p:val>
                                            <p:strVal val="#ppt_y"/>
                                          </p:val>
                                        </p:tav>
                                      </p:tavLst>
                                    </p:anim>
                                  </p:childTnLst>
                                </p:cTn>
                              </p:par>
                              <p:par>
                                <p:cTn id="132" presetID="2" presetClass="entr" presetSubtype="4" decel="100000" fill="hold" grpId="0" nodeType="withEffect">
                                  <p:stCondLst>
                                    <p:cond delay="0"/>
                                  </p:stCondLst>
                                  <p:childTnLst>
                                    <p:set>
                                      <p:cBhvr>
                                        <p:cTn id="133" dur="1" fill="hold">
                                          <p:stCondLst>
                                            <p:cond delay="0"/>
                                          </p:stCondLst>
                                        </p:cTn>
                                        <p:tgtEl>
                                          <p:spTgt spid="53">
                                            <p:txEl>
                                              <p:pRg st="0" end="0"/>
                                            </p:txEl>
                                          </p:spTgt>
                                        </p:tgtEl>
                                        <p:attrNameLst>
                                          <p:attrName>style.visibility</p:attrName>
                                        </p:attrNameLst>
                                      </p:cBhvr>
                                      <p:to>
                                        <p:strVal val="visible"/>
                                      </p:to>
                                    </p:set>
                                    <p:anim calcmode="lin" valueType="num">
                                      <p:cBhvr additive="base">
                                        <p:cTn id="134"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135"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136" presetID="2" presetClass="entr" presetSubtype="4" decel="100000" fill="hold" grpId="0" nodeType="withEffect">
                                  <p:stCondLst>
                                    <p:cond delay="0"/>
                                  </p:stCondLst>
                                  <p:childTnLst>
                                    <p:set>
                                      <p:cBhvr>
                                        <p:cTn id="137" dur="1" fill="hold">
                                          <p:stCondLst>
                                            <p:cond delay="0"/>
                                          </p:stCondLst>
                                        </p:cTn>
                                        <p:tgtEl>
                                          <p:spTgt spid="54"/>
                                        </p:tgtEl>
                                        <p:attrNameLst>
                                          <p:attrName>style.visibility</p:attrName>
                                        </p:attrNameLst>
                                      </p:cBhvr>
                                      <p:to>
                                        <p:strVal val="visible"/>
                                      </p:to>
                                    </p:set>
                                    <p:anim calcmode="lin" valueType="num">
                                      <p:cBhvr additive="base">
                                        <p:cTn id="138" dur="500" fill="hold"/>
                                        <p:tgtEl>
                                          <p:spTgt spid="54"/>
                                        </p:tgtEl>
                                        <p:attrNameLst>
                                          <p:attrName>ppt_x</p:attrName>
                                        </p:attrNameLst>
                                      </p:cBhvr>
                                      <p:tavLst>
                                        <p:tav tm="0">
                                          <p:val>
                                            <p:strVal val="#ppt_x"/>
                                          </p:val>
                                        </p:tav>
                                        <p:tav tm="100000">
                                          <p:val>
                                            <p:strVal val="#ppt_x"/>
                                          </p:val>
                                        </p:tav>
                                      </p:tavLst>
                                    </p:anim>
                                    <p:anim calcmode="lin" valueType="num">
                                      <p:cBhvr additive="base">
                                        <p:cTn id="139" dur="500" fill="hold"/>
                                        <p:tgtEl>
                                          <p:spTgt spid="54"/>
                                        </p:tgtEl>
                                        <p:attrNameLst>
                                          <p:attrName>ppt_y</p:attrName>
                                        </p:attrNameLst>
                                      </p:cBhvr>
                                      <p:tavLst>
                                        <p:tav tm="0">
                                          <p:val>
                                            <p:strVal val="1+#ppt_h/2"/>
                                          </p:val>
                                        </p:tav>
                                        <p:tav tm="100000">
                                          <p:val>
                                            <p:strVal val="#ppt_y"/>
                                          </p:val>
                                        </p:tav>
                                      </p:tavLst>
                                    </p:anim>
                                  </p:childTnLst>
                                </p:cTn>
                              </p:par>
                            </p:childTnLst>
                          </p:cTn>
                        </p:par>
                        <p:par>
                          <p:cTn id="140" fill="hold">
                            <p:stCondLst>
                              <p:cond delay="5900"/>
                            </p:stCondLst>
                            <p:childTnLst>
                              <p:par>
                                <p:cTn id="141" presetID="2" presetClass="entr" presetSubtype="1" decel="100000" fill="hold" grpId="0" nodeType="afterEffect">
                                  <p:stCondLst>
                                    <p:cond delay="0"/>
                                  </p:stCondLst>
                                  <p:childTnLst>
                                    <p:set>
                                      <p:cBhvr>
                                        <p:cTn id="142" dur="1" fill="hold">
                                          <p:stCondLst>
                                            <p:cond delay="0"/>
                                          </p:stCondLst>
                                        </p:cTn>
                                        <p:tgtEl>
                                          <p:spTgt spid="55"/>
                                        </p:tgtEl>
                                        <p:attrNameLst>
                                          <p:attrName>style.visibility</p:attrName>
                                        </p:attrNameLst>
                                      </p:cBhvr>
                                      <p:to>
                                        <p:strVal val="visible"/>
                                      </p:to>
                                    </p:set>
                                    <p:anim calcmode="lin" valueType="num">
                                      <p:cBhvr additive="base">
                                        <p:cTn id="143" dur="750" fill="hold"/>
                                        <p:tgtEl>
                                          <p:spTgt spid="55"/>
                                        </p:tgtEl>
                                        <p:attrNameLst>
                                          <p:attrName>ppt_x</p:attrName>
                                        </p:attrNameLst>
                                      </p:cBhvr>
                                      <p:tavLst>
                                        <p:tav tm="0">
                                          <p:val>
                                            <p:strVal val="#ppt_x"/>
                                          </p:val>
                                        </p:tav>
                                        <p:tav tm="100000">
                                          <p:val>
                                            <p:strVal val="#ppt_x"/>
                                          </p:val>
                                        </p:tav>
                                      </p:tavLst>
                                    </p:anim>
                                    <p:anim calcmode="lin" valueType="num">
                                      <p:cBhvr additive="base">
                                        <p:cTn id="144" dur="750" fill="hold"/>
                                        <p:tgtEl>
                                          <p:spTgt spid="55"/>
                                        </p:tgtEl>
                                        <p:attrNameLst>
                                          <p:attrName>ppt_y</p:attrName>
                                        </p:attrNameLst>
                                      </p:cBhvr>
                                      <p:tavLst>
                                        <p:tav tm="0">
                                          <p:val>
                                            <p:strVal val="0-#ppt_h/2"/>
                                          </p:val>
                                        </p:tav>
                                        <p:tav tm="100000">
                                          <p:val>
                                            <p:strVal val="#ppt_y"/>
                                          </p:val>
                                        </p:tav>
                                      </p:tavLst>
                                    </p:anim>
                                  </p:childTnLst>
                                </p:cTn>
                              </p:par>
                              <p:par>
                                <p:cTn id="145" presetID="45" presetClass="entr" presetSubtype="0" fill="hold" grpId="1" nodeType="withEffect">
                                  <p:stCondLst>
                                    <p:cond delay="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7" dur="750"/>
                                        <p:tgtEl>
                                          <p:spTgt spid="55"/>
                                        </p:tgtEl>
                                      </p:cBhvr>
                                    </p:animEffect>
                                    <p:anim calcmode="lin" valueType="num">
                                      <p:cBhvr>
                                        <p:cTn id="148" dur="750" fill="hold"/>
                                        <p:tgtEl>
                                          <p:spTgt spid="55"/>
                                        </p:tgtEl>
                                        <p:attrNameLst>
                                          <p:attrName>ppt_w</p:attrName>
                                        </p:attrNameLst>
                                      </p:cBhvr>
                                      <p:tavLst>
                                        <p:tav tm="0" fmla="#ppt_w*sin(2.5*pi*$)">
                                          <p:val>
                                            <p:fltVal val="0"/>
                                          </p:val>
                                        </p:tav>
                                        <p:tav tm="100000">
                                          <p:val>
                                            <p:fltVal val="1"/>
                                          </p:val>
                                        </p:tav>
                                      </p:tavLst>
                                    </p:anim>
                                    <p:anim calcmode="lin" valueType="num">
                                      <p:cBhvr>
                                        <p:cTn id="149" dur="750" fill="hold"/>
                                        <p:tgtEl>
                                          <p:spTgt spid="55"/>
                                        </p:tgtEl>
                                        <p:attrNameLst>
                                          <p:attrName>ppt_h</p:attrName>
                                        </p:attrNameLst>
                                      </p:cBhvr>
                                      <p:tavLst>
                                        <p:tav tm="0">
                                          <p:val>
                                            <p:strVal val="#ppt_h"/>
                                          </p:val>
                                        </p:tav>
                                        <p:tav tm="100000">
                                          <p:val>
                                            <p:strVal val="#ppt_h"/>
                                          </p:val>
                                        </p:tav>
                                      </p:tavLst>
                                    </p:anim>
                                  </p:childTnLst>
                                </p:cTn>
                              </p:par>
                              <p:par>
                                <p:cTn id="150" presetID="45" presetClass="entr" presetSubtype="0" fill="hold" grpId="1" nodeType="withEffect">
                                  <p:stCondLst>
                                    <p:cond delay="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2" dur="750"/>
                                        <p:tgtEl>
                                          <p:spTgt spid="56"/>
                                        </p:tgtEl>
                                      </p:cBhvr>
                                    </p:animEffect>
                                    <p:anim calcmode="lin" valueType="num">
                                      <p:cBhvr>
                                        <p:cTn id="153" dur="750" fill="hold"/>
                                        <p:tgtEl>
                                          <p:spTgt spid="56"/>
                                        </p:tgtEl>
                                        <p:attrNameLst>
                                          <p:attrName>ppt_w</p:attrName>
                                        </p:attrNameLst>
                                      </p:cBhvr>
                                      <p:tavLst>
                                        <p:tav tm="0" fmla="#ppt_w*sin(2.5*pi*$)">
                                          <p:val>
                                            <p:fltVal val="0"/>
                                          </p:val>
                                        </p:tav>
                                        <p:tav tm="100000">
                                          <p:val>
                                            <p:fltVal val="1"/>
                                          </p:val>
                                        </p:tav>
                                      </p:tavLst>
                                    </p:anim>
                                    <p:anim calcmode="lin" valueType="num">
                                      <p:cBhvr>
                                        <p:cTn id="154" dur="750" fill="hold"/>
                                        <p:tgtEl>
                                          <p:spTgt spid="56"/>
                                        </p:tgtEl>
                                        <p:attrNameLst>
                                          <p:attrName>ppt_h</p:attrName>
                                        </p:attrNameLst>
                                      </p:cBhvr>
                                      <p:tavLst>
                                        <p:tav tm="0">
                                          <p:val>
                                            <p:strVal val="#ppt_h"/>
                                          </p:val>
                                        </p:tav>
                                        <p:tav tm="100000">
                                          <p:val>
                                            <p:strVal val="#ppt_h"/>
                                          </p:val>
                                        </p:tav>
                                      </p:tavLst>
                                    </p:anim>
                                  </p:childTnLst>
                                </p:cTn>
                              </p:par>
                              <p:par>
                                <p:cTn id="155" presetID="2" presetClass="entr" presetSubtype="1" decel="100000"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 calcmode="lin" valueType="num">
                                      <p:cBhvr additive="base">
                                        <p:cTn id="157" dur="750" fill="hold"/>
                                        <p:tgtEl>
                                          <p:spTgt spid="56"/>
                                        </p:tgtEl>
                                        <p:attrNameLst>
                                          <p:attrName>ppt_x</p:attrName>
                                        </p:attrNameLst>
                                      </p:cBhvr>
                                      <p:tavLst>
                                        <p:tav tm="0">
                                          <p:val>
                                            <p:strVal val="#ppt_x"/>
                                          </p:val>
                                        </p:tav>
                                        <p:tav tm="100000">
                                          <p:val>
                                            <p:strVal val="#ppt_x"/>
                                          </p:val>
                                        </p:tav>
                                      </p:tavLst>
                                    </p:anim>
                                    <p:anim calcmode="lin" valueType="num">
                                      <p:cBhvr additive="base">
                                        <p:cTn id="158" dur="750" fill="hold"/>
                                        <p:tgtEl>
                                          <p:spTgt spid="56"/>
                                        </p:tgtEl>
                                        <p:attrNameLst>
                                          <p:attrName>ppt_y</p:attrName>
                                        </p:attrNameLst>
                                      </p:cBhvr>
                                      <p:tavLst>
                                        <p:tav tm="0">
                                          <p:val>
                                            <p:strVal val="0-#ppt_h/2"/>
                                          </p:val>
                                        </p:tav>
                                        <p:tav tm="100000">
                                          <p:val>
                                            <p:strVal val="#ppt_y"/>
                                          </p:val>
                                        </p:tav>
                                      </p:tavLst>
                                    </p:anim>
                                  </p:childTnLst>
                                </p:cTn>
                              </p:par>
                            </p:childTnLst>
                          </p:cTn>
                        </p:par>
                        <p:par>
                          <p:cTn id="159" fill="hold">
                            <p:stCondLst>
                              <p:cond delay="6650"/>
                            </p:stCondLst>
                            <p:childTnLst>
                              <p:par>
                                <p:cTn id="160" presetID="2" presetClass="entr" presetSubtype="2" decel="100000" fill="hold" grpId="0" nodeType="afterEffect">
                                  <p:stCondLst>
                                    <p:cond delay="0"/>
                                  </p:stCondLst>
                                  <p:iterate type="wd">
                                    <p:tmPct val="10000"/>
                                  </p:iterate>
                                  <p:childTnLst>
                                    <p:set>
                                      <p:cBhvr>
                                        <p:cTn id="161" dur="1" fill="hold">
                                          <p:stCondLst>
                                            <p:cond delay="0"/>
                                          </p:stCondLst>
                                        </p:cTn>
                                        <p:tgtEl>
                                          <p:spTgt spid="57">
                                            <p:txEl>
                                              <p:pRg st="0" end="0"/>
                                            </p:txEl>
                                          </p:spTgt>
                                        </p:tgtEl>
                                        <p:attrNameLst>
                                          <p:attrName>style.visibility</p:attrName>
                                        </p:attrNameLst>
                                      </p:cBhvr>
                                      <p:to>
                                        <p:strVal val="visible"/>
                                      </p:to>
                                    </p:set>
                                    <p:anim calcmode="lin" valueType="num">
                                      <p:cBhvr additive="base">
                                        <p:cTn id="162" dur="500" fill="hold"/>
                                        <p:tgtEl>
                                          <p:spTgt spid="57">
                                            <p:txEl>
                                              <p:pRg st="0" end="0"/>
                                            </p:txEl>
                                          </p:spTgt>
                                        </p:tgtEl>
                                        <p:attrNameLst>
                                          <p:attrName>ppt_x</p:attrName>
                                        </p:attrNameLst>
                                      </p:cBhvr>
                                      <p:tavLst>
                                        <p:tav tm="0">
                                          <p:val>
                                            <p:strVal val="1+#ppt_w/2"/>
                                          </p:val>
                                        </p:tav>
                                        <p:tav tm="100000">
                                          <p:val>
                                            <p:strVal val="#ppt_x"/>
                                          </p:val>
                                        </p:tav>
                                      </p:tavLst>
                                    </p:anim>
                                    <p:anim calcmode="lin" valueType="num">
                                      <p:cBhvr additive="base">
                                        <p:cTn id="163" dur="500" fill="hold"/>
                                        <p:tgtEl>
                                          <p:spTgt spid="57">
                                            <p:txEl>
                                              <p:pRg st="0" end="0"/>
                                            </p:txEl>
                                          </p:spTgt>
                                        </p:tgtEl>
                                        <p:attrNameLst>
                                          <p:attrName>ppt_y</p:attrName>
                                        </p:attrNameLst>
                                      </p:cBhvr>
                                      <p:tavLst>
                                        <p:tav tm="0">
                                          <p:val>
                                            <p:strVal val="#ppt_y"/>
                                          </p:val>
                                        </p:tav>
                                        <p:tav tm="100000">
                                          <p:val>
                                            <p:strVal val="#ppt_y"/>
                                          </p:val>
                                        </p:tav>
                                      </p:tavLst>
                                    </p:anim>
                                  </p:childTnLst>
                                </p:cTn>
                              </p:par>
                              <p:par>
                                <p:cTn id="164" presetID="2" presetClass="entr" presetSubtype="4" decel="100000" fill="hold" grpId="0" nodeType="withEffect">
                                  <p:stCondLst>
                                    <p:cond delay="0"/>
                                  </p:stCondLst>
                                  <p:childTnLst>
                                    <p:set>
                                      <p:cBhvr>
                                        <p:cTn id="165" dur="1" fill="hold">
                                          <p:stCondLst>
                                            <p:cond delay="0"/>
                                          </p:stCondLst>
                                        </p:cTn>
                                        <p:tgtEl>
                                          <p:spTgt spid="58">
                                            <p:txEl>
                                              <p:pRg st="0" end="0"/>
                                            </p:txEl>
                                          </p:spTgt>
                                        </p:tgtEl>
                                        <p:attrNameLst>
                                          <p:attrName>style.visibility</p:attrName>
                                        </p:attrNameLst>
                                      </p:cBhvr>
                                      <p:to>
                                        <p:strVal val="visible"/>
                                      </p:to>
                                    </p:set>
                                    <p:anim calcmode="lin" valueType="num">
                                      <p:cBhvr additive="base">
                                        <p:cTn id="166" dur="500" fill="hold"/>
                                        <p:tgtEl>
                                          <p:spTgt spid="58">
                                            <p:txEl>
                                              <p:pRg st="0" end="0"/>
                                            </p:txEl>
                                          </p:spTgt>
                                        </p:tgtEl>
                                        <p:attrNameLst>
                                          <p:attrName>ppt_x</p:attrName>
                                        </p:attrNameLst>
                                      </p:cBhvr>
                                      <p:tavLst>
                                        <p:tav tm="0">
                                          <p:val>
                                            <p:strVal val="#ppt_x"/>
                                          </p:val>
                                        </p:tav>
                                        <p:tav tm="100000">
                                          <p:val>
                                            <p:strVal val="#ppt_x"/>
                                          </p:val>
                                        </p:tav>
                                      </p:tavLst>
                                    </p:anim>
                                    <p:anim calcmode="lin" valueType="num">
                                      <p:cBhvr additive="base">
                                        <p:cTn id="167" dur="500" fill="hold"/>
                                        <p:tgtEl>
                                          <p:spTgt spid="58">
                                            <p:txEl>
                                              <p:pRg st="0" end="0"/>
                                            </p:txEl>
                                          </p:spTgt>
                                        </p:tgtEl>
                                        <p:attrNameLst>
                                          <p:attrName>ppt_y</p:attrName>
                                        </p:attrNameLst>
                                      </p:cBhvr>
                                      <p:tavLst>
                                        <p:tav tm="0">
                                          <p:val>
                                            <p:strVal val="1+#ppt_h/2"/>
                                          </p:val>
                                        </p:tav>
                                        <p:tav tm="100000">
                                          <p:val>
                                            <p:strVal val="#ppt_y"/>
                                          </p:val>
                                        </p:tav>
                                      </p:tavLst>
                                    </p:anim>
                                  </p:childTnLst>
                                </p:cTn>
                              </p:par>
                              <p:par>
                                <p:cTn id="168" presetID="2" presetClass="entr" presetSubtype="4" decel="100000" fill="hold" grpId="0" nodeType="withEffect">
                                  <p:stCondLst>
                                    <p:cond delay="0"/>
                                  </p:stCondLst>
                                  <p:childTnLst>
                                    <p:set>
                                      <p:cBhvr>
                                        <p:cTn id="169" dur="1" fill="hold">
                                          <p:stCondLst>
                                            <p:cond delay="0"/>
                                          </p:stCondLst>
                                        </p:cTn>
                                        <p:tgtEl>
                                          <p:spTgt spid="59"/>
                                        </p:tgtEl>
                                        <p:attrNameLst>
                                          <p:attrName>style.visibility</p:attrName>
                                        </p:attrNameLst>
                                      </p:cBhvr>
                                      <p:to>
                                        <p:strVal val="visible"/>
                                      </p:to>
                                    </p:set>
                                    <p:anim calcmode="lin" valueType="num">
                                      <p:cBhvr additive="base">
                                        <p:cTn id="170" dur="500" fill="hold"/>
                                        <p:tgtEl>
                                          <p:spTgt spid="59"/>
                                        </p:tgtEl>
                                        <p:attrNameLst>
                                          <p:attrName>ppt_x</p:attrName>
                                        </p:attrNameLst>
                                      </p:cBhvr>
                                      <p:tavLst>
                                        <p:tav tm="0">
                                          <p:val>
                                            <p:strVal val="#ppt_x"/>
                                          </p:val>
                                        </p:tav>
                                        <p:tav tm="100000">
                                          <p:val>
                                            <p:strVal val="#ppt_x"/>
                                          </p:val>
                                        </p:tav>
                                      </p:tavLst>
                                    </p:anim>
                                    <p:anim calcmode="lin" valueType="num">
                                      <p:cBhvr additive="base">
                                        <p:cTn id="171" dur="500" fill="hold"/>
                                        <p:tgtEl>
                                          <p:spTgt spid="59"/>
                                        </p:tgtEl>
                                        <p:attrNameLst>
                                          <p:attrName>ppt_y</p:attrName>
                                        </p:attrNameLst>
                                      </p:cBhvr>
                                      <p:tavLst>
                                        <p:tav tm="0">
                                          <p:val>
                                            <p:strVal val="1+#ppt_h/2"/>
                                          </p:val>
                                        </p:tav>
                                        <p:tav tm="100000">
                                          <p:val>
                                            <p:strVal val="#ppt_y"/>
                                          </p:val>
                                        </p:tav>
                                      </p:tavLst>
                                    </p:anim>
                                  </p:childTnLst>
                                </p:cTn>
                              </p:par>
                            </p:childTnLst>
                          </p:cTn>
                        </p:par>
                        <p:par>
                          <p:cTn id="172" fill="hold">
                            <p:stCondLst>
                              <p:cond delay="7250"/>
                            </p:stCondLst>
                            <p:childTnLst>
                              <p:par>
                                <p:cTn id="173" presetID="2" presetClass="entr" presetSubtype="1" decel="100000" fill="hold" grpId="0" nodeType="afterEffect">
                                  <p:stCondLst>
                                    <p:cond delay="0"/>
                                  </p:stCondLst>
                                  <p:childTnLst>
                                    <p:set>
                                      <p:cBhvr>
                                        <p:cTn id="174" dur="1" fill="hold">
                                          <p:stCondLst>
                                            <p:cond delay="0"/>
                                          </p:stCondLst>
                                        </p:cTn>
                                        <p:tgtEl>
                                          <p:spTgt spid="60"/>
                                        </p:tgtEl>
                                        <p:attrNameLst>
                                          <p:attrName>style.visibility</p:attrName>
                                        </p:attrNameLst>
                                      </p:cBhvr>
                                      <p:to>
                                        <p:strVal val="visible"/>
                                      </p:to>
                                    </p:set>
                                    <p:anim calcmode="lin" valueType="num">
                                      <p:cBhvr additive="base">
                                        <p:cTn id="175" dur="750" fill="hold"/>
                                        <p:tgtEl>
                                          <p:spTgt spid="60"/>
                                        </p:tgtEl>
                                        <p:attrNameLst>
                                          <p:attrName>ppt_x</p:attrName>
                                        </p:attrNameLst>
                                      </p:cBhvr>
                                      <p:tavLst>
                                        <p:tav tm="0">
                                          <p:val>
                                            <p:strVal val="#ppt_x"/>
                                          </p:val>
                                        </p:tav>
                                        <p:tav tm="100000">
                                          <p:val>
                                            <p:strVal val="#ppt_x"/>
                                          </p:val>
                                        </p:tav>
                                      </p:tavLst>
                                    </p:anim>
                                    <p:anim calcmode="lin" valueType="num">
                                      <p:cBhvr additive="base">
                                        <p:cTn id="176" dur="750" fill="hold"/>
                                        <p:tgtEl>
                                          <p:spTgt spid="60"/>
                                        </p:tgtEl>
                                        <p:attrNameLst>
                                          <p:attrName>ppt_y</p:attrName>
                                        </p:attrNameLst>
                                      </p:cBhvr>
                                      <p:tavLst>
                                        <p:tav tm="0">
                                          <p:val>
                                            <p:strVal val="0-#ppt_h/2"/>
                                          </p:val>
                                        </p:tav>
                                        <p:tav tm="100000">
                                          <p:val>
                                            <p:strVal val="#ppt_y"/>
                                          </p:val>
                                        </p:tav>
                                      </p:tavLst>
                                    </p:anim>
                                  </p:childTnLst>
                                </p:cTn>
                              </p:par>
                              <p:par>
                                <p:cTn id="177" presetID="2" presetClass="entr" presetSubtype="1" decel="100000" fill="hold" grpId="0" nodeType="withEffect">
                                  <p:stCondLst>
                                    <p:cond delay="0"/>
                                  </p:stCondLst>
                                  <p:childTnLst>
                                    <p:set>
                                      <p:cBhvr>
                                        <p:cTn id="178" dur="1" fill="hold">
                                          <p:stCondLst>
                                            <p:cond delay="0"/>
                                          </p:stCondLst>
                                        </p:cTn>
                                        <p:tgtEl>
                                          <p:spTgt spid="61"/>
                                        </p:tgtEl>
                                        <p:attrNameLst>
                                          <p:attrName>style.visibility</p:attrName>
                                        </p:attrNameLst>
                                      </p:cBhvr>
                                      <p:to>
                                        <p:strVal val="visible"/>
                                      </p:to>
                                    </p:set>
                                    <p:anim calcmode="lin" valueType="num">
                                      <p:cBhvr additive="base">
                                        <p:cTn id="179" dur="750" fill="hold"/>
                                        <p:tgtEl>
                                          <p:spTgt spid="61"/>
                                        </p:tgtEl>
                                        <p:attrNameLst>
                                          <p:attrName>ppt_x</p:attrName>
                                        </p:attrNameLst>
                                      </p:cBhvr>
                                      <p:tavLst>
                                        <p:tav tm="0">
                                          <p:val>
                                            <p:strVal val="#ppt_x"/>
                                          </p:val>
                                        </p:tav>
                                        <p:tav tm="100000">
                                          <p:val>
                                            <p:strVal val="#ppt_x"/>
                                          </p:val>
                                        </p:tav>
                                      </p:tavLst>
                                    </p:anim>
                                    <p:anim calcmode="lin" valueType="num">
                                      <p:cBhvr additive="base">
                                        <p:cTn id="180" dur="750" fill="hold"/>
                                        <p:tgtEl>
                                          <p:spTgt spid="61"/>
                                        </p:tgtEl>
                                        <p:attrNameLst>
                                          <p:attrName>ppt_y</p:attrName>
                                        </p:attrNameLst>
                                      </p:cBhvr>
                                      <p:tavLst>
                                        <p:tav tm="0">
                                          <p:val>
                                            <p:strVal val="0-#ppt_h/2"/>
                                          </p:val>
                                        </p:tav>
                                        <p:tav tm="100000">
                                          <p:val>
                                            <p:strVal val="#ppt_y"/>
                                          </p:val>
                                        </p:tav>
                                      </p:tavLst>
                                    </p:anim>
                                  </p:childTnLst>
                                </p:cTn>
                              </p:par>
                              <p:par>
                                <p:cTn id="181" presetID="45" presetClass="entr" presetSubtype="0" fill="hold" grpId="1" nodeType="withEffect">
                                  <p:stCondLst>
                                    <p:cond delay="0"/>
                                  </p:stCondLst>
                                  <p:childTnLst>
                                    <p:set>
                                      <p:cBhvr>
                                        <p:cTn id="182" dur="1" fill="hold">
                                          <p:stCondLst>
                                            <p:cond delay="0"/>
                                          </p:stCondLst>
                                        </p:cTn>
                                        <p:tgtEl>
                                          <p:spTgt spid="60"/>
                                        </p:tgtEl>
                                        <p:attrNameLst>
                                          <p:attrName>style.visibility</p:attrName>
                                        </p:attrNameLst>
                                      </p:cBhvr>
                                      <p:to>
                                        <p:strVal val="visible"/>
                                      </p:to>
                                    </p:set>
                                    <p:animEffect transition="in" filter="fade">
                                      <p:cBhvr>
                                        <p:cTn id="183" dur="750"/>
                                        <p:tgtEl>
                                          <p:spTgt spid="60"/>
                                        </p:tgtEl>
                                      </p:cBhvr>
                                    </p:animEffect>
                                    <p:anim calcmode="lin" valueType="num">
                                      <p:cBhvr>
                                        <p:cTn id="184" dur="750" fill="hold"/>
                                        <p:tgtEl>
                                          <p:spTgt spid="60"/>
                                        </p:tgtEl>
                                        <p:attrNameLst>
                                          <p:attrName>ppt_w</p:attrName>
                                        </p:attrNameLst>
                                      </p:cBhvr>
                                      <p:tavLst>
                                        <p:tav tm="0" fmla="#ppt_w*sin(2.5*pi*$)">
                                          <p:val>
                                            <p:fltVal val="0"/>
                                          </p:val>
                                        </p:tav>
                                        <p:tav tm="100000">
                                          <p:val>
                                            <p:fltVal val="1"/>
                                          </p:val>
                                        </p:tav>
                                      </p:tavLst>
                                    </p:anim>
                                    <p:anim calcmode="lin" valueType="num">
                                      <p:cBhvr>
                                        <p:cTn id="185" dur="750" fill="hold"/>
                                        <p:tgtEl>
                                          <p:spTgt spid="60"/>
                                        </p:tgtEl>
                                        <p:attrNameLst>
                                          <p:attrName>ppt_h</p:attrName>
                                        </p:attrNameLst>
                                      </p:cBhvr>
                                      <p:tavLst>
                                        <p:tav tm="0">
                                          <p:val>
                                            <p:strVal val="#ppt_h"/>
                                          </p:val>
                                        </p:tav>
                                        <p:tav tm="100000">
                                          <p:val>
                                            <p:strVal val="#ppt_h"/>
                                          </p:val>
                                        </p:tav>
                                      </p:tavLst>
                                    </p:anim>
                                  </p:childTnLst>
                                </p:cTn>
                              </p:par>
                              <p:par>
                                <p:cTn id="186" presetID="45" presetClass="entr" presetSubtype="0" fill="hold" grpId="1" nodeType="withEffect">
                                  <p:stCondLst>
                                    <p:cond delay="0"/>
                                  </p:stCondLst>
                                  <p:childTnLst>
                                    <p:set>
                                      <p:cBhvr>
                                        <p:cTn id="187" dur="1" fill="hold">
                                          <p:stCondLst>
                                            <p:cond delay="0"/>
                                          </p:stCondLst>
                                        </p:cTn>
                                        <p:tgtEl>
                                          <p:spTgt spid="61"/>
                                        </p:tgtEl>
                                        <p:attrNameLst>
                                          <p:attrName>style.visibility</p:attrName>
                                        </p:attrNameLst>
                                      </p:cBhvr>
                                      <p:to>
                                        <p:strVal val="visible"/>
                                      </p:to>
                                    </p:set>
                                    <p:animEffect transition="in" filter="fade">
                                      <p:cBhvr>
                                        <p:cTn id="188" dur="750"/>
                                        <p:tgtEl>
                                          <p:spTgt spid="61"/>
                                        </p:tgtEl>
                                      </p:cBhvr>
                                    </p:animEffect>
                                    <p:anim calcmode="lin" valueType="num">
                                      <p:cBhvr>
                                        <p:cTn id="189" dur="750" fill="hold"/>
                                        <p:tgtEl>
                                          <p:spTgt spid="61"/>
                                        </p:tgtEl>
                                        <p:attrNameLst>
                                          <p:attrName>ppt_w</p:attrName>
                                        </p:attrNameLst>
                                      </p:cBhvr>
                                      <p:tavLst>
                                        <p:tav tm="0" fmla="#ppt_w*sin(2.5*pi*$)">
                                          <p:val>
                                            <p:fltVal val="0"/>
                                          </p:val>
                                        </p:tav>
                                        <p:tav tm="100000">
                                          <p:val>
                                            <p:fltVal val="1"/>
                                          </p:val>
                                        </p:tav>
                                      </p:tavLst>
                                    </p:anim>
                                    <p:anim calcmode="lin" valueType="num">
                                      <p:cBhvr>
                                        <p:cTn id="190" dur="750" fill="hold"/>
                                        <p:tgtEl>
                                          <p:spTgt spid="61"/>
                                        </p:tgtEl>
                                        <p:attrNameLst>
                                          <p:attrName>ppt_h</p:attrName>
                                        </p:attrNameLst>
                                      </p:cBhvr>
                                      <p:tavLst>
                                        <p:tav tm="0">
                                          <p:val>
                                            <p:strVal val="#ppt_h"/>
                                          </p:val>
                                        </p:tav>
                                        <p:tav tm="100000">
                                          <p:val>
                                            <p:strVal val="#ppt_h"/>
                                          </p:val>
                                        </p:tav>
                                      </p:tavLst>
                                    </p:anim>
                                  </p:childTnLst>
                                </p:cTn>
                              </p:par>
                            </p:childTnLst>
                          </p:cTn>
                        </p:par>
                        <p:par>
                          <p:cTn id="191" fill="hold">
                            <p:stCondLst>
                              <p:cond delay="8000"/>
                            </p:stCondLst>
                            <p:childTnLst>
                              <p:par>
                                <p:cTn id="192" presetID="2" presetClass="entr" presetSubtype="2" decel="100000" fill="hold" grpId="0" nodeType="afterEffect">
                                  <p:stCondLst>
                                    <p:cond delay="0"/>
                                  </p:stCondLst>
                                  <p:iterate type="wd">
                                    <p:tmPct val="10000"/>
                                  </p:iterate>
                                  <p:childTnLst>
                                    <p:set>
                                      <p:cBhvr>
                                        <p:cTn id="193" dur="1" fill="hold">
                                          <p:stCondLst>
                                            <p:cond delay="0"/>
                                          </p:stCondLst>
                                        </p:cTn>
                                        <p:tgtEl>
                                          <p:spTgt spid="62">
                                            <p:txEl>
                                              <p:pRg st="0" end="0"/>
                                            </p:txEl>
                                          </p:spTgt>
                                        </p:tgtEl>
                                        <p:attrNameLst>
                                          <p:attrName>style.visibility</p:attrName>
                                        </p:attrNameLst>
                                      </p:cBhvr>
                                      <p:to>
                                        <p:strVal val="visible"/>
                                      </p:to>
                                    </p:set>
                                    <p:anim calcmode="lin" valueType="num">
                                      <p:cBhvr additive="base">
                                        <p:cTn id="194" dur="500" fill="hold"/>
                                        <p:tgtEl>
                                          <p:spTgt spid="62">
                                            <p:txEl>
                                              <p:pRg st="0" end="0"/>
                                            </p:txEl>
                                          </p:spTgt>
                                        </p:tgtEl>
                                        <p:attrNameLst>
                                          <p:attrName>ppt_x</p:attrName>
                                        </p:attrNameLst>
                                      </p:cBhvr>
                                      <p:tavLst>
                                        <p:tav tm="0">
                                          <p:val>
                                            <p:strVal val="1+#ppt_w/2"/>
                                          </p:val>
                                        </p:tav>
                                        <p:tav tm="100000">
                                          <p:val>
                                            <p:strVal val="#ppt_x"/>
                                          </p:val>
                                        </p:tav>
                                      </p:tavLst>
                                    </p:anim>
                                    <p:anim calcmode="lin" valueType="num">
                                      <p:cBhvr additive="base">
                                        <p:cTn id="195" dur="500" fill="hold"/>
                                        <p:tgtEl>
                                          <p:spTgt spid="62">
                                            <p:txEl>
                                              <p:pRg st="0" end="0"/>
                                            </p:txEl>
                                          </p:spTgt>
                                        </p:tgtEl>
                                        <p:attrNameLst>
                                          <p:attrName>ppt_y</p:attrName>
                                        </p:attrNameLst>
                                      </p:cBhvr>
                                      <p:tavLst>
                                        <p:tav tm="0">
                                          <p:val>
                                            <p:strVal val="#ppt_y"/>
                                          </p:val>
                                        </p:tav>
                                        <p:tav tm="100000">
                                          <p:val>
                                            <p:strVal val="#ppt_y"/>
                                          </p:val>
                                        </p:tav>
                                      </p:tavLst>
                                    </p:anim>
                                  </p:childTnLst>
                                </p:cTn>
                              </p:par>
                              <p:par>
                                <p:cTn id="196" presetID="2" presetClass="entr" presetSubtype="4" decel="100000" fill="hold" grpId="0" nodeType="withEffect">
                                  <p:stCondLst>
                                    <p:cond delay="0"/>
                                  </p:stCondLst>
                                  <p:childTnLst>
                                    <p:set>
                                      <p:cBhvr>
                                        <p:cTn id="197" dur="1" fill="hold">
                                          <p:stCondLst>
                                            <p:cond delay="0"/>
                                          </p:stCondLst>
                                        </p:cTn>
                                        <p:tgtEl>
                                          <p:spTgt spid="63">
                                            <p:txEl>
                                              <p:pRg st="0" end="0"/>
                                            </p:txEl>
                                          </p:spTgt>
                                        </p:tgtEl>
                                        <p:attrNameLst>
                                          <p:attrName>style.visibility</p:attrName>
                                        </p:attrNameLst>
                                      </p:cBhvr>
                                      <p:to>
                                        <p:strVal val="visible"/>
                                      </p:to>
                                    </p:set>
                                    <p:anim calcmode="lin" valueType="num">
                                      <p:cBhvr additive="base">
                                        <p:cTn id="198" dur="500" fill="hold"/>
                                        <p:tgtEl>
                                          <p:spTgt spid="63">
                                            <p:txEl>
                                              <p:pRg st="0" end="0"/>
                                            </p:txEl>
                                          </p:spTgt>
                                        </p:tgtEl>
                                        <p:attrNameLst>
                                          <p:attrName>ppt_x</p:attrName>
                                        </p:attrNameLst>
                                      </p:cBhvr>
                                      <p:tavLst>
                                        <p:tav tm="0">
                                          <p:val>
                                            <p:strVal val="#ppt_x"/>
                                          </p:val>
                                        </p:tav>
                                        <p:tav tm="100000">
                                          <p:val>
                                            <p:strVal val="#ppt_x"/>
                                          </p:val>
                                        </p:tav>
                                      </p:tavLst>
                                    </p:anim>
                                    <p:anim calcmode="lin" valueType="num">
                                      <p:cBhvr additive="base">
                                        <p:cTn id="199" dur="500" fill="hold"/>
                                        <p:tgtEl>
                                          <p:spTgt spid="63">
                                            <p:txEl>
                                              <p:pRg st="0" end="0"/>
                                            </p:txEl>
                                          </p:spTgt>
                                        </p:tgtEl>
                                        <p:attrNameLst>
                                          <p:attrName>ppt_y</p:attrName>
                                        </p:attrNameLst>
                                      </p:cBhvr>
                                      <p:tavLst>
                                        <p:tav tm="0">
                                          <p:val>
                                            <p:strVal val="1+#ppt_h/2"/>
                                          </p:val>
                                        </p:tav>
                                        <p:tav tm="100000">
                                          <p:val>
                                            <p:strVal val="#ppt_y"/>
                                          </p:val>
                                        </p:tav>
                                      </p:tavLst>
                                    </p:anim>
                                  </p:childTnLst>
                                </p:cTn>
                              </p:par>
                              <p:par>
                                <p:cTn id="200" presetID="2" presetClass="entr" presetSubtype="4" decel="100000" fill="hold" grpId="0" nodeType="withEffect">
                                  <p:stCondLst>
                                    <p:cond delay="0"/>
                                  </p:stCondLst>
                                  <p:childTnLst>
                                    <p:set>
                                      <p:cBhvr>
                                        <p:cTn id="201" dur="1" fill="hold">
                                          <p:stCondLst>
                                            <p:cond delay="0"/>
                                          </p:stCondLst>
                                        </p:cTn>
                                        <p:tgtEl>
                                          <p:spTgt spid="64"/>
                                        </p:tgtEl>
                                        <p:attrNameLst>
                                          <p:attrName>style.visibility</p:attrName>
                                        </p:attrNameLst>
                                      </p:cBhvr>
                                      <p:to>
                                        <p:strVal val="visible"/>
                                      </p:to>
                                    </p:set>
                                    <p:anim calcmode="lin" valueType="num">
                                      <p:cBhvr additive="base">
                                        <p:cTn id="202" dur="500" fill="hold"/>
                                        <p:tgtEl>
                                          <p:spTgt spid="64"/>
                                        </p:tgtEl>
                                        <p:attrNameLst>
                                          <p:attrName>ppt_x</p:attrName>
                                        </p:attrNameLst>
                                      </p:cBhvr>
                                      <p:tavLst>
                                        <p:tav tm="0">
                                          <p:val>
                                            <p:strVal val="#ppt_x"/>
                                          </p:val>
                                        </p:tav>
                                        <p:tav tm="100000">
                                          <p:val>
                                            <p:strVal val="#ppt_x"/>
                                          </p:val>
                                        </p:tav>
                                      </p:tavLst>
                                    </p:anim>
                                    <p:anim calcmode="lin" valueType="num">
                                      <p:cBhvr additive="base">
                                        <p:cTn id="203"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20" grpId="0"/>
      <p:bldP spid="20" grpId="1"/>
      <p:bldP spid="2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1+#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P spid="28" grpId="0" build="p">
        <p:tmplLst>
          <p:tmpl lvl="1">
            <p:tnLst>
              <p:par>
                <p:cTn presetID="2" presetClass="entr" presetSubtype="4" decel="10000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30" grpId="0" animBg="1"/>
      <p:bldP spid="31" grpId="0" animBg="1"/>
      <p:bldP spid="31" grpId="1" animBg="1"/>
      <p:bldP spid="41" grpId="0"/>
      <p:bldP spid="41" grpId="1"/>
      <p:bldP spid="4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1+#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build="p">
        <p:tmplLst>
          <p:tmpl lvl="1">
            <p:tnLst>
              <p:par>
                <p:cTn presetID="2" presetClass="entr" presetSubtype="4" decel="10000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ppt_x"/>
                          </p:val>
                        </p:tav>
                        <p:tav tm="100000">
                          <p:val>
                            <p:strVal val="#ppt_x"/>
                          </p:val>
                        </p:tav>
                      </p:tavLst>
                    </p:anim>
                    <p:anim calcmode="lin" valueType="num">
                      <p:cBhvr additive="base">
                        <p:cTn dur="500" fill="hold"/>
                        <p:tgtEl>
                          <p:spTgt spid="43"/>
                        </p:tgtEl>
                        <p:attrNameLst>
                          <p:attrName>ppt_y</p:attrName>
                        </p:attrNameLst>
                      </p:cBhvr>
                      <p:tavLst>
                        <p:tav tm="0">
                          <p:val>
                            <p:strVal val="1+#ppt_h/2"/>
                          </p:val>
                        </p:tav>
                        <p:tav tm="100000">
                          <p:val>
                            <p:strVal val="#ppt_y"/>
                          </p:val>
                        </p:tav>
                      </p:tavLst>
                    </p:anim>
                  </p:childTnLst>
                </p:cTn>
              </p:par>
            </p:tnLst>
          </p:tmpl>
        </p:tmplLst>
      </p:bldP>
      <p:bldP spid="44" grpId="0" animBg="1"/>
      <p:bldP spid="45" grpId="0" animBg="1"/>
      <p:bldP spid="45" grpId="1" animBg="1"/>
      <p:bldP spid="46" grpId="0"/>
      <p:bldP spid="46" grpId="1"/>
      <p:bldP spid="4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build="p">
        <p:tmplLst>
          <p:tmpl lvl="1">
            <p:tnLst>
              <p:par>
                <p:cTn presetID="2" presetClass="entr" presetSubtype="4" decel="10000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animBg="1"/>
      <p:bldP spid="50" grpId="0" animBg="1"/>
      <p:bldP spid="50" grpId="1" animBg="1"/>
      <p:bldP spid="51" grpId="0"/>
      <p:bldP spid="51" grpId="1"/>
      <p:bldP spid="5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1+#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build="p">
        <p:tmplLst>
          <p:tmpl lvl="1">
            <p:tnLst>
              <p:par>
                <p:cTn presetID="2" presetClass="entr" presetSubtype="4" decel="100000" fill="hold" nodeType="with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animBg="1"/>
      <p:bldP spid="55" grpId="0" animBg="1"/>
      <p:bldP spid="55" grpId="1" animBg="1"/>
      <p:bldP spid="56" grpId="0"/>
      <p:bldP spid="56" grpId="1"/>
      <p:bldP spid="5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1+#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build="p">
        <p:tmplLst>
          <p:tmpl lvl="1">
            <p:tnLst>
              <p:par>
                <p:cTn presetID="2" presetClass="entr" presetSubtype="4" decel="100000" fill="hold" nodeType="withEffect">
                  <p:stCondLst>
                    <p:cond delay="0"/>
                  </p:stCondLst>
                  <p:childTnLst>
                    <p:set>
                      <p:cBhvr>
                        <p:cTn dur="1" fill="hold">
                          <p:stCondLst>
                            <p:cond delay="0"/>
                          </p:stCondLst>
                        </p:cTn>
                        <p:tgtEl>
                          <p:spTgt spid="58"/>
                        </p:tgtEl>
                        <p:attrNameLst>
                          <p:attrName>style.visibility</p:attrName>
                        </p:attrNameLst>
                      </p:cBhvr>
                      <p:to>
                        <p:strVal val="visible"/>
                      </p:to>
                    </p:set>
                    <p:anim calcmode="lin" valueType="num">
                      <p:cBhvr additive="base">
                        <p:cTn dur="500" fill="hold"/>
                        <p:tgtEl>
                          <p:spTgt spid="58"/>
                        </p:tgtEl>
                        <p:attrNameLst>
                          <p:attrName>ppt_x</p:attrName>
                        </p:attrNameLst>
                      </p:cBhvr>
                      <p:tavLst>
                        <p:tav tm="0">
                          <p:val>
                            <p:strVal val="#ppt_x"/>
                          </p:val>
                        </p:tav>
                        <p:tav tm="100000">
                          <p:val>
                            <p:strVal val="#ppt_x"/>
                          </p:val>
                        </p:tav>
                      </p:tavLst>
                    </p:anim>
                    <p:anim calcmode="lin" valueType="num">
                      <p:cBhvr additive="base">
                        <p:cTn dur="500" fill="hold"/>
                        <p:tgtEl>
                          <p:spTgt spid="58"/>
                        </p:tgtEl>
                        <p:attrNameLst>
                          <p:attrName>ppt_y</p:attrName>
                        </p:attrNameLst>
                      </p:cBhvr>
                      <p:tavLst>
                        <p:tav tm="0">
                          <p:val>
                            <p:strVal val="1+#ppt_h/2"/>
                          </p:val>
                        </p:tav>
                        <p:tav tm="100000">
                          <p:val>
                            <p:strVal val="#ppt_y"/>
                          </p:val>
                        </p:tav>
                      </p:tavLst>
                    </p:anim>
                  </p:childTnLst>
                </p:cTn>
              </p:par>
            </p:tnLst>
          </p:tmpl>
        </p:tmplLst>
      </p:bldP>
      <p:bldP spid="59" grpId="0" animBg="1"/>
      <p:bldP spid="60" grpId="0" animBg="1"/>
      <p:bldP spid="60" grpId="1" animBg="1"/>
      <p:bldP spid="61" grpId="0"/>
      <p:bldP spid="61" grpId="1"/>
      <p:bldP spid="6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1+#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build="p">
        <p:tmplLst>
          <p:tmpl lvl="1">
            <p:tnLst>
              <p:par>
                <p:cTn presetID="2" presetClass="entr" presetSubtype="4" decel="10000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500" fill="hold"/>
                        <p:tgtEl>
                          <p:spTgt spid="63"/>
                        </p:tgtEl>
                        <p:attrNameLst>
                          <p:attrName>ppt_x</p:attrName>
                        </p:attrNameLst>
                      </p:cBhvr>
                      <p:tavLst>
                        <p:tav tm="0">
                          <p:val>
                            <p:strVal val="#ppt_x"/>
                          </p:val>
                        </p:tav>
                        <p:tav tm="100000">
                          <p:val>
                            <p:strVal val="#ppt_x"/>
                          </p:val>
                        </p:tav>
                      </p:tavLst>
                    </p:anim>
                    <p:anim calcmode="lin" valueType="num">
                      <p:cBhvr additive="base">
                        <p:cTn dur="500" fill="hold"/>
                        <p:tgtEl>
                          <p:spTgt spid="63"/>
                        </p:tgtEl>
                        <p:attrNameLst>
                          <p:attrName>ppt_y</p:attrName>
                        </p:attrNameLst>
                      </p:cBhvr>
                      <p:tavLst>
                        <p:tav tm="0">
                          <p:val>
                            <p:strVal val="1+#ppt_h/2"/>
                          </p:val>
                        </p:tav>
                        <p:tav tm="100000">
                          <p:val>
                            <p:strVal val="#ppt_y"/>
                          </p:val>
                        </p:tav>
                      </p:tavLst>
                    </p:anim>
                  </p:childTnLst>
                </p:cTn>
              </p:par>
            </p:tnLst>
          </p:tmpl>
        </p:tmplLst>
      </p:bldP>
      <p:bldP spid="64"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 numeric List">
    <p:spTree>
      <p:nvGrpSpPr>
        <p:cNvPr id="1" name=""/>
        <p:cNvGrpSpPr/>
        <p:nvPr/>
      </p:nvGrpSpPr>
      <p:grpSpPr>
        <a:xfrm>
          <a:off x="0" y="0"/>
          <a:ext cx="0" cy="0"/>
          <a:chOff x="0" y="0"/>
          <a:chExt cx="0" cy="0"/>
        </a:xfrm>
      </p:grpSpPr>
      <p:sp>
        <p:nvSpPr>
          <p:cNvPr id="19" name="円/楕円 18"/>
          <p:cNvSpPr/>
          <p:nvPr userDrawn="1"/>
        </p:nvSpPr>
        <p:spPr>
          <a:xfrm>
            <a:off x="574254" y="2479204"/>
            <a:ext cx="1183534" cy="1183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1</a:t>
            </a:r>
            <a:endParaRPr kumimoji="1" lang="ja-JP" altLang="en-US" sz="3600" dirty="0"/>
          </a:p>
        </p:txBody>
      </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userDrawn="1">
            <p:ph type="body" sz="quarter" idx="13" hasCustomPrompt="1"/>
          </p:nvPr>
        </p:nvSpPr>
        <p:spPr>
          <a:xfrm>
            <a:off x="3166542" y="1543100"/>
            <a:ext cx="14329592" cy="504056"/>
          </a:xfrm>
        </p:spPr>
        <p:txBody>
          <a:bodyPr/>
          <a:lstStyle>
            <a:lvl1pPr>
              <a:defRPr kumimoji="1" lang="en-US" altLang="ja-JP" sz="2400" i="1" kern="1200" baseline="0" dirty="0" smtClean="0">
                <a:solidFill>
                  <a:schemeClr val="tx1">
                    <a:lumMod val="50000"/>
                    <a:lumOff val="50000"/>
                  </a:schemeClr>
                </a:solidFill>
                <a:latin typeface="+mn-lt"/>
                <a:ea typeface="+mn-ea"/>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プレースホルダー 6"/>
          <p:cNvSpPr>
            <a:spLocks noGrp="1"/>
          </p:cNvSpPr>
          <p:nvPr>
            <p:ph type="body" sz="quarter" idx="21" hasCustomPrompt="1"/>
          </p:nvPr>
        </p:nvSpPr>
        <p:spPr>
          <a:xfrm>
            <a:off x="1807154" y="2724362"/>
            <a:ext cx="4270738" cy="720080"/>
          </a:xfrm>
        </p:spPr>
        <p:txBody>
          <a:bodyPr anchor="t">
            <a:noAutofit/>
          </a:bodyPr>
          <a:lstStyle>
            <a:lvl1pPr algn="l">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4" hasCustomPrompt="1"/>
          </p:nvPr>
        </p:nvSpPr>
        <p:spPr>
          <a:xfrm>
            <a:off x="1833637"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0" name="正方形/長方形 29"/>
          <p:cNvSpPr/>
          <p:nvPr userDrawn="1"/>
        </p:nvSpPr>
        <p:spPr>
          <a:xfrm>
            <a:off x="1977653" y="3516450"/>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p:cNvSpPr/>
          <p:nvPr userDrawn="1"/>
        </p:nvSpPr>
        <p:spPr>
          <a:xfrm>
            <a:off x="6319867" y="2479204"/>
            <a:ext cx="1183534" cy="118353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2</a:t>
            </a:r>
            <a:endParaRPr kumimoji="1" lang="ja-JP" altLang="en-US" sz="3600" dirty="0"/>
          </a:p>
        </p:txBody>
      </p:sp>
      <p:sp>
        <p:nvSpPr>
          <p:cNvPr id="42" name="テキスト プレースホルダー 6"/>
          <p:cNvSpPr>
            <a:spLocks noGrp="1"/>
          </p:cNvSpPr>
          <p:nvPr>
            <p:ph type="body" sz="quarter" idx="26" hasCustomPrompt="1"/>
          </p:nvPr>
        </p:nvSpPr>
        <p:spPr>
          <a:xfrm>
            <a:off x="7552767" y="2724362"/>
            <a:ext cx="4270738" cy="720080"/>
          </a:xfrm>
        </p:spPr>
        <p:txBody>
          <a:bodyPr anchor="t">
            <a:noAutofit/>
          </a:bodyPr>
          <a:lstStyle>
            <a:lvl1pPr algn="l">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27" hasCustomPrompt="1"/>
          </p:nvPr>
        </p:nvSpPr>
        <p:spPr>
          <a:xfrm>
            <a:off x="7579250"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4" name="正方形/長方形 43"/>
          <p:cNvSpPr/>
          <p:nvPr userDrawn="1"/>
        </p:nvSpPr>
        <p:spPr>
          <a:xfrm>
            <a:off x="7723266" y="3516450"/>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p:cNvSpPr/>
          <p:nvPr userDrawn="1"/>
        </p:nvSpPr>
        <p:spPr>
          <a:xfrm>
            <a:off x="12060287" y="2479204"/>
            <a:ext cx="1183534" cy="118353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3</a:t>
            </a:r>
            <a:endParaRPr kumimoji="1" lang="ja-JP" altLang="en-US" sz="3600" dirty="0"/>
          </a:p>
        </p:txBody>
      </p:sp>
      <p:sp>
        <p:nvSpPr>
          <p:cNvPr id="47" name="テキスト プレースホルダー 6"/>
          <p:cNvSpPr>
            <a:spLocks noGrp="1"/>
          </p:cNvSpPr>
          <p:nvPr>
            <p:ph type="body" sz="quarter" idx="29" hasCustomPrompt="1"/>
          </p:nvPr>
        </p:nvSpPr>
        <p:spPr>
          <a:xfrm>
            <a:off x="13293187" y="2724362"/>
            <a:ext cx="4270738" cy="720080"/>
          </a:xfrm>
        </p:spPr>
        <p:txBody>
          <a:bodyPr anchor="t">
            <a:noAutofit/>
          </a:bodyPr>
          <a:lstStyle>
            <a:lvl1pPr algn="l">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8" name="テキスト プレースホルダー 6"/>
          <p:cNvSpPr>
            <a:spLocks noGrp="1"/>
          </p:cNvSpPr>
          <p:nvPr>
            <p:ph type="body" sz="quarter" idx="30" hasCustomPrompt="1"/>
          </p:nvPr>
        </p:nvSpPr>
        <p:spPr>
          <a:xfrm>
            <a:off x="13319670"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9" name="正方形/長方形 48"/>
          <p:cNvSpPr/>
          <p:nvPr userDrawn="1"/>
        </p:nvSpPr>
        <p:spPr>
          <a:xfrm>
            <a:off x="13463686" y="3516450"/>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円/楕円 49"/>
          <p:cNvSpPr/>
          <p:nvPr userDrawn="1"/>
        </p:nvSpPr>
        <p:spPr>
          <a:xfrm>
            <a:off x="586116" y="5727948"/>
            <a:ext cx="1183534" cy="118353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4</a:t>
            </a:r>
            <a:endParaRPr kumimoji="1" lang="ja-JP" altLang="en-US" sz="3600" dirty="0"/>
          </a:p>
        </p:txBody>
      </p:sp>
      <p:sp>
        <p:nvSpPr>
          <p:cNvPr id="52" name="テキスト プレースホルダー 6"/>
          <p:cNvSpPr>
            <a:spLocks noGrp="1"/>
          </p:cNvSpPr>
          <p:nvPr>
            <p:ph type="body" sz="quarter" idx="32" hasCustomPrompt="1"/>
          </p:nvPr>
        </p:nvSpPr>
        <p:spPr>
          <a:xfrm>
            <a:off x="1819016" y="5973106"/>
            <a:ext cx="4270738" cy="720080"/>
          </a:xfrm>
        </p:spPr>
        <p:txBody>
          <a:bodyPr anchor="t">
            <a:noAutofit/>
          </a:bodyPr>
          <a:lstStyle>
            <a:lvl1pPr algn="l">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53" name="テキスト プレースホルダー 6"/>
          <p:cNvSpPr>
            <a:spLocks noGrp="1"/>
          </p:cNvSpPr>
          <p:nvPr>
            <p:ph type="body" sz="quarter" idx="33" hasCustomPrompt="1"/>
          </p:nvPr>
        </p:nvSpPr>
        <p:spPr>
          <a:xfrm>
            <a:off x="1845499"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4" name="正方形/長方形 53"/>
          <p:cNvSpPr/>
          <p:nvPr userDrawn="1"/>
        </p:nvSpPr>
        <p:spPr>
          <a:xfrm>
            <a:off x="1989515" y="6765194"/>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円/楕円 54"/>
          <p:cNvSpPr/>
          <p:nvPr userDrawn="1"/>
        </p:nvSpPr>
        <p:spPr>
          <a:xfrm>
            <a:off x="6331729" y="5727948"/>
            <a:ext cx="1183534" cy="118353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5</a:t>
            </a:r>
            <a:endParaRPr kumimoji="1" lang="ja-JP" altLang="en-US" sz="3600" dirty="0"/>
          </a:p>
        </p:txBody>
      </p:sp>
      <p:sp>
        <p:nvSpPr>
          <p:cNvPr id="57" name="テキスト プレースホルダー 6"/>
          <p:cNvSpPr>
            <a:spLocks noGrp="1"/>
          </p:cNvSpPr>
          <p:nvPr>
            <p:ph type="body" sz="quarter" idx="35" hasCustomPrompt="1"/>
          </p:nvPr>
        </p:nvSpPr>
        <p:spPr>
          <a:xfrm>
            <a:off x="7564629" y="5973106"/>
            <a:ext cx="4270738" cy="720080"/>
          </a:xfrm>
        </p:spPr>
        <p:txBody>
          <a:bodyPr anchor="t">
            <a:noAutofit/>
          </a:bodyPr>
          <a:lstStyle>
            <a:lvl1pPr algn="l">
              <a:defRPr sz="32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58" name="テキスト プレースホルダー 6"/>
          <p:cNvSpPr>
            <a:spLocks noGrp="1"/>
          </p:cNvSpPr>
          <p:nvPr>
            <p:ph type="body" sz="quarter" idx="36" hasCustomPrompt="1"/>
          </p:nvPr>
        </p:nvSpPr>
        <p:spPr>
          <a:xfrm>
            <a:off x="7591112"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9" name="正方形/長方形 58"/>
          <p:cNvSpPr/>
          <p:nvPr userDrawn="1"/>
        </p:nvSpPr>
        <p:spPr>
          <a:xfrm>
            <a:off x="7735128" y="6765194"/>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p:cNvSpPr/>
          <p:nvPr userDrawn="1"/>
        </p:nvSpPr>
        <p:spPr>
          <a:xfrm>
            <a:off x="12072149" y="5727948"/>
            <a:ext cx="1183534" cy="118353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6</a:t>
            </a:r>
            <a:endParaRPr kumimoji="1" lang="ja-JP" altLang="en-US" sz="3600" dirty="0"/>
          </a:p>
        </p:txBody>
      </p:sp>
      <p:sp>
        <p:nvSpPr>
          <p:cNvPr id="62" name="テキスト プレースホルダー 6"/>
          <p:cNvSpPr>
            <a:spLocks noGrp="1"/>
          </p:cNvSpPr>
          <p:nvPr>
            <p:ph type="body" sz="quarter" idx="38" hasCustomPrompt="1"/>
          </p:nvPr>
        </p:nvSpPr>
        <p:spPr>
          <a:xfrm>
            <a:off x="13305049" y="5973106"/>
            <a:ext cx="4270738" cy="720080"/>
          </a:xfrm>
        </p:spPr>
        <p:txBody>
          <a:bodyPr anchor="t">
            <a:noAutofit/>
          </a:bodyPr>
          <a:lstStyle>
            <a:lvl1pPr algn="l">
              <a:defRPr sz="32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63" name="テキスト プレースホルダー 6"/>
          <p:cNvSpPr>
            <a:spLocks noGrp="1"/>
          </p:cNvSpPr>
          <p:nvPr>
            <p:ph type="body" sz="quarter" idx="39" hasCustomPrompt="1"/>
          </p:nvPr>
        </p:nvSpPr>
        <p:spPr>
          <a:xfrm>
            <a:off x="13331532"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64" name="正方形/長方形 63"/>
          <p:cNvSpPr/>
          <p:nvPr userDrawn="1"/>
        </p:nvSpPr>
        <p:spPr>
          <a:xfrm>
            <a:off x="13475548" y="6765194"/>
            <a:ext cx="3240360"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0348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 decel="10000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ppt_x"/>
                                          </p:val>
                                        </p:tav>
                                        <p:tav tm="100000">
                                          <p:val>
                                            <p:strVal val="#ppt_x"/>
                                          </p:val>
                                        </p:tav>
                                      </p:tavLst>
                                    </p:anim>
                                    <p:anim calcmode="lin" valueType="num">
                                      <p:cBhvr additive="base">
                                        <p:cTn id="16" dur="750" fill="hold"/>
                                        <p:tgtEl>
                                          <p:spTgt spid="19"/>
                                        </p:tgtEl>
                                        <p:attrNameLst>
                                          <p:attrName>ppt_y</p:attrName>
                                        </p:attrNameLst>
                                      </p:cBhvr>
                                      <p:tavLst>
                                        <p:tav tm="0">
                                          <p:val>
                                            <p:strVal val="0-#ppt_h/2"/>
                                          </p:val>
                                        </p:tav>
                                        <p:tav tm="100000">
                                          <p:val>
                                            <p:strVal val="#ppt_y"/>
                                          </p:val>
                                        </p:tav>
                                      </p:tavLst>
                                    </p:anim>
                                  </p:childTnLst>
                                </p:cTn>
                              </p:par>
                              <p:par>
                                <p:cTn id="17" presetID="45" presetClass="entr" presetSubtype="0" fill="hold" grpId="1"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750"/>
                                        <p:tgtEl>
                                          <p:spTgt spid="19"/>
                                        </p:tgtEl>
                                      </p:cBhvr>
                                    </p:animEffect>
                                    <p:anim calcmode="lin" valueType="num">
                                      <p:cBhvr>
                                        <p:cTn id="20" dur="750" fill="hold"/>
                                        <p:tgtEl>
                                          <p:spTgt spid="19"/>
                                        </p:tgtEl>
                                        <p:attrNameLst>
                                          <p:attrName>ppt_w</p:attrName>
                                        </p:attrNameLst>
                                      </p:cBhvr>
                                      <p:tavLst>
                                        <p:tav tm="0" fmla="#ppt_w*sin(2.5*pi*$)">
                                          <p:val>
                                            <p:fltVal val="0"/>
                                          </p:val>
                                        </p:tav>
                                        <p:tav tm="100000">
                                          <p:val>
                                            <p:fltVal val="1"/>
                                          </p:val>
                                        </p:tav>
                                      </p:tavLst>
                                    </p:anim>
                                    <p:anim calcmode="lin" valueType="num">
                                      <p:cBhvr>
                                        <p:cTn id="21" dur="750" fill="hold"/>
                                        <p:tgtEl>
                                          <p:spTgt spid="19"/>
                                        </p:tgtEl>
                                        <p:attrNameLst>
                                          <p:attrName>ppt_h</p:attrName>
                                        </p:attrNameLst>
                                      </p:cBhvr>
                                      <p:tavLst>
                                        <p:tav tm="0">
                                          <p:val>
                                            <p:strVal val="#ppt_h"/>
                                          </p:val>
                                        </p:tav>
                                        <p:tav tm="100000">
                                          <p:val>
                                            <p:strVal val="#ppt_h"/>
                                          </p:val>
                                        </p:tav>
                                      </p:tavLst>
                                    </p:anim>
                                  </p:childTnLst>
                                </p:cTn>
                              </p:par>
                            </p:childTnLst>
                          </p:cTn>
                        </p:par>
                        <p:par>
                          <p:cTn id="22" fill="hold">
                            <p:stCondLst>
                              <p:cond delay="1250"/>
                            </p:stCondLst>
                            <p:childTnLst>
                              <p:par>
                                <p:cTn id="23" presetID="2" presetClass="entr" presetSubtype="2" decel="100000" fill="hold" grpId="0" nodeType="afterEffect">
                                  <p:stCondLst>
                                    <p:cond delay="0"/>
                                  </p:stCondLst>
                                  <p:iterate type="wd">
                                    <p:tmPct val="10000"/>
                                  </p:iterate>
                                  <p:childTnLst>
                                    <p:set>
                                      <p:cBhvr>
                                        <p:cTn id="24" dur="1" fill="hold">
                                          <p:stCondLst>
                                            <p:cond delay="0"/>
                                          </p:stCondLst>
                                        </p:cTn>
                                        <p:tgtEl>
                                          <p:spTgt spid="27">
                                            <p:txEl>
                                              <p:pRg st="0" end="0"/>
                                            </p:txEl>
                                          </p:spTgt>
                                        </p:tgtEl>
                                        <p:attrNameLst>
                                          <p:attrName>style.visibility</p:attrName>
                                        </p:attrNameLst>
                                      </p:cBhvr>
                                      <p:to>
                                        <p:strVal val="visible"/>
                                      </p:to>
                                    </p:set>
                                    <p:anim calcmode="lin" valueType="num">
                                      <p:cBhvr additive="base">
                                        <p:cTn id="25"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7">
                                            <p:txEl>
                                              <p:pRg st="0" end="0"/>
                                            </p:txEl>
                                          </p:spTgt>
                                        </p:tgtEl>
                                        <p:attrNameLst>
                                          <p:attrName>ppt_y</p:attrName>
                                        </p:attrNameLst>
                                      </p:cBhvr>
                                      <p:tavLst>
                                        <p:tav tm="0">
                                          <p:val>
                                            <p:strVal val="#ppt_y"/>
                                          </p:val>
                                        </p:tav>
                                        <p:tav tm="100000">
                                          <p:val>
                                            <p:strVal val="#ppt_y"/>
                                          </p:val>
                                        </p:tav>
                                      </p:tavLst>
                                    </p:anim>
                                  </p:childTnLst>
                                </p:cTn>
                              </p:par>
                              <p:par>
                                <p:cTn id="27" presetID="2" presetClass="entr" presetSubtype="4" decel="100000" fill="hold" grpId="0" nodeType="withEffect">
                                  <p:stCondLst>
                                    <p:cond delay="0"/>
                                  </p:stCondLst>
                                  <p:childTnLst>
                                    <p:set>
                                      <p:cBhvr>
                                        <p:cTn id="28" dur="1" fill="hold">
                                          <p:stCondLst>
                                            <p:cond delay="0"/>
                                          </p:stCondLst>
                                        </p:cTn>
                                        <p:tgtEl>
                                          <p:spTgt spid="28">
                                            <p:txEl>
                                              <p:pRg st="0" end="0"/>
                                            </p:txEl>
                                          </p:spTgt>
                                        </p:tgtEl>
                                        <p:attrNameLst>
                                          <p:attrName>style.visibility</p:attrName>
                                        </p:attrNameLst>
                                      </p:cBhvr>
                                      <p:to>
                                        <p:strVal val="visible"/>
                                      </p:to>
                                    </p:set>
                                    <p:anim calcmode="lin" valueType="num">
                                      <p:cBhvr additive="base">
                                        <p:cTn id="29"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decel="10000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ppt_x"/>
                                          </p:val>
                                        </p:tav>
                                        <p:tav tm="100000">
                                          <p:val>
                                            <p:strVal val="#ppt_x"/>
                                          </p:val>
                                        </p:tav>
                                      </p:tavLst>
                                    </p:anim>
                                    <p:anim calcmode="lin" valueType="num">
                                      <p:cBhvr additive="base">
                                        <p:cTn id="34" dur="500" fill="hold"/>
                                        <p:tgtEl>
                                          <p:spTgt spid="30"/>
                                        </p:tgtEl>
                                        <p:attrNameLst>
                                          <p:attrName>ppt_y</p:attrName>
                                        </p:attrNameLst>
                                      </p:cBhvr>
                                      <p:tavLst>
                                        <p:tav tm="0">
                                          <p:val>
                                            <p:strVal val="1+#ppt_h/2"/>
                                          </p:val>
                                        </p:tav>
                                        <p:tav tm="100000">
                                          <p:val>
                                            <p:strVal val="#ppt_y"/>
                                          </p:val>
                                        </p:tav>
                                      </p:tavLst>
                                    </p:anim>
                                  </p:childTnLst>
                                </p:cTn>
                              </p:par>
                            </p:childTnLst>
                          </p:cTn>
                        </p:par>
                        <p:par>
                          <p:cTn id="35" fill="hold">
                            <p:stCondLst>
                              <p:cond delay="1850"/>
                            </p:stCondLst>
                            <p:childTnLst>
                              <p:par>
                                <p:cTn id="36" presetID="2" presetClass="entr" presetSubtype="1" decel="100000" fill="hold" grpId="0" nodeType="after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additive="base">
                                        <p:cTn id="38" dur="750" fill="hold"/>
                                        <p:tgtEl>
                                          <p:spTgt spid="31"/>
                                        </p:tgtEl>
                                        <p:attrNameLst>
                                          <p:attrName>ppt_x</p:attrName>
                                        </p:attrNameLst>
                                      </p:cBhvr>
                                      <p:tavLst>
                                        <p:tav tm="0">
                                          <p:val>
                                            <p:strVal val="#ppt_x"/>
                                          </p:val>
                                        </p:tav>
                                        <p:tav tm="100000">
                                          <p:val>
                                            <p:strVal val="#ppt_x"/>
                                          </p:val>
                                        </p:tav>
                                      </p:tavLst>
                                    </p:anim>
                                    <p:anim calcmode="lin" valueType="num">
                                      <p:cBhvr additive="base">
                                        <p:cTn id="39" dur="750" fill="hold"/>
                                        <p:tgtEl>
                                          <p:spTgt spid="31"/>
                                        </p:tgtEl>
                                        <p:attrNameLst>
                                          <p:attrName>ppt_y</p:attrName>
                                        </p:attrNameLst>
                                      </p:cBhvr>
                                      <p:tavLst>
                                        <p:tav tm="0">
                                          <p:val>
                                            <p:strVal val="0-#ppt_h/2"/>
                                          </p:val>
                                        </p:tav>
                                        <p:tav tm="100000">
                                          <p:val>
                                            <p:strVal val="#ppt_y"/>
                                          </p:val>
                                        </p:tav>
                                      </p:tavLst>
                                    </p:anim>
                                  </p:childTnLst>
                                </p:cTn>
                              </p:par>
                              <p:par>
                                <p:cTn id="40" presetID="45" presetClass="entr" presetSubtype="0" fill="hold" grpId="1"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750"/>
                                        <p:tgtEl>
                                          <p:spTgt spid="31"/>
                                        </p:tgtEl>
                                      </p:cBhvr>
                                    </p:animEffect>
                                    <p:anim calcmode="lin" valueType="num">
                                      <p:cBhvr>
                                        <p:cTn id="43" dur="750" fill="hold"/>
                                        <p:tgtEl>
                                          <p:spTgt spid="31"/>
                                        </p:tgtEl>
                                        <p:attrNameLst>
                                          <p:attrName>ppt_w</p:attrName>
                                        </p:attrNameLst>
                                      </p:cBhvr>
                                      <p:tavLst>
                                        <p:tav tm="0" fmla="#ppt_w*sin(2.5*pi*$)">
                                          <p:val>
                                            <p:fltVal val="0"/>
                                          </p:val>
                                        </p:tav>
                                        <p:tav tm="100000">
                                          <p:val>
                                            <p:fltVal val="1"/>
                                          </p:val>
                                        </p:tav>
                                      </p:tavLst>
                                    </p:anim>
                                    <p:anim calcmode="lin" valueType="num">
                                      <p:cBhvr>
                                        <p:cTn id="44" dur="750" fill="hold"/>
                                        <p:tgtEl>
                                          <p:spTgt spid="31"/>
                                        </p:tgtEl>
                                        <p:attrNameLst>
                                          <p:attrName>ppt_h</p:attrName>
                                        </p:attrNameLst>
                                      </p:cBhvr>
                                      <p:tavLst>
                                        <p:tav tm="0">
                                          <p:val>
                                            <p:strVal val="#ppt_h"/>
                                          </p:val>
                                        </p:tav>
                                        <p:tav tm="100000">
                                          <p:val>
                                            <p:strVal val="#ppt_h"/>
                                          </p:val>
                                        </p:tav>
                                      </p:tavLst>
                                    </p:anim>
                                  </p:childTnLst>
                                </p:cTn>
                              </p:par>
                            </p:childTnLst>
                          </p:cTn>
                        </p:par>
                        <p:par>
                          <p:cTn id="45" fill="hold">
                            <p:stCondLst>
                              <p:cond delay="2600"/>
                            </p:stCondLst>
                            <p:childTnLst>
                              <p:par>
                                <p:cTn id="46" presetID="2" presetClass="entr" presetSubtype="2" decel="100000" fill="hold" grpId="0" nodeType="afterEffect">
                                  <p:stCondLst>
                                    <p:cond delay="0"/>
                                  </p:stCondLst>
                                  <p:iterate type="wd">
                                    <p:tmPct val="10000"/>
                                  </p:iterate>
                                  <p:childTnLst>
                                    <p:set>
                                      <p:cBhvr>
                                        <p:cTn id="47" dur="1" fill="hold">
                                          <p:stCondLst>
                                            <p:cond delay="0"/>
                                          </p:stCondLst>
                                        </p:cTn>
                                        <p:tgtEl>
                                          <p:spTgt spid="42">
                                            <p:txEl>
                                              <p:pRg st="0" end="0"/>
                                            </p:txEl>
                                          </p:spTgt>
                                        </p:tgtEl>
                                        <p:attrNameLst>
                                          <p:attrName>style.visibility</p:attrName>
                                        </p:attrNameLst>
                                      </p:cBhvr>
                                      <p:to>
                                        <p:strVal val="visible"/>
                                      </p:to>
                                    </p:set>
                                    <p:anim calcmode="lin" valueType="num">
                                      <p:cBhvr additive="base">
                                        <p:cTn id="48" dur="500" fill="hold"/>
                                        <p:tgtEl>
                                          <p:spTgt spid="42">
                                            <p:txEl>
                                              <p:pRg st="0" end="0"/>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42">
                                            <p:txEl>
                                              <p:pRg st="0" end="0"/>
                                            </p:txEl>
                                          </p:spTgt>
                                        </p:tgtEl>
                                        <p:attrNameLst>
                                          <p:attrName>ppt_y</p:attrName>
                                        </p:attrNameLst>
                                      </p:cBhvr>
                                      <p:tavLst>
                                        <p:tav tm="0">
                                          <p:val>
                                            <p:strVal val="#ppt_y"/>
                                          </p:val>
                                        </p:tav>
                                        <p:tav tm="100000">
                                          <p:val>
                                            <p:strVal val="#ppt_y"/>
                                          </p:val>
                                        </p:tav>
                                      </p:tavLst>
                                    </p:anim>
                                  </p:childTnLst>
                                </p:cTn>
                              </p:par>
                              <p:par>
                                <p:cTn id="50" presetID="2" presetClass="entr" presetSubtype="4" decel="100000" fill="hold" grpId="0" nodeType="withEffect">
                                  <p:stCondLst>
                                    <p:cond delay="0"/>
                                  </p:stCondLst>
                                  <p:childTnLst>
                                    <p:set>
                                      <p:cBhvr>
                                        <p:cTn id="51" dur="1" fill="hold">
                                          <p:stCondLst>
                                            <p:cond delay="0"/>
                                          </p:stCondLst>
                                        </p:cTn>
                                        <p:tgtEl>
                                          <p:spTgt spid="43">
                                            <p:txEl>
                                              <p:pRg st="0" end="0"/>
                                            </p:txEl>
                                          </p:spTgt>
                                        </p:tgtEl>
                                        <p:attrNameLst>
                                          <p:attrName>style.visibility</p:attrName>
                                        </p:attrNameLst>
                                      </p:cBhvr>
                                      <p:to>
                                        <p:strVal val="visible"/>
                                      </p:to>
                                    </p:set>
                                    <p:anim calcmode="lin" valueType="num">
                                      <p:cBhvr additive="base">
                                        <p:cTn id="52" dur="5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43">
                                            <p:txEl>
                                              <p:pRg st="0" end="0"/>
                                            </p:txEl>
                                          </p:spTgt>
                                        </p:tgtEl>
                                        <p:attrNameLst>
                                          <p:attrName>ppt_y</p:attrName>
                                        </p:attrNameLst>
                                      </p:cBhvr>
                                      <p:tavLst>
                                        <p:tav tm="0">
                                          <p:val>
                                            <p:strVal val="1+#ppt_h/2"/>
                                          </p:val>
                                        </p:tav>
                                        <p:tav tm="100000">
                                          <p:val>
                                            <p:strVal val="#ppt_y"/>
                                          </p:val>
                                        </p:tav>
                                      </p:tavLst>
                                    </p:anim>
                                  </p:childTnLst>
                                </p:cTn>
                              </p:par>
                              <p:par>
                                <p:cTn id="54" presetID="2" presetClass="entr" presetSubtype="4" decel="100000" fill="hold" grpId="0" nodeType="withEffect">
                                  <p:stCondLst>
                                    <p:cond delay="0"/>
                                  </p:stCondLst>
                                  <p:childTnLst>
                                    <p:set>
                                      <p:cBhvr>
                                        <p:cTn id="55" dur="1" fill="hold">
                                          <p:stCondLst>
                                            <p:cond delay="0"/>
                                          </p:stCondLst>
                                        </p:cTn>
                                        <p:tgtEl>
                                          <p:spTgt spid="44"/>
                                        </p:tgtEl>
                                        <p:attrNameLst>
                                          <p:attrName>style.visibility</p:attrName>
                                        </p:attrNameLst>
                                      </p:cBhvr>
                                      <p:to>
                                        <p:strVal val="visible"/>
                                      </p:to>
                                    </p:set>
                                    <p:anim calcmode="lin" valueType="num">
                                      <p:cBhvr additive="base">
                                        <p:cTn id="56" dur="500" fill="hold"/>
                                        <p:tgtEl>
                                          <p:spTgt spid="44"/>
                                        </p:tgtEl>
                                        <p:attrNameLst>
                                          <p:attrName>ppt_x</p:attrName>
                                        </p:attrNameLst>
                                      </p:cBhvr>
                                      <p:tavLst>
                                        <p:tav tm="0">
                                          <p:val>
                                            <p:strVal val="#ppt_x"/>
                                          </p:val>
                                        </p:tav>
                                        <p:tav tm="100000">
                                          <p:val>
                                            <p:strVal val="#ppt_x"/>
                                          </p:val>
                                        </p:tav>
                                      </p:tavLst>
                                    </p:anim>
                                    <p:anim calcmode="lin" valueType="num">
                                      <p:cBhvr additive="base">
                                        <p:cTn id="57" dur="500" fill="hold"/>
                                        <p:tgtEl>
                                          <p:spTgt spid="44"/>
                                        </p:tgtEl>
                                        <p:attrNameLst>
                                          <p:attrName>ppt_y</p:attrName>
                                        </p:attrNameLst>
                                      </p:cBhvr>
                                      <p:tavLst>
                                        <p:tav tm="0">
                                          <p:val>
                                            <p:strVal val="1+#ppt_h/2"/>
                                          </p:val>
                                        </p:tav>
                                        <p:tav tm="100000">
                                          <p:val>
                                            <p:strVal val="#ppt_y"/>
                                          </p:val>
                                        </p:tav>
                                      </p:tavLst>
                                    </p:anim>
                                  </p:childTnLst>
                                </p:cTn>
                              </p:par>
                            </p:childTnLst>
                          </p:cTn>
                        </p:par>
                        <p:par>
                          <p:cTn id="58" fill="hold">
                            <p:stCondLst>
                              <p:cond delay="3200"/>
                            </p:stCondLst>
                            <p:childTnLst>
                              <p:par>
                                <p:cTn id="59" presetID="2" presetClass="entr" presetSubtype="1" decel="100000" fill="hold" grpId="0" nodeType="afterEffect">
                                  <p:stCondLst>
                                    <p:cond delay="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750" fill="hold"/>
                                        <p:tgtEl>
                                          <p:spTgt spid="45"/>
                                        </p:tgtEl>
                                        <p:attrNameLst>
                                          <p:attrName>ppt_x</p:attrName>
                                        </p:attrNameLst>
                                      </p:cBhvr>
                                      <p:tavLst>
                                        <p:tav tm="0">
                                          <p:val>
                                            <p:strVal val="#ppt_x"/>
                                          </p:val>
                                        </p:tav>
                                        <p:tav tm="100000">
                                          <p:val>
                                            <p:strVal val="#ppt_x"/>
                                          </p:val>
                                        </p:tav>
                                      </p:tavLst>
                                    </p:anim>
                                    <p:anim calcmode="lin" valueType="num">
                                      <p:cBhvr additive="base">
                                        <p:cTn id="62" dur="750" fill="hold"/>
                                        <p:tgtEl>
                                          <p:spTgt spid="45"/>
                                        </p:tgtEl>
                                        <p:attrNameLst>
                                          <p:attrName>ppt_y</p:attrName>
                                        </p:attrNameLst>
                                      </p:cBhvr>
                                      <p:tavLst>
                                        <p:tav tm="0">
                                          <p:val>
                                            <p:strVal val="0-#ppt_h/2"/>
                                          </p:val>
                                        </p:tav>
                                        <p:tav tm="100000">
                                          <p:val>
                                            <p:strVal val="#ppt_y"/>
                                          </p:val>
                                        </p:tav>
                                      </p:tavLst>
                                    </p:anim>
                                  </p:childTnLst>
                                </p:cTn>
                              </p:par>
                              <p:par>
                                <p:cTn id="63" presetID="45" presetClass="entr" presetSubtype="0" fill="hold" grpId="1"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750"/>
                                        <p:tgtEl>
                                          <p:spTgt spid="45"/>
                                        </p:tgtEl>
                                      </p:cBhvr>
                                    </p:animEffect>
                                    <p:anim calcmode="lin" valueType="num">
                                      <p:cBhvr>
                                        <p:cTn id="66" dur="750" fill="hold"/>
                                        <p:tgtEl>
                                          <p:spTgt spid="45"/>
                                        </p:tgtEl>
                                        <p:attrNameLst>
                                          <p:attrName>ppt_w</p:attrName>
                                        </p:attrNameLst>
                                      </p:cBhvr>
                                      <p:tavLst>
                                        <p:tav tm="0" fmla="#ppt_w*sin(2.5*pi*$)">
                                          <p:val>
                                            <p:fltVal val="0"/>
                                          </p:val>
                                        </p:tav>
                                        <p:tav tm="100000">
                                          <p:val>
                                            <p:fltVal val="1"/>
                                          </p:val>
                                        </p:tav>
                                      </p:tavLst>
                                    </p:anim>
                                    <p:anim calcmode="lin" valueType="num">
                                      <p:cBhvr>
                                        <p:cTn id="67" dur="750" fill="hold"/>
                                        <p:tgtEl>
                                          <p:spTgt spid="45"/>
                                        </p:tgtEl>
                                        <p:attrNameLst>
                                          <p:attrName>ppt_h</p:attrName>
                                        </p:attrNameLst>
                                      </p:cBhvr>
                                      <p:tavLst>
                                        <p:tav tm="0">
                                          <p:val>
                                            <p:strVal val="#ppt_h"/>
                                          </p:val>
                                        </p:tav>
                                        <p:tav tm="100000">
                                          <p:val>
                                            <p:strVal val="#ppt_h"/>
                                          </p:val>
                                        </p:tav>
                                      </p:tavLst>
                                    </p:anim>
                                  </p:childTnLst>
                                </p:cTn>
                              </p:par>
                            </p:childTnLst>
                          </p:cTn>
                        </p:par>
                        <p:par>
                          <p:cTn id="68" fill="hold">
                            <p:stCondLst>
                              <p:cond delay="3950"/>
                            </p:stCondLst>
                            <p:childTnLst>
                              <p:par>
                                <p:cTn id="69" presetID="2" presetClass="entr" presetSubtype="2" decel="100000" fill="hold" grpId="0" nodeType="afterEffect">
                                  <p:stCondLst>
                                    <p:cond delay="0"/>
                                  </p:stCondLst>
                                  <p:iterate type="wd">
                                    <p:tmPct val="10000"/>
                                  </p:iterate>
                                  <p:childTnLst>
                                    <p:set>
                                      <p:cBhvr>
                                        <p:cTn id="70" dur="1" fill="hold">
                                          <p:stCondLst>
                                            <p:cond delay="0"/>
                                          </p:stCondLst>
                                        </p:cTn>
                                        <p:tgtEl>
                                          <p:spTgt spid="47">
                                            <p:txEl>
                                              <p:pRg st="0" end="0"/>
                                            </p:txEl>
                                          </p:spTgt>
                                        </p:tgtEl>
                                        <p:attrNameLst>
                                          <p:attrName>style.visibility</p:attrName>
                                        </p:attrNameLst>
                                      </p:cBhvr>
                                      <p:to>
                                        <p:strVal val="visible"/>
                                      </p:to>
                                    </p:set>
                                    <p:anim calcmode="lin" valueType="num">
                                      <p:cBhvr additive="base">
                                        <p:cTn id="71" dur="500" fill="hold"/>
                                        <p:tgtEl>
                                          <p:spTgt spid="47">
                                            <p:txEl>
                                              <p:pRg st="0" end="0"/>
                                            </p:tx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47">
                                            <p:txEl>
                                              <p:pRg st="0" end="0"/>
                                            </p:txEl>
                                          </p:spTgt>
                                        </p:tgtEl>
                                        <p:attrNameLst>
                                          <p:attrName>ppt_y</p:attrName>
                                        </p:attrNameLst>
                                      </p:cBhvr>
                                      <p:tavLst>
                                        <p:tav tm="0">
                                          <p:val>
                                            <p:strVal val="#ppt_y"/>
                                          </p:val>
                                        </p:tav>
                                        <p:tav tm="100000">
                                          <p:val>
                                            <p:strVal val="#ppt_y"/>
                                          </p:val>
                                        </p:tav>
                                      </p:tavLst>
                                    </p:anim>
                                  </p:childTnLst>
                                </p:cTn>
                              </p:par>
                              <p:par>
                                <p:cTn id="73" presetID="2" presetClass="entr" presetSubtype="4" decel="100000" fill="hold" grpId="0" nodeType="withEffect">
                                  <p:stCondLst>
                                    <p:cond delay="0"/>
                                  </p:stCondLst>
                                  <p:childTnLst>
                                    <p:set>
                                      <p:cBhvr>
                                        <p:cTn id="74" dur="1" fill="hold">
                                          <p:stCondLst>
                                            <p:cond delay="0"/>
                                          </p:stCondLst>
                                        </p:cTn>
                                        <p:tgtEl>
                                          <p:spTgt spid="48">
                                            <p:txEl>
                                              <p:pRg st="0" end="0"/>
                                            </p:txEl>
                                          </p:spTgt>
                                        </p:tgtEl>
                                        <p:attrNameLst>
                                          <p:attrName>style.visibility</p:attrName>
                                        </p:attrNameLst>
                                      </p:cBhvr>
                                      <p:to>
                                        <p:strVal val="visible"/>
                                      </p:to>
                                    </p:set>
                                    <p:anim calcmode="lin" valueType="num">
                                      <p:cBhvr additive="base">
                                        <p:cTn id="75"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77" presetID="2" presetClass="entr" presetSubtype="4" decel="10000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 calcmode="lin" valueType="num">
                                      <p:cBhvr additive="base">
                                        <p:cTn id="79" dur="500" fill="hold"/>
                                        <p:tgtEl>
                                          <p:spTgt spid="49"/>
                                        </p:tgtEl>
                                        <p:attrNameLst>
                                          <p:attrName>ppt_x</p:attrName>
                                        </p:attrNameLst>
                                      </p:cBhvr>
                                      <p:tavLst>
                                        <p:tav tm="0">
                                          <p:val>
                                            <p:strVal val="#ppt_x"/>
                                          </p:val>
                                        </p:tav>
                                        <p:tav tm="100000">
                                          <p:val>
                                            <p:strVal val="#ppt_x"/>
                                          </p:val>
                                        </p:tav>
                                      </p:tavLst>
                                    </p:anim>
                                    <p:anim calcmode="lin" valueType="num">
                                      <p:cBhvr additive="base">
                                        <p:cTn id="80" dur="500" fill="hold"/>
                                        <p:tgtEl>
                                          <p:spTgt spid="49"/>
                                        </p:tgtEl>
                                        <p:attrNameLst>
                                          <p:attrName>ppt_y</p:attrName>
                                        </p:attrNameLst>
                                      </p:cBhvr>
                                      <p:tavLst>
                                        <p:tav tm="0">
                                          <p:val>
                                            <p:strVal val="1+#ppt_h/2"/>
                                          </p:val>
                                        </p:tav>
                                        <p:tav tm="100000">
                                          <p:val>
                                            <p:strVal val="#ppt_y"/>
                                          </p:val>
                                        </p:tav>
                                      </p:tavLst>
                                    </p:anim>
                                  </p:childTnLst>
                                </p:cTn>
                              </p:par>
                            </p:childTnLst>
                          </p:cTn>
                        </p:par>
                        <p:par>
                          <p:cTn id="81" fill="hold">
                            <p:stCondLst>
                              <p:cond delay="4550"/>
                            </p:stCondLst>
                            <p:childTnLst>
                              <p:par>
                                <p:cTn id="82" presetID="2" presetClass="entr" presetSubtype="1" decel="100000" fill="hold" grpId="0" nodeType="afterEffect">
                                  <p:stCondLst>
                                    <p:cond delay="0"/>
                                  </p:stCondLst>
                                  <p:childTnLst>
                                    <p:set>
                                      <p:cBhvr>
                                        <p:cTn id="83" dur="1" fill="hold">
                                          <p:stCondLst>
                                            <p:cond delay="0"/>
                                          </p:stCondLst>
                                        </p:cTn>
                                        <p:tgtEl>
                                          <p:spTgt spid="50"/>
                                        </p:tgtEl>
                                        <p:attrNameLst>
                                          <p:attrName>style.visibility</p:attrName>
                                        </p:attrNameLst>
                                      </p:cBhvr>
                                      <p:to>
                                        <p:strVal val="visible"/>
                                      </p:to>
                                    </p:set>
                                    <p:anim calcmode="lin" valueType="num">
                                      <p:cBhvr additive="base">
                                        <p:cTn id="84" dur="750" fill="hold"/>
                                        <p:tgtEl>
                                          <p:spTgt spid="50"/>
                                        </p:tgtEl>
                                        <p:attrNameLst>
                                          <p:attrName>ppt_x</p:attrName>
                                        </p:attrNameLst>
                                      </p:cBhvr>
                                      <p:tavLst>
                                        <p:tav tm="0">
                                          <p:val>
                                            <p:strVal val="#ppt_x"/>
                                          </p:val>
                                        </p:tav>
                                        <p:tav tm="100000">
                                          <p:val>
                                            <p:strVal val="#ppt_x"/>
                                          </p:val>
                                        </p:tav>
                                      </p:tavLst>
                                    </p:anim>
                                    <p:anim calcmode="lin" valueType="num">
                                      <p:cBhvr additive="base">
                                        <p:cTn id="85" dur="750" fill="hold"/>
                                        <p:tgtEl>
                                          <p:spTgt spid="50"/>
                                        </p:tgtEl>
                                        <p:attrNameLst>
                                          <p:attrName>ppt_y</p:attrName>
                                        </p:attrNameLst>
                                      </p:cBhvr>
                                      <p:tavLst>
                                        <p:tav tm="0">
                                          <p:val>
                                            <p:strVal val="0-#ppt_h/2"/>
                                          </p:val>
                                        </p:tav>
                                        <p:tav tm="100000">
                                          <p:val>
                                            <p:strVal val="#ppt_y"/>
                                          </p:val>
                                        </p:tav>
                                      </p:tavLst>
                                    </p:anim>
                                  </p:childTnLst>
                                </p:cTn>
                              </p:par>
                              <p:par>
                                <p:cTn id="86" presetID="45" presetClass="entr" presetSubtype="0" fill="hold" grpId="1"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750"/>
                                        <p:tgtEl>
                                          <p:spTgt spid="50"/>
                                        </p:tgtEl>
                                      </p:cBhvr>
                                    </p:animEffect>
                                    <p:anim calcmode="lin" valueType="num">
                                      <p:cBhvr>
                                        <p:cTn id="89" dur="750" fill="hold"/>
                                        <p:tgtEl>
                                          <p:spTgt spid="50"/>
                                        </p:tgtEl>
                                        <p:attrNameLst>
                                          <p:attrName>ppt_w</p:attrName>
                                        </p:attrNameLst>
                                      </p:cBhvr>
                                      <p:tavLst>
                                        <p:tav tm="0" fmla="#ppt_w*sin(2.5*pi*$)">
                                          <p:val>
                                            <p:fltVal val="0"/>
                                          </p:val>
                                        </p:tav>
                                        <p:tav tm="100000">
                                          <p:val>
                                            <p:fltVal val="1"/>
                                          </p:val>
                                        </p:tav>
                                      </p:tavLst>
                                    </p:anim>
                                    <p:anim calcmode="lin" valueType="num">
                                      <p:cBhvr>
                                        <p:cTn id="90" dur="750" fill="hold"/>
                                        <p:tgtEl>
                                          <p:spTgt spid="50"/>
                                        </p:tgtEl>
                                        <p:attrNameLst>
                                          <p:attrName>ppt_h</p:attrName>
                                        </p:attrNameLst>
                                      </p:cBhvr>
                                      <p:tavLst>
                                        <p:tav tm="0">
                                          <p:val>
                                            <p:strVal val="#ppt_h"/>
                                          </p:val>
                                        </p:tav>
                                        <p:tav tm="100000">
                                          <p:val>
                                            <p:strVal val="#ppt_h"/>
                                          </p:val>
                                        </p:tav>
                                      </p:tavLst>
                                    </p:anim>
                                  </p:childTnLst>
                                </p:cTn>
                              </p:par>
                            </p:childTnLst>
                          </p:cTn>
                        </p:par>
                        <p:par>
                          <p:cTn id="91" fill="hold">
                            <p:stCondLst>
                              <p:cond delay="5300"/>
                            </p:stCondLst>
                            <p:childTnLst>
                              <p:par>
                                <p:cTn id="92" presetID="2" presetClass="entr" presetSubtype="2" decel="100000" fill="hold" grpId="0" nodeType="afterEffect">
                                  <p:stCondLst>
                                    <p:cond delay="0"/>
                                  </p:stCondLst>
                                  <p:iterate type="wd">
                                    <p:tmPct val="10000"/>
                                  </p:iterate>
                                  <p:childTnLst>
                                    <p:set>
                                      <p:cBhvr>
                                        <p:cTn id="93" dur="1" fill="hold">
                                          <p:stCondLst>
                                            <p:cond delay="0"/>
                                          </p:stCondLst>
                                        </p:cTn>
                                        <p:tgtEl>
                                          <p:spTgt spid="52">
                                            <p:txEl>
                                              <p:pRg st="0" end="0"/>
                                            </p:txEl>
                                          </p:spTgt>
                                        </p:tgtEl>
                                        <p:attrNameLst>
                                          <p:attrName>style.visibility</p:attrName>
                                        </p:attrNameLst>
                                      </p:cBhvr>
                                      <p:to>
                                        <p:strVal val="visible"/>
                                      </p:to>
                                    </p:set>
                                    <p:anim calcmode="lin" valueType="num">
                                      <p:cBhvr additive="base">
                                        <p:cTn id="94" dur="500" fill="hold"/>
                                        <p:tgtEl>
                                          <p:spTgt spid="52">
                                            <p:txEl>
                                              <p:pRg st="0" end="0"/>
                                            </p:txEl>
                                          </p:spTgt>
                                        </p:tgtEl>
                                        <p:attrNameLst>
                                          <p:attrName>ppt_x</p:attrName>
                                        </p:attrNameLst>
                                      </p:cBhvr>
                                      <p:tavLst>
                                        <p:tav tm="0">
                                          <p:val>
                                            <p:strVal val="1+#ppt_w/2"/>
                                          </p:val>
                                        </p:tav>
                                        <p:tav tm="100000">
                                          <p:val>
                                            <p:strVal val="#ppt_x"/>
                                          </p:val>
                                        </p:tav>
                                      </p:tavLst>
                                    </p:anim>
                                    <p:anim calcmode="lin" valueType="num">
                                      <p:cBhvr additive="base">
                                        <p:cTn id="95" dur="500" fill="hold"/>
                                        <p:tgtEl>
                                          <p:spTgt spid="52">
                                            <p:txEl>
                                              <p:pRg st="0" end="0"/>
                                            </p:txEl>
                                          </p:spTgt>
                                        </p:tgtEl>
                                        <p:attrNameLst>
                                          <p:attrName>ppt_y</p:attrName>
                                        </p:attrNameLst>
                                      </p:cBhvr>
                                      <p:tavLst>
                                        <p:tav tm="0">
                                          <p:val>
                                            <p:strVal val="#ppt_y"/>
                                          </p:val>
                                        </p:tav>
                                        <p:tav tm="100000">
                                          <p:val>
                                            <p:strVal val="#ppt_y"/>
                                          </p:val>
                                        </p:tav>
                                      </p:tavLst>
                                    </p:anim>
                                  </p:childTnLst>
                                </p:cTn>
                              </p:par>
                              <p:par>
                                <p:cTn id="96" presetID="2" presetClass="entr" presetSubtype="4" decel="100000" fill="hold" grpId="0" nodeType="withEffect">
                                  <p:stCondLst>
                                    <p:cond delay="0"/>
                                  </p:stCondLst>
                                  <p:childTnLst>
                                    <p:set>
                                      <p:cBhvr>
                                        <p:cTn id="97" dur="1" fill="hold">
                                          <p:stCondLst>
                                            <p:cond delay="0"/>
                                          </p:stCondLst>
                                        </p:cTn>
                                        <p:tgtEl>
                                          <p:spTgt spid="53">
                                            <p:txEl>
                                              <p:pRg st="0" end="0"/>
                                            </p:txEl>
                                          </p:spTgt>
                                        </p:tgtEl>
                                        <p:attrNameLst>
                                          <p:attrName>style.visibility</p:attrName>
                                        </p:attrNameLst>
                                      </p:cBhvr>
                                      <p:to>
                                        <p:strVal val="visible"/>
                                      </p:to>
                                    </p:set>
                                    <p:anim calcmode="lin" valueType="num">
                                      <p:cBhvr additive="base">
                                        <p:cTn id="98"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99"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100" presetID="2" presetClass="entr" presetSubtype="4" decel="100000" fill="hold" grpId="0" nodeType="withEffect">
                                  <p:stCondLst>
                                    <p:cond delay="0"/>
                                  </p:stCondLst>
                                  <p:childTnLst>
                                    <p:set>
                                      <p:cBhvr>
                                        <p:cTn id="101" dur="1" fill="hold">
                                          <p:stCondLst>
                                            <p:cond delay="0"/>
                                          </p:stCondLst>
                                        </p:cTn>
                                        <p:tgtEl>
                                          <p:spTgt spid="54"/>
                                        </p:tgtEl>
                                        <p:attrNameLst>
                                          <p:attrName>style.visibility</p:attrName>
                                        </p:attrNameLst>
                                      </p:cBhvr>
                                      <p:to>
                                        <p:strVal val="visible"/>
                                      </p:to>
                                    </p:set>
                                    <p:anim calcmode="lin" valueType="num">
                                      <p:cBhvr additive="base">
                                        <p:cTn id="102" dur="500" fill="hold"/>
                                        <p:tgtEl>
                                          <p:spTgt spid="54"/>
                                        </p:tgtEl>
                                        <p:attrNameLst>
                                          <p:attrName>ppt_x</p:attrName>
                                        </p:attrNameLst>
                                      </p:cBhvr>
                                      <p:tavLst>
                                        <p:tav tm="0">
                                          <p:val>
                                            <p:strVal val="#ppt_x"/>
                                          </p:val>
                                        </p:tav>
                                        <p:tav tm="100000">
                                          <p:val>
                                            <p:strVal val="#ppt_x"/>
                                          </p:val>
                                        </p:tav>
                                      </p:tavLst>
                                    </p:anim>
                                    <p:anim calcmode="lin" valueType="num">
                                      <p:cBhvr additive="base">
                                        <p:cTn id="103" dur="500" fill="hold"/>
                                        <p:tgtEl>
                                          <p:spTgt spid="54"/>
                                        </p:tgtEl>
                                        <p:attrNameLst>
                                          <p:attrName>ppt_y</p:attrName>
                                        </p:attrNameLst>
                                      </p:cBhvr>
                                      <p:tavLst>
                                        <p:tav tm="0">
                                          <p:val>
                                            <p:strVal val="1+#ppt_h/2"/>
                                          </p:val>
                                        </p:tav>
                                        <p:tav tm="100000">
                                          <p:val>
                                            <p:strVal val="#ppt_y"/>
                                          </p:val>
                                        </p:tav>
                                      </p:tavLst>
                                    </p:anim>
                                  </p:childTnLst>
                                </p:cTn>
                              </p:par>
                            </p:childTnLst>
                          </p:cTn>
                        </p:par>
                        <p:par>
                          <p:cTn id="104" fill="hold">
                            <p:stCondLst>
                              <p:cond delay="5900"/>
                            </p:stCondLst>
                            <p:childTnLst>
                              <p:par>
                                <p:cTn id="105" presetID="2" presetClass="entr" presetSubtype="1" decel="100000" fill="hold" grpId="0" nodeType="afterEffect">
                                  <p:stCondLst>
                                    <p:cond delay="0"/>
                                  </p:stCondLst>
                                  <p:childTnLst>
                                    <p:set>
                                      <p:cBhvr>
                                        <p:cTn id="106" dur="1" fill="hold">
                                          <p:stCondLst>
                                            <p:cond delay="0"/>
                                          </p:stCondLst>
                                        </p:cTn>
                                        <p:tgtEl>
                                          <p:spTgt spid="55"/>
                                        </p:tgtEl>
                                        <p:attrNameLst>
                                          <p:attrName>style.visibility</p:attrName>
                                        </p:attrNameLst>
                                      </p:cBhvr>
                                      <p:to>
                                        <p:strVal val="visible"/>
                                      </p:to>
                                    </p:set>
                                    <p:anim calcmode="lin" valueType="num">
                                      <p:cBhvr additive="base">
                                        <p:cTn id="107" dur="750" fill="hold"/>
                                        <p:tgtEl>
                                          <p:spTgt spid="55"/>
                                        </p:tgtEl>
                                        <p:attrNameLst>
                                          <p:attrName>ppt_x</p:attrName>
                                        </p:attrNameLst>
                                      </p:cBhvr>
                                      <p:tavLst>
                                        <p:tav tm="0">
                                          <p:val>
                                            <p:strVal val="#ppt_x"/>
                                          </p:val>
                                        </p:tav>
                                        <p:tav tm="100000">
                                          <p:val>
                                            <p:strVal val="#ppt_x"/>
                                          </p:val>
                                        </p:tav>
                                      </p:tavLst>
                                    </p:anim>
                                    <p:anim calcmode="lin" valueType="num">
                                      <p:cBhvr additive="base">
                                        <p:cTn id="108" dur="750" fill="hold"/>
                                        <p:tgtEl>
                                          <p:spTgt spid="55"/>
                                        </p:tgtEl>
                                        <p:attrNameLst>
                                          <p:attrName>ppt_y</p:attrName>
                                        </p:attrNameLst>
                                      </p:cBhvr>
                                      <p:tavLst>
                                        <p:tav tm="0">
                                          <p:val>
                                            <p:strVal val="0-#ppt_h/2"/>
                                          </p:val>
                                        </p:tav>
                                        <p:tav tm="100000">
                                          <p:val>
                                            <p:strVal val="#ppt_y"/>
                                          </p:val>
                                        </p:tav>
                                      </p:tavLst>
                                    </p:anim>
                                  </p:childTnLst>
                                </p:cTn>
                              </p:par>
                              <p:par>
                                <p:cTn id="109" presetID="45" presetClass="entr" presetSubtype="0" fill="hold" grpId="1" nodeType="with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750"/>
                                        <p:tgtEl>
                                          <p:spTgt spid="55"/>
                                        </p:tgtEl>
                                      </p:cBhvr>
                                    </p:animEffect>
                                    <p:anim calcmode="lin" valueType="num">
                                      <p:cBhvr>
                                        <p:cTn id="112" dur="750" fill="hold"/>
                                        <p:tgtEl>
                                          <p:spTgt spid="55"/>
                                        </p:tgtEl>
                                        <p:attrNameLst>
                                          <p:attrName>ppt_w</p:attrName>
                                        </p:attrNameLst>
                                      </p:cBhvr>
                                      <p:tavLst>
                                        <p:tav tm="0" fmla="#ppt_w*sin(2.5*pi*$)">
                                          <p:val>
                                            <p:fltVal val="0"/>
                                          </p:val>
                                        </p:tav>
                                        <p:tav tm="100000">
                                          <p:val>
                                            <p:fltVal val="1"/>
                                          </p:val>
                                        </p:tav>
                                      </p:tavLst>
                                    </p:anim>
                                    <p:anim calcmode="lin" valueType="num">
                                      <p:cBhvr>
                                        <p:cTn id="113" dur="750" fill="hold"/>
                                        <p:tgtEl>
                                          <p:spTgt spid="55"/>
                                        </p:tgtEl>
                                        <p:attrNameLst>
                                          <p:attrName>ppt_h</p:attrName>
                                        </p:attrNameLst>
                                      </p:cBhvr>
                                      <p:tavLst>
                                        <p:tav tm="0">
                                          <p:val>
                                            <p:strVal val="#ppt_h"/>
                                          </p:val>
                                        </p:tav>
                                        <p:tav tm="100000">
                                          <p:val>
                                            <p:strVal val="#ppt_h"/>
                                          </p:val>
                                        </p:tav>
                                      </p:tavLst>
                                    </p:anim>
                                  </p:childTnLst>
                                </p:cTn>
                              </p:par>
                            </p:childTnLst>
                          </p:cTn>
                        </p:par>
                        <p:par>
                          <p:cTn id="114" fill="hold">
                            <p:stCondLst>
                              <p:cond delay="6650"/>
                            </p:stCondLst>
                            <p:childTnLst>
                              <p:par>
                                <p:cTn id="115" presetID="2" presetClass="entr" presetSubtype="2" decel="100000" fill="hold" grpId="0" nodeType="afterEffect">
                                  <p:stCondLst>
                                    <p:cond delay="0"/>
                                  </p:stCondLst>
                                  <p:iterate type="wd">
                                    <p:tmPct val="10000"/>
                                  </p:iterate>
                                  <p:childTnLst>
                                    <p:set>
                                      <p:cBhvr>
                                        <p:cTn id="116" dur="1" fill="hold">
                                          <p:stCondLst>
                                            <p:cond delay="0"/>
                                          </p:stCondLst>
                                        </p:cTn>
                                        <p:tgtEl>
                                          <p:spTgt spid="57">
                                            <p:txEl>
                                              <p:pRg st="0" end="0"/>
                                            </p:txEl>
                                          </p:spTgt>
                                        </p:tgtEl>
                                        <p:attrNameLst>
                                          <p:attrName>style.visibility</p:attrName>
                                        </p:attrNameLst>
                                      </p:cBhvr>
                                      <p:to>
                                        <p:strVal val="visible"/>
                                      </p:to>
                                    </p:set>
                                    <p:anim calcmode="lin" valueType="num">
                                      <p:cBhvr additive="base">
                                        <p:cTn id="117" dur="500" fill="hold"/>
                                        <p:tgtEl>
                                          <p:spTgt spid="57">
                                            <p:txEl>
                                              <p:pRg st="0" end="0"/>
                                            </p:txEl>
                                          </p:spTgt>
                                        </p:tgtEl>
                                        <p:attrNameLst>
                                          <p:attrName>ppt_x</p:attrName>
                                        </p:attrNameLst>
                                      </p:cBhvr>
                                      <p:tavLst>
                                        <p:tav tm="0">
                                          <p:val>
                                            <p:strVal val="1+#ppt_w/2"/>
                                          </p:val>
                                        </p:tav>
                                        <p:tav tm="100000">
                                          <p:val>
                                            <p:strVal val="#ppt_x"/>
                                          </p:val>
                                        </p:tav>
                                      </p:tavLst>
                                    </p:anim>
                                    <p:anim calcmode="lin" valueType="num">
                                      <p:cBhvr additive="base">
                                        <p:cTn id="118" dur="500" fill="hold"/>
                                        <p:tgtEl>
                                          <p:spTgt spid="57">
                                            <p:txEl>
                                              <p:pRg st="0" end="0"/>
                                            </p:txEl>
                                          </p:spTgt>
                                        </p:tgtEl>
                                        <p:attrNameLst>
                                          <p:attrName>ppt_y</p:attrName>
                                        </p:attrNameLst>
                                      </p:cBhvr>
                                      <p:tavLst>
                                        <p:tav tm="0">
                                          <p:val>
                                            <p:strVal val="#ppt_y"/>
                                          </p:val>
                                        </p:tav>
                                        <p:tav tm="100000">
                                          <p:val>
                                            <p:strVal val="#ppt_y"/>
                                          </p:val>
                                        </p:tav>
                                      </p:tavLst>
                                    </p:anim>
                                  </p:childTnLst>
                                </p:cTn>
                              </p:par>
                              <p:par>
                                <p:cTn id="119" presetID="2" presetClass="entr" presetSubtype="4" decel="100000" fill="hold" grpId="0" nodeType="withEffect">
                                  <p:stCondLst>
                                    <p:cond delay="0"/>
                                  </p:stCondLst>
                                  <p:childTnLst>
                                    <p:set>
                                      <p:cBhvr>
                                        <p:cTn id="120" dur="1" fill="hold">
                                          <p:stCondLst>
                                            <p:cond delay="0"/>
                                          </p:stCondLst>
                                        </p:cTn>
                                        <p:tgtEl>
                                          <p:spTgt spid="58">
                                            <p:txEl>
                                              <p:pRg st="0" end="0"/>
                                            </p:txEl>
                                          </p:spTgt>
                                        </p:tgtEl>
                                        <p:attrNameLst>
                                          <p:attrName>style.visibility</p:attrName>
                                        </p:attrNameLst>
                                      </p:cBhvr>
                                      <p:to>
                                        <p:strVal val="visible"/>
                                      </p:to>
                                    </p:set>
                                    <p:anim calcmode="lin" valueType="num">
                                      <p:cBhvr additive="base">
                                        <p:cTn id="121" dur="500" fill="hold"/>
                                        <p:tgtEl>
                                          <p:spTgt spid="58">
                                            <p:txEl>
                                              <p:pRg st="0" end="0"/>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58">
                                            <p:txEl>
                                              <p:pRg st="0" end="0"/>
                                            </p:txEl>
                                          </p:spTgt>
                                        </p:tgtEl>
                                        <p:attrNameLst>
                                          <p:attrName>ppt_y</p:attrName>
                                        </p:attrNameLst>
                                      </p:cBhvr>
                                      <p:tavLst>
                                        <p:tav tm="0">
                                          <p:val>
                                            <p:strVal val="1+#ppt_h/2"/>
                                          </p:val>
                                        </p:tav>
                                        <p:tav tm="100000">
                                          <p:val>
                                            <p:strVal val="#ppt_y"/>
                                          </p:val>
                                        </p:tav>
                                      </p:tavLst>
                                    </p:anim>
                                  </p:childTnLst>
                                </p:cTn>
                              </p:par>
                              <p:par>
                                <p:cTn id="123" presetID="2" presetClass="entr" presetSubtype="4" decel="100000" fill="hold" grpId="0" nodeType="withEffect">
                                  <p:stCondLst>
                                    <p:cond delay="0"/>
                                  </p:stCondLst>
                                  <p:childTnLst>
                                    <p:set>
                                      <p:cBhvr>
                                        <p:cTn id="124" dur="1" fill="hold">
                                          <p:stCondLst>
                                            <p:cond delay="0"/>
                                          </p:stCondLst>
                                        </p:cTn>
                                        <p:tgtEl>
                                          <p:spTgt spid="59"/>
                                        </p:tgtEl>
                                        <p:attrNameLst>
                                          <p:attrName>style.visibility</p:attrName>
                                        </p:attrNameLst>
                                      </p:cBhvr>
                                      <p:to>
                                        <p:strVal val="visible"/>
                                      </p:to>
                                    </p:set>
                                    <p:anim calcmode="lin" valueType="num">
                                      <p:cBhvr additive="base">
                                        <p:cTn id="125" dur="500" fill="hold"/>
                                        <p:tgtEl>
                                          <p:spTgt spid="59"/>
                                        </p:tgtEl>
                                        <p:attrNameLst>
                                          <p:attrName>ppt_x</p:attrName>
                                        </p:attrNameLst>
                                      </p:cBhvr>
                                      <p:tavLst>
                                        <p:tav tm="0">
                                          <p:val>
                                            <p:strVal val="#ppt_x"/>
                                          </p:val>
                                        </p:tav>
                                        <p:tav tm="100000">
                                          <p:val>
                                            <p:strVal val="#ppt_x"/>
                                          </p:val>
                                        </p:tav>
                                      </p:tavLst>
                                    </p:anim>
                                    <p:anim calcmode="lin" valueType="num">
                                      <p:cBhvr additive="base">
                                        <p:cTn id="126" dur="500" fill="hold"/>
                                        <p:tgtEl>
                                          <p:spTgt spid="59"/>
                                        </p:tgtEl>
                                        <p:attrNameLst>
                                          <p:attrName>ppt_y</p:attrName>
                                        </p:attrNameLst>
                                      </p:cBhvr>
                                      <p:tavLst>
                                        <p:tav tm="0">
                                          <p:val>
                                            <p:strVal val="1+#ppt_h/2"/>
                                          </p:val>
                                        </p:tav>
                                        <p:tav tm="100000">
                                          <p:val>
                                            <p:strVal val="#ppt_y"/>
                                          </p:val>
                                        </p:tav>
                                      </p:tavLst>
                                    </p:anim>
                                  </p:childTnLst>
                                </p:cTn>
                              </p:par>
                            </p:childTnLst>
                          </p:cTn>
                        </p:par>
                        <p:par>
                          <p:cTn id="127" fill="hold">
                            <p:stCondLst>
                              <p:cond delay="7250"/>
                            </p:stCondLst>
                            <p:childTnLst>
                              <p:par>
                                <p:cTn id="128" presetID="2" presetClass="entr" presetSubtype="1" decel="100000" fill="hold" grpId="0" nodeType="afterEffect">
                                  <p:stCondLst>
                                    <p:cond delay="0"/>
                                  </p:stCondLst>
                                  <p:childTnLst>
                                    <p:set>
                                      <p:cBhvr>
                                        <p:cTn id="129" dur="1" fill="hold">
                                          <p:stCondLst>
                                            <p:cond delay="0"/>
                                          </p:stCondLst>
                                        </p:cTn>
                                        <p:tgtEl>
                                          <p:spTgt spid="60"/>
                                        </p:tgtEl>
                                        <p:attrNameLst>
                                          <p:attrName>style.visibility</p:attrName>
                                        </p:attrNameLst>
                                      </p:cBhvr>
                                      <p:to>
                                        <p:strVal val="visible"/>
                                      </p:to>
                                    </p:set>
                                    <p:anim calcmode="lin" valueType="num">
                                      <p:cBhvr additive="base">
                                        <p:cTn id="130" dur="750" fill="hold"/>
                                        <p:tgtEl>
                                          <p:spTgt spid="60"/>
                                        </p:tgtEl>
                                        <p:attrNameLst>
                                          <p:attrName>ppt_x</p:attrName>
                                        </p:attrNameLst>
                                      </p:cBhvr>
                                      <p:tavLst>
                                        <p:tav tm="0">
                                          <p:val>
                                            <p:strVal val="#ppt_x"/>
                                          </p:val>
                                        </p:tav>
                                        <p:tav tm="100000">
                                          <p:val>
                                            <p:strVal val="#ppt_x"/>
                                          </p:val>
                                        </p:tav>
                                      </p:tavLst>
                                    </p:anim>
                                    <p:anim calcmode="lin" valueType="num">
                                      <p:cBhvr additive="base">
                                        <p:cTn id="131" dur="750" fill="hold"/>
                                        <p:tgtEl>
                                          <p:spTgt spid="60"/>
                                        </p:tgtEl>
                                        <p:attrNameLst>
                                          <p:attrName>ppt_y</p:attrName>
                                        </p:attrNameLst>
                                      </p:cBhvr>
                                      <p:tavLst>
                                        <p:tav tm="0">
                                          <p:val>
                                            <p:strVal val="0-#ppt_h/2"/>
                                          </p:val>
                                        </p:tav>
                                        <p:tav tm="100000">
                                          <p:val>
                                            <p:strVal val="#ppt_y"/>
                                          </p:val>
                                        </p:tav>
                                      </p:tavLst>
                                    </p:anim>
                                  </p:childTnLst>
                                </p:cTn>
                              </p:par>
                              <p:par>
                                <p:cTn id="132" presetID="45" presetClass="entr" presetSubtype="0" fill="hold" grpId="1" nodeType="withEffect">
                                  <p:stCondLst>
                                    <p:cond delay="0"/>
                                  </p:stCondLst>
                                  <p:childTnLst>
                                    <p:set>
                                      <p:cBhvr>
                                        <p:cTn id="133" dur="1" fill="hold">
                                          <p:stCondLst>
                                            <p:cond delay="0"/>
                                          </p:stCondLst>
                                        </p:cTn>
                                        <p:tgtEl>
                                          <p:spTgt spid="60"/>
                                        </p:tgtEl>
                                        <p:attrNameLst>
                                          <p:attrName>style.visibility</p:attrName>
                                        </p:attrNameLst>
                                      </p:cBhvr>
                                      <p:to>
                                        <p:strVal val="visible"/>
                                      </p:to>
                                    </p:set>
                                    <p:animEffect transition="in" filter="fade">
                                      <p:cBhvr>
                                        <p:cTn id="134" dur="750"/>
                                        <p:tgtEl>
                                          <p:spTgt spid="60"/>
                                        </p:tgtEl>
                                      </p:cBhvr>
                                    </p:animEffect>
                                    <p:anim calcmode="lin" valueType="num">
                                      <p:cBhvr>
                                        <p:cTn id="135" dur="750" fill="hold"/>
                                        <p:tgtEl>
                                          <p:spTgt spid="60"/>
                                        </p:tgtEl>
                                        <p:attrNameLst>
                                          <p:attrName>ppt_w</p:attrName>
                                        </p:attrNameLst>
                                      </p:cBhvr>
                                      <p:tavLst>
                                        <p:tav tm="0" fmla="#ppt_w*sin(2.5*pi*$)">
                                          <p:val>
                                            <p:fltVal val="0"/>
                                          </p:val>
                                        </p:tav>
                                        <p:tav tm="100000">
                                          <p:val>
                                            <p:fltVal val="1"/>
                                          </p:val>
                                        </p:tav>
                                      </p:tavLst>
                                    </p:anim>
                                    <p:anim calcmode="lin" valueType="num">
                                      <p:cBhvr>
                                        <p:cTn id="136" dur="750" fill="hold"/>
                                        <p:tgtEl>
                                          <p:spTgt spid="60"/>
                                        </p:tgtEl>
                                        <p:attrNameLst>
                                          <p:attrName>ppt_h</p:attrName>
                                        </p:attrNameLst>
                                      </p:cBhvr>
                                      <p:tavLst>
                                        <p:tav tm="0">
                                          <p:val>
                                            <p:strVal val="#ppt_h"/>
                                          </p:val>
                                        </p:tav>
                                        <p:tav tm="100000">
                                          <p:val>
                                            <p:strVal val="#ppt_h"/>
                                          </p:val>
                                        </p:tav>
                                      </p:tavLst>
                                    </p:anim>
                                  </p:childTnLst>
                                </p:cTn>
                              </p:par>
                            </p:childTnLst>
                          </p:cTn>
                        </p:par>
                        <p:par>
                          <p:cTn id="137" fill="hold">
                            <p:stCondLst>
                              <p:cond delay="8000"/>
                            </p:stCondLst>
                            <p:childTnLst>
                              <p:par>
                                <p:cTn id="138" presetID="2" presetClass="entr" presetSubtype="2" decel="100000" fill="hold" grpId="0" nodeType="afterEffect">
                                  <p:stCondLst>
                                    <p:cond delay="0"/>
                                  </p:stCondLst>
                                  <p:iterate type="wd">
                                    <p:tmPct val="10000"/>
                                  </p:iterate>
                                  <p:childTnLst>
                                    <p:set>
                                      <p:cBhvr>
                                        <p:cTn id="139" dur="1" fill="hold">
                                          <p:stCondLst>
                                            <p:cond delay="0"/>
                                          </p:stCondLst>
                                        </p:cTn>
                                        <p:tgtEl>
                                          <p:spTgt spid="62">
                                            <p:txEl>
                                              <p:pRg st="0" end="0"/>
                                            </p:txEl>
                                          </p:spTgt>
                                        </p:tgtEl>
                                        <p:attrNameLst>
                                          <p:attrName>style.visibility</p:attrName>
                                        </p:attrNameLst>
                                      </p:cBhvr>
                                      <p:to>
                                        <p:strVal val="visible"/>
                                      </p:to>
                                    </p:set>
                                    <p:anim calcmode="lin" valueType="num">
                                      <p:cBhvr additive="base">
                                        <p:cTn id="140" dur="500" fill="hold"/>
                                        <p:tgtEl>
                                          <p:spTgt spid="62">
                                            <p:txEl>
                                              <p:pRg st="0" end="0"/>
                                            </p:txEl>
                                          </p:spTgt>
                                        </p:tgtEl>
                                        <p:attrNameLst>
                                          <p:attrName>ppt_x</p:attrName>
                                        </p:attrNameLst>
                                      </p:cBhvr>
                                      <p:tavLst>
                                        <p:tav tm="0">
                                          <p:val>
                                            <p:strVal val="1+#ppt_w/2"/>
                                          </p:val>
                                        </p:tav>
                                        <p:tav tm="100000">
                                          <p:val>
                                            <p:strVal val="#ppt_x"/>
                                          </p:val>
                                        </p:tav>
                                      </p:tavLst>
                                    </p:anim>
                                    <p:anim calcmode="lin" valueType="num">
                                      <p:cBhvr additive="base">
                                        <p:cTn id="141" dur="500" fill="hold"/>
                                        <p:tgtEl>
                                          <p:spTgt spid="62">
                                            <p:txEl>
                                              <p:pRg st="0" end="0"/>
                                            </p:txEl>
                                          </p:spTgt>
                                        </p:tgtEl>
                                        <p:attrNameLst>
                                          <p:attrName>ppt_y</p:attrName>
                                        </p:attrNameLst>
                                      </p:cBhvr>
                                      <p:tavLst>
                                        <p:tav tm="0">
                                          <p:val>
                                            <p:strVal val="#ppt_y"/>
                                          </p:val>
                                        </p:tav>
                                        <p:tav tm="100000">
                                          <p:val>
                                            <p:strVal val="#ppt_y"/>
                                          </p:val>
                                        </p:tav>
                                      </p:tavLst>
                                    </p:anim>
                                  </p:childTnLst>
                                </p:cTn>
                              </p:par>
                              <p:par>
                                <p:cTn id="142" presetID="2" presetClass="entr" presetSubtype="4" decel="100000" fill="hold" grpId="0" nodeType="withEffect">
                                  <p:stCondLst>
                                    <p:cond delay="0"/>
                                  </p:stCondLst>
                                  <p:childTnLst>
                                    <p:set>
                                      <p:cBhvr>
                                        <p:cTn id="143" dur="1" fill="hold">
                                          <p:stCondLst>
                                            <p:cond delay="0"/>
                                          </p:stCondLst>
                                        </p:cTn>
                                        <p:tgtEl>
                                          <p:spTgt spid="63">
                                            <p:txEl>
                                              <p:pRg st="0" end="0"/>
                                            </p:txEl>
                                          </p:spTgt>
                                        </p:tgtEl>
                                        <p:attrNameLst>
                                          <p:attrName>style.visibility</p:attrName>
                                        </p:attrNameLst>
                                      </p:cBhvr>
                                      <p:to>
                                        <p:strVal val="visible"/>
                                      </p:to>
                                    </p:set>
                                    <p:anim calcmode="lin" valueType="num">
                                      <p:cBhvr additive="base">
                                        <p:cTn id="144" dur="500" fill="hold"/>
                                        <p:tgtEl>
                                          <p:spTgt spid="63">
                                            <p:txEl>
                                              <p:pRg st="0" end="0"/>
                                            </p:txEl>
                                          </p:spTgt>
                                        </p:tgtEl>
                                        <p:attrNameLst>
                                          <p:attrName>ppt_x</p:attrName>
                                        </p:attrNameLst>
                                      </p:cBhvr>
                                      <p:tavLst>
                                        <p:tav tm="0">
                                          <p:val>
                                            <p:strVal val="#ppt_x"/>
                                          </p:val>
                                        </p:tav>
                                        <p:tav tm="100000">
                                          <p:val>
                                            <p:strVal val="#ppt_x"/>
                                          </p:val>
                                        </p:tav>
                                      </p:tavLst>
                                    </p:anim>
                                    <p:anim calcmode="lin" valueType="num">
                                      <p:cBhvr additive="base">
                                        <p:cTn id="145" dur="500" fill="hold"/>
                                        <p:tgtEl>
                                          <p:spTgt spid="63">
                                            <p:txEl>
                                              <p:pRg st="0" end="0"/>
                                            </p:txEl>
                                          </p:spTgt>
                                        </p:tgtEl>
                                        <p:attrNameLst>
                                          <p:attrName>ppt_y</p:attrName>
                                        </p:attrNameLst>
                                      </p:cBhvr>
                                      <p:tavLst>
                                        <p:tav tm="0">
                                          <p:val>
                                            <p:strVal val="1+#ppt_h/2"/>
                                          </p:val>
                                        </p:tav>
                                        <p:tav tm="100000">
                                          <p:val>
                                            <p:strVal val="#ppt_y"/>
                                          </p:val>
                                        </p:tav>
                                      </p:tavLst>
                                    </p:anim>
                                  </p:childTnLst>
                                </p:cTn>
                              </p:par>
                              <p:par>
                                <p:cTn id="146" presetID="2" presetClass="entr" presetSubtype="4" decel="100000" fill="hold" grpId="0" nodeType="withEffect">
                                  <p:stCondLst>
                                    <p:cond delay="0"/>
                                  </p:stCondLst>
                                  <p:childTnLst>
                                    <p:set>
                                      <p:cBhvr>
                                        <p:cTn id="147" dur="1" fill="hold">
                                          <p:stCondLst>
                                            <p:cond delay="0"/>
                                          </p:stCondLst>
                                        </p:cTn>
                                        <p:tgtEl>
                                          <p:spTgt spid="64"/>
                                        </p:tgtEl>
                                        <p:attrNameLst>
                                          <p:attrName>style.visibility</p:attrName>
                                        </p:attrNameLst>
                                      </p:cBhvr>
                                      <p:to>
                                        <p:strVal val="visible"/>
                                      </p:to>
                                    </p:set>
                                    <p:anim calcmode="lin" valueType="num">
                                      <p:cBhvr additive="base">
                                        <p:cTn id="148" dur="500" fill="hold"/>
                                        <p:tgtEl>
                                          <p:spTgt spid="64"/>
                                        </p:tgtEl>
                                        <p:attrNameLst>
                                          <p:attrName>ppt_x</p:attrName>
                                        </p:attrNameLst>
                                      </p:cBhvr>
                                      <p:tavLst>
                                        <p:tav tm="0">
                                          <p:val>
                                            <p:strVal val="#ppt_x"/>
                                          </p:val>
                                        </p:tav>
                                        <p:tav tm="100000">
                                          <p:val>
                                            <p:strVal val="#ppt_x"/>
                                          </p:val>
                                        </p:tav>
                                      </p:tavLst>
                                    </p:anim>
                                    <p:anim calcmode="lin" valueType="num">
                                      <p:cBhvr additive="base">
                                        <p:cTn id="149"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2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1+#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P spid="28" grpId="0" build="p">
        <p:tmplLst>
          <p:tmpl lvl="1">
            <p:tnLst>
              <p:par>
                <p:cTn presetID="2" presetClass="entr" presetSubtype="4" decel="10000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30" grpId="0" animBg="1"/>
      <p:bldP spid="31" grpId="0" animBg="1"/>
      <p:bldP spid="31" grpId="1" animBg="1"/>
      <p:bldP spid="4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1+#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build="p">
        <p:tmplLst>
          <p:tmpl lvl="1">
            <p:tnLst>
              <p:par>
                <p:cTn presetID="2" presetClass="entr" presetSubtype="4" decel="10000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ppt_x"/>
                          </p:val>
                        </p:tav>
                        <p:tav tm="100000">
                          <p:val>
                            <p:strVal val="#ppt_x"/>
                          </p:val>
                        </p:tav>
                      </p:tavLst>
                    </p:anim>
                    <p:anim calcmode="lin" valueType="num">
                      <p:cBhvr additive="base">
                        <p:cTn dur="500" fill="hold"/>
                        <p:tgtEl>
                          <p:spTgt spid="43"/>
                        </p:tgtEl>
                        <p:attrNameLst>
                          <p:attrName>ppt_y</p:attrName>
                        </p:attrNameLst>
                      </p:cBhvr>
                      <p:tavLst>
                        <p:tav tm="0">
                          <p:val>
                            <p:strVal val="1+#ppt_h/2"/>
                          </p:val>
                        </p:tav>
                        <p:tav tm="100000">
                          <p:val>
                            <p:strVal val="#ppt_y"/>
                          </p:val>
                        </p:tav>
                      </p:tavLst>
                    </p:anim>
                  </p:childTnLst>
                </p:cTn>
              </p:par>
            </p:tnLst>
          </p:tmpl>
        </p:tmplLst>
      </p:bldP>
      <p:bldP spid="44" grpId="0" animBg="1"/>
      <p:bldP spid="45" grpId="0" animBg="1"/>
      <p:bldP spid="45" grpId="1" animBg="1"/>
      <p:bldP spid="4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build="p">
        <p:tmplLst>
          <p:tmpl lvl="1">
            <p:tnLst>
              <p:par>
                <p:cTn presetID="2" presetClass="entr" presetSubtype="4" decel="10000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animBg="1"/>
      <p:bldP spid="50" grpId="0" animBg="1"/>
      <p:bldP spid="50" grpId="1" animBg="1"/>
      <p:bldP spid="5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1+#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build="p">
        <p:tmplLst>
          <p:tmpl lvl="1">
            <p:tnLst>
              <p:par>
                <p:cTn presetID="2" presetClass="entr" presetSubtype="4" decel="100000" fill="hold" nodeType="with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animBg="1"/>
      <p:bldP spid="55" grpId="0" animBg="1"/>
      <p:bldP spid="55" grpId="1" animBg="1"/>
      <p:bldP spid="5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1+#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build="p">
        <p:tmplLst>
          <p:tmpl lvl="1">
            <p:tnLst>
              <p:par>
                <p:cTn presetID="2" presetClass="entr" presetSubtype="4" decel="100000" fill="hold" nodeType="withEffect">
                  <p:stCondLst>
                    <p:cond delay="0"/>
                  </p:stCondLst>
                  <p:childTnLst>
                    <p:set>
                      <p:cBhvr>
                        <p:cTn dur="1" fill="hold">
                          <p:stCondLst>
                            <p:cond delay="0"/>
                          </p:stCondLst>
                        </p:cTn>
                        <p:tgtEl>
                          <p:spTgt spid="58"/>
                        </p:tgtEl>
                        <p:attrNameLst>
                          <p:attrName>style.visibility</p:attrName>
                        </p:attrNameLst>
                      </p:cBhvr>
                      <p:to>
                        <p:strVal val="visible"/>
                      </p:to>
                    </p:set>
                    <p:anim calcmode="lin" valueType="num">
                      <p:cBhvr additive="base">
                        <p:cTn dur="500" fill="hold"/>
                        <p:tgtEl>
                          <p:spTgt spid="58"/>
                        </p:tgtEl>
                        <p:attrNameLst>
                          <p:attrName>ppt_x</p:attrName>
                        </p:attrNameLst>
                      </p:cBhvr>
                      <p:tavLst>
                        <p:tav tm="0">
                          <p:val>
                            <p:strVal val="#ppt_x"/>
                          </p:val>
                        </p:tav>
                        <p:tav tm="100000">
                          <p:val>
                            <p:strVal val="#ppt_x"/>
                          </p:val>
                        </p:tav>
                      </p:tavLst>
                    </p:anim>
                    <p:anim calcmode="lin" valueType="num">
                      <p:cBhvr additive="base">
                        <p:cTn dur="500" fill="hold"/>
                        <p:tgtEl>
                          <p:spTgt spid="58"/>
                        </p:tgtEl>
                        <p:attrNameLst>
                          <p:attrName>ppt_y</p:attrName>
                        </p:attrNameLst>
                      </p:cBhvr>
                      <p:tavLst>
                        <p:tav tm="0">
                          <p:val>
                            <p:strVal val="1+#ppt_h/2"/>
                          </p:val>
                        </p:tav>
                        <p:tav tm="100000">
                          <p:val>
                            <p:strVal val="#ppt_y"/>
                          </p:val>
                        </p:tav>
                      </p:tavLst>
                    </p:anim>
                  </p:childTnLst>
                </p:cTn>
              </p:par>
            </p:tnLst>
          </p:tmpl>
        </p:tmplLst>
      </p:bldP>
      <p:bldP spid="59" grpId="0" animBg="1"/>
      <p:bldP spid="60" grpId="0" animBg="1"/>
      <p:bldP spid="60" grpId="1" animBg="1"/>
      <p:bldP spid="6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1+#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build="p">
        <p:tmplLst>
          <p:tmpl lvl="1">
            <p:tnLst>
              <p:par>
                <p:cTn presetID="2" presetClass="entr" presetSubtype="4" decel="10000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500" fill="hold"/>
                        <p:tgtEl>
                          <p:spTgt spid="63"/>
                        </p:tgtEl>
                        <p:attrNameLst>
                          <p:attrName>ppt_x</p:attrName>
                        </p:attrNameLst>
                      </p:cBhvr>
                      <p:tavLst>
                        <p:tav tm="0">
                          <p:val>
                            <p:strVal val="#ppt_x"/>
                          </p:val>
                        </p:tav>
                        <p:tav tm="100000">
                          <p:val>
                            <p:strVal val="#ppt_x"/>
                          </p:val>
                        </p:tav>
                      </p:tavLst>
                    </p:anim>
                    <p:anim calcmode="lin" valueType="num">
                      <p:cBhvr additive="base">
                        <p:cTn dur="500" fill="hold"/>
                        <p:tgtEl>
                          <p:spTgt spid="63"/>
                        </p:tgtEl>
                        <p:attrNameLst>
                          <p:attrName>ppt_y</p:attrName>
                        </p:attrNameLst>
                      </p:cBhvr>
                      <p:tavLst>
                        <p:tav tm="0">
                          <p:val>
                            <p:strVal val="1+#ppt_h/2"/>
                          </p:val>
                        </p:tav>
                        <p:tav tm="100000">
                          <p:val>
                            <p:strVal val="#ppt_y"/>
                          </p:val>
                        </p:tav>
                      </p:tavLst>
                    </p:anim>
                  </p:childTnLst>
                </p:cTn>
              </p:par>
            </p:tnLst>
          </p:tmpl>
        </p:tmplLst>
      </p:bldP>
      <p:bldP spid="64"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Image and Tex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p:cNvSpPr/>
          <p:nvPr userDrawn="1"/>
        </p:nvSpPr>
        <p:spPr>
          <a:xfrm>
            <a:off x="6297509" y="6731486"/>
            <a:ext cx="811957" cy="81195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40" name="円/楕円 39"/>
          <p:cNvSpPr/>
          <p:nvPr userDrawn="1"/>
        </p:nvSpPr>
        <p:spPr>
          <a:xfrm>
            <a:off x="2067923" y="3222046"/>
            <a:ext cx="5060429" cy="5060429"/>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p:cNvSpPr/>
          <p:nvPr userDrawn="1"/>
        </p:nvSpPr>
        <p:spPr>
          <a:xfrm>
            <a:off x="1465789" y="3814949"/>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2" name="円/楕円 41"/>
          <p:cNvSpPr/>
          <p:nvPr userDrawn="1"/>
        </p:nvSpPr>
        <p:spPr>
          <a:xfrm>
            <a:off x="1904038" y="3097899"/>
            <a:ext cx="5060429" cy="5060429"/>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図プレースホルダー 5"/>
          <p:cNvSpPr>
            <a:spLocks noGrp="1"/>
          </p:cNvSpPr>
          <p:nvPr>
            <p:ph type="pic" sz="quarter" idx="14" hasCustomPrompt="1"/>
          </p:nvPr>
        </p:nvSpPr>
        <p:spPr>
          <a:xfrm>
            <a:off x="2067923" y="3222046"/>
            <a:ext cx="4916413" cy="491641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44" name="円/楕円 43"/>
          <p:cNvSpPr/>
          <p:nvPr userDrawn="1"/>
        </p:nvSpPr>
        <p:spPr>
          <a:xfrm>
            <a:off x="771779" y="3078030"/>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5" name="円/楕円 44"/>
          <p:cNvSpPr/>
          <p:nvPr userDrawn="1"/>
        </p:nvSpPr>
        <p:spPr>
          <a:xfrm>
            <a:off x="2149865" y="3125836"/>
            <a:ext cx="432048" cy="43204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6" name="円/楕円 45"/>
          <p:cNvSpPr/>
          <p:nvPr userDrawn="1"/>
        </p:nvSpPr>
        <p:spPr>
          <a:xfrm>
            <a:off x="7300185" y="6347336"/>
            <a:ext cx="486995" cy="4869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47" name="テキスト プレースホルダー 6"/>
          <p:cNvSpPr>
            <a:spLocks noGrp="1"/>
          </p:cNvSpPr>
          <p:nvPr>
            <p:ph type="body" sz="quarter" idx="15" hasCustomPrompt="1"/>
          </p:nvPr>
        </p:nvSpPr>
        <p:spPr>
          <a:xfrm>
            <a:off x="8011062" y="4280927"/>
            <a:ext cx="8732894" cy="386702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48" name="正方形/長方形 47"/>
          <p:cNvSpPr/>
          <p:nvPr userDrawn="1"/>
        </p:nvSpPr>
        <p:spPr>
          <a:xfrm>
            <a:off x="8155077" y="4097534"/>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プレースホルダー 6"/>
          <p:cNvSpPr>
            <a:spLocks noGrp="1"/>
          </p:cNvSpPr>
          <p:nvPr>
            <p:ph type="body" sz="quarter" idx="16" hasCustomPrompt="1"/>
          </p:nvPr>
        </p:nvSpPr>
        <p:spPr>
          <a:xfrm>
            <a:off x="8011061" y="3129723"/>
            <a:ext cx="8732894" cy="936104"/>
          </a:xfrm>
        </p:spPr>
        <p:txBody>
          <a:bodyPr anchor="b">
            <a:norm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688194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53" presetClass="entr" presetSubtype="16" fill="hold" grpId="0" nodeType="after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p:cTn id="15" dur="1000" fill="hold"/>
                                        <p:tgtEl>
                                          <p:spTgt spid="44"/>
                                        </p:tgtEl>
                                        <p:attrNameLst>
                                          <p:attrName>ppt_w</p:attrName>
                                        </p:attrNameLst>
                                      </p:cBhvr>
                                      <p:tavLst>
                                        <p:tav tm="0">
                                          <p:val>
                                            <p:fltVal val="0"/>
                                          </p:val>
                                        </p:tav>
                                        <p:tav tm="100000">
                                          <p:val>
                                            <p:strVal val="#ppt_w"/>
                                          </p:val>
                                        </p:tav>
                                      </p:tavLst>
                                    </p:anim>
                                    <p:anim calcmode="lin" valueType="num">
                                      <p:cBhvr>
                                        <p:cTn id="16" dur="1000" fill="hold"/>
                                        <p:tgtEl>
                                          <p:spTgt spid="44"/>
                                        </p:tgtEl>
                                        <p:attrNameLst>
                                          <p:attrName>ppt_h</p:attrName>
                                        </p:attrNameLst>
                                      </p:cBhvr>
                                      <p:tavLst>
                                        <p:tav tm="0">
                                          <p:val>
                                            <p:fltVal val="0"/>
                                          </p:val>
                                        </p:tav>
                                        <p:tav tm="100000">
                                          <p:val>
                                            <p:strVal val="#ppt_h"/>
                                          </p:val>
                                        </p:tav>
                                      </p:tavLst>
                                    </p:anim>
                                    <p:animEffect transition="in" filter="fade">
                                      <p:cBhvr>
                                        <p:cTn id="17" dur="1000"/>
                                        <p:tgtEl>
                                          <p:spTgt spid="44"/>
                                        </p:tgtEl>
                                      </p:cBhvr>
                                    </p:animEffect>
                                  </p:childTnLst>
                                </p:cTn>
                              </p:par>
                              <p:par>
                                <p:cTn id="18" presetID="2" presetClass="entr" presetSubtype="12" decel="100000" fill="hold" grpId="1" nodeType="with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1000" fill="hold"/>
                                        <p:tgtEl>
                                          <p:spTgt spid="44"/>
                                        </p:tgtEl>
                                        <p:attrNameLst>
                                          <p:attrName>ppt_x</p:attrName>
                                        </p:attrNameLst>
                                      </p:cBhvr>
                                      <p:tavLst>
                                        <p:tav tm="0">
                                          <p:val>
                                            <p:strVal val="0-#ppt_w/2"/>
                                          </p:val>
                                        </p:tav>
                                        <p:tav tm="100000">
                                          <p:val>
                                            <p:strVal val="#ppt_x"/>
                                          </p:val>
                                        </p:tav>
                                      </p:tavLst>
                                    </p:anim>
                                    <p:anim calcmode="lin" valueType="num">
                                      <p:cBhvr additive="base">
                                        <p:cTn id="21" dur="1000" fill="hold"/>
                                        <p:tgtEl>
                                          <p:spTgt spid="44"/>
                                        </p:tgtEl>
                                        <p:attrNameLst>
                                          <p:attrName>ppt_y</p:attrName>
                                        </p:attrNameLst>
                                      </p:cBhvr>
                                      <p:tavLst>
                                        <p:tav tm="0">
                                          <p:val>
                                            <p:strVal val="1+#ppt_h/2"/>
                                          </p:val>
                                        </p:tav>
                                        <p:tav tm="100000">
                                          <p:val>
                                            <p:strVal val="#ppt_y"/>
                                          </p:val>
                                        </p:tav>
                                      </p:tavLst>
                                    </p:anim>
                                  </p:childTnLst>
                                </p:cTn>
                              </p:par>
                              <p:par>
                                <p:cTn id="22" presetID="53" presetClass="entr" presetSubtype="16" fill="hold" grpId="0" nodeType="withEffect">
                                  <p:stCondLst>
                                    <p:cond delay="100"/>
                                  </p:stCondLst>
                                  <p:childTnLst>
                                    <p:set>
                                      <p:cBhvr>
                                        <p:cTn id="23" dur="1" fill="hold">
                                          <p:stCondLst>
                                            <p:cond delay="0"/>
                                          </p:stCondLst>
                                        </p:cTn>
                                        <p:tgtEl>
                                          <p:spTgt spid="41"/>
                                        </p:tgtEl>
                                        <p:attrNameLst>
                                          <p:attrName>style.visibility</p:attrName>
                                        </p:attrNameLst>
                                      </p:cBhvr>
                                      <p:to>
                                        <p:strVal val="visible"/>
                                      </p:to>
                                    </p:set>
                                    <p:anim calcmode="lin" valueType="num">
                                      <p:cBhvr>
                                        <p:cTn id="24" dur="1000" fill="hold"/>
                                        <p:tgtEl>
                                          <p:spTgt spid="41"/>
                                        </p:tgtEl>
                                        <p:attrNameLst>
                                          <p:attrName>ppt_w</p:attrName>
                                        </p:attrNameLst>
                                      </p:cBhvr>
                                      <p:tavLst>
                                        <p:tav tm="0">
                                          <p:val>
                                            <p:fltVal val="0"/>
                                          </p:val>
                                        </p:tav>
                                        <p:tav tm="100000">
                                          <p:val>
                                            <p:strVal val="#ppt_w"/>
                                          </p:val>
                                        </p:tav>
                                      </p:tavLst>
                                    </p:anim>
                                    <p:anim calcmode="lin" valueType="num">
                                      <p:cBhvr>
                                        <p:cTn id="25" dur="1000" fill="hold"/>
                                        <p:tgtEl>
                                          <p:spTgt spid="41"/>
                                        </p:tgtEl>
                                        <p:attrNameLst>
                                          <p:attrName>ppt_h</p:attrName>
                                        </p:attrNameLst>
                                      </p:cBhvr>
                                      <p:tavLst>
                                        <p:tav tm="0">
                                          <p:val>
                                            <p:fltVal val="0"/>
                                          </p:val>
                                        </p:tav>
                                        <p:tav tm="100000">
                                          <p:val>
                                            <p:strVal val="#ppt_h"/>
                                          </p:val>
                                        </p:tav>
                                      </p:tavLst>
                                    </p:anim>
                                    <p:animEffect transition="in" filter="fade">
                                      <p:cBhvr>
                                        <p:cTn id="26" dur="1000"/>
                                        <p:tgtEl>
                                          <p:spTgt spid="41"/>
                                        </p:tgtEl>
                                      </p:cBhvr>
                                    </p:animEffect>
                                  </p:childTnLst>
                                </p:cTn>
                              </p:par>
                              <p:par>
                                <p:cTn id="27" presetID="2" presetClass="entr" presetSubtype="12" decel="100000" fill="hold" grpId="1" nodeType="withEffect">
                                  <p:stCondLst>
                                    <p:cond delay="100"/>
                                  </p:stCondLst>
                                  <p:childTnLst>
                                    <p:set>
                                      <p:cBhvr>
                                        <p:cTn id="28" dur="1" fill="hold">
                                          <p:stCondLst>
                                            <p:cond delay="0"/>
                                          </p:stCondLst>
                                        </p:cTn>
                                        <p:tgtEl>
                                          <p:spTgt spid="41"/>
                                        </p:tgtEl>
                                        <p:attrNameLst>
                                          <p:attrName>style.visibility</p:attrName>
                                        </p:attrNameLst>
                                      </p:cBhvr>
                                      <p:to>
                                        <p:strVal val="visible"/>
                                      </p:to>
                                    </p:set>
                                    <p:anim calcmode="lin" valueType="num">
                                      <p:cBhvr additive="base">
                                        <p:cTn id="29" dur="1000" fill="hold"/>
                                        <p:tgtEl>
                                          <p:spTgt spid="41"/>
                                        </p:tgtEl>
                                        <p:attrNameLst>
                                          <p:attrName>ppt_x</p:attrName>
                                        </p:attrNameLst>
                                      </p:cBhvr>
                                      <p:tavLst>
                                        <p:tav tm="0">
                                          <p:val>
                                            <p:strVal val="0-#ppt_w/2"/>
                                          </p:val>
                                        </p:tav>
                                        <p:tav tm="100000">
                                          <p:val>
                                            <p:strVal val="#ppt_x"/>
                                          </p:val>
                                        </p:tav>
                                      </p:tavLst>
                                    </p:anim>
                                    <p:anim calcmode="lin" valueType="num">
                                      <p:cBhvr additive="base">
                                        <p:cTn id="30" dur="1000" fill="hold"/>
                                        <p:tgtEl>
                                          <p:spTgt spid="41"/>
                                        </p:tgtEl>
                                        <p:attrNameLst>
                                          <p:attrName>ppt_y</p:attrName>
                                        </p:attrNameLst>
                                      </p:cBhvr>
                                      <p:tavLst>
                                        <p:tav tm="0">
                                          <p:val>
                                            <p:strVal val="1+#ppt_h/2"/>
                                          </p:val>
                                        </p:tav>
                                        <p:tav tm="100000">
                                          <p:val>
                                            <p:strVal val="#ppt_y"/>
                                          </p:val>
                                        </p:tav>
                                      </p:tavLst>
                                    </p:anim>
                                  </p:childTnLst>
                                </p:cTn>
                              </p:par>
                              <p:par>
                                <p:cTn id="31" presetID="53" presetClass="entr" presetSubtype="16" fill="hold" grpId="0" nodeType="withEffect">
                                  <p:stCondLst>
                                    <p:cond delay="200"/>
                                  </p:stCondLst>
                                  <p:childTnLst>
                                    <p:set>
                                      <p:cBhvr>
                                        <p:cTn id="32" dur="1" fill="hold">
                                          <p:stCondLst>
                                            <p:cond delay="0"/>
                                          </p:stCondLst>
                                        </p:cTn>
                                        <p:tgtEl>
                                          <p:spTgt spid="45"/>
                                        </p:tgtEl>
                                        <p:attrNameLst>
                                          <p:attrName>style.visibility</p:attrName>
                                        </p:attrNameLst>
                                      </p:cBhvr>
                                      <p:to>
                                        <p:strVal val="visible"/>
                                      </p:to>
                                    </p:set>
                                    <p:anim calcmode="lin" valueType="num">
                                      <p:cBhvr>
                                        <p:cTn id="33" dur="1000" fill="hold"/>
                                        <p:tgtEl>
                                          <p:spTgt spid="45"/>
                                        </p:tgtEl>
                                        <p:attrNameLst>
                                          <p:attrName>ppt_w</p:attrName>
                                        </p:attrNameLst>
                                      </p:cBhvr>
                                      <p:tavLst>
                                        <p:tav tm="0">
                                          <p:val>
                                            <p:fltVal val="0"/>
                                          </p:val>
                                        </p:tav>
                                        <p:tav tm="100000">
                                          <p:val>
                                            <p:strVal val="#ppt_w"/>
                                          </p:val>
                                        </p:tav>
                                      </p:tavLst>
                                    </p:anim>
                                    <p:anim calcmode="lin" valueType="num">
                                      <p:cBhvr>
                                        <p:cTn id="34" dur="1000" fill="hold"/>
                                        <p:tgtEl>
                                          <p:spTgt spid="45"/>
                                        </p:tgtEl>
                                        <p:attrNameLst>
                                          <p:attrName>ppt_h</p:attrName>
                                        </p:attrNameLst>
                                      </p:cBhvr>
                                      <p:tavLst>
                                        <p:tav tm="0">
                                          <p:val>
                                            <p:fltVal val="0"/>
                                          </p:val>
                                        </p:tav>
                                        <p:tav tm="100000">
                                          <p:val>
                                            <p:strVal val="#ppt_h"/>
                                          </p:val>
                                        </p:tav>
                                      </p:tavLst>
                                    </p:anim>
                                    <p:animEffect transition="in" filter="fade">
                                      <p:cBhvr>
                                        <p:cTn id="35" dur="1000"/>
                                        <p:tgtEl>
                                          <p:spTgt spid="45"/>
                                        </p:tgtEl>
                                      </p:cBhvr>
                                    </p:animEffect>
                                  </p:childTnLst>
                                </p:cTn>
                              </p:par>
                              <p:par>
                                <p:cTn id="36" presetID="2" presetClass="entr" presetSubtype="12" decel="100000" fill="hold" grpId="1" nodeType="withEffect">
                                  <p:stCondLst>
                                    <p:cond delay="20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1000" fill="hold"/>
                                        <p:tgtEl>
                                          <p:spTgt spid="45"/>
                                        </p:tgtEl>
                                        <p:attrNameLst>
                                          <p:attrName>ppt_x</p:attrName>
                                        </p:attrNameLst>
                                      </p:cBhvr>
                                      <p:tavLst>
                                        <p:tav tm="0">
                                          <p:val>
                                            <p:strVal val="0-#ppt_w/2"/>
                                          </p:val>
                                        </p:tav>
                                        <p:tav tm="100000">
                                          <p:val>
                                            <p:strVal val="#ppt_x"/>
                                          </p:val>
                                        </p:tav>
                                      </p:tavLst>
                                    </p:anim>
                                    <p:anim calcmode="lin" valueType="num">
                                      <p:cBhvr additive="base">
                                        <p:cTn id="39" dur="1000" fill="hold"/>
                                        <p:tgtEl>
                                          <p:spTgt spid="45"/>
                                        </p:tgtEl>
                                        <p:attrNameLst>
                                          <p:attrName>ppt_y</p:attrName>
                                        </p:attrNameLst>
                                      </p:cBhvr>
                                      <p:tavLst>
                                        <p:tav tm="0">
                                          <p:val>
                                            <p:strVal val="1+#ppt_h/2"/>
                                          </p:val>
                                        </p:tav>
                                        <p:tav tm="100000">
                                          <p:val>
                                            <p:strVal val="#ppt_y"/>
                                          </p:val>
                                        </p:tav>
                                      </p:tavLst>
                                    </p:anim>
                                  </p:childTnLst>
                                </p:cTn>
                              </p:par>
                              <p:par>
                                <p:cTn id="40" presetID="53" presetClass="entr" presetSubtype="16" fill="hold" grpId="0" nodeType="withEffect">
                                  <p:stCondLst>
                                    <p:cond delay="300"/>
                                  </p:stCondLst>
                                  <p:childTnLst>
                                    <p:set>
                                      <p:cBhvr>
                                        <p:cTn id="41" dur="1" fill="hold">
                                          <p:stCondLst>
                                            <p:cond delay="0"/>
                                          </p:stCondLst>
                                        </p:cTn>
                                        <p:tgtEl>
                                          <p:spTgt spid="39"/>
                                        </p:tgtEl>
                                        <p:attrNameLst>
                                          <p:attrName>style.visibility</p:attrName>
                                        </p:attrNameLst>
                                      </p:cBhvr>
                                      <p:to>
                                        <p:strVal val="visible"/>
                                      </p:to>
                                    </p:set>
                                    <p:anim calcmode="lin" valueType="num">
                                      <p:cBhvr>
                                        <p:cTn id="42" dur="1000" fill="hold"/>
                                        <p:tgtEl>
                                          <p:spTgt spid="39"/>
                                        </p:tgtEl>
                                        <p:attrNameLst>
                                          <p:attrName>ppt_w</p:attrName>
                                        </p:attrNameLst>
                                      </p:cBhvr>
                                      <p:tavLst>
                                        <p:tav tm="0">
                                          <p:val>
                                            <p:fltVal val="0"/>
                                          </p:val>
                                        </p:tav>
                                        <p:tav tm="100000">
                                          <p:val>
                                            <p:strVal val="#ppt_w"/>
                                          </p:val>
                                        </p:tav>
                                      </p:tavLst>
                                    </p:anim>
                                    <p:anim calcmode="lin" valueType="num">
                                      <p:cBhvr>
                                        <p:cTn id="43" dur="1000" fill="hold"/>
                                        <p:tgtEl>
                                          <p:spTgt spid="39"/>
                                        </p:tgtEl>
                                        <p:attrNameLst>
                                          <p:attrName>ppt_h</p:attrName>
                                        </p:attrNameLst>
                                      </p:cBhvr>
                                      <p:tavLst>
                                        <p:tav tm="0">
                                          <p:val>
                                            <p:fltVal val="0"/>
                                          </p:val>
                                        </p:tav>
                                        <p:tav tm="100000">
                                          <p:val>
                                            <p:strVal val="#ppt_h"/>
                                          </p:val>
                                        </p:tav>
                                      </p:tavLst>
                                    </p:anim>
                                    <p:animEffect transition="in" filter="fade">
                                      <p:cBhvr>
                                        <p:cTn id="44" dur="1000"/>
                                        <p:tgtEl>
                                          <p:spTgt spid="39"/>
                                        </p:tgtEl>
                                      </p:cBhvr>
                                    </p:animEffect>
                                  </p:childTnLst>
                                </p:cTn>
                              </p:par>
                              <p:par>
                                <p:cTn id="45" presetID="2" presetClass="entr" presetSubtype="12" decel="100000" fill="hold" grpId="1" nodeType="withEffect">
                                  <p:stCondLst>
                                    <p:cond delay="300"/>
                                  </p:stCondLst>
                                  <p:childTnLst>
                                    <p:set>
                                      <p:cBhvr>
                                        <p:cTn id="46" dur="1" fill="hold">
                                          <p:stCondLst>
                                            <p:cond delay="0"/>
                                          </p:stCondLst>
                                        </p:cTn>
                                        <p:tgtEl>
                                          <p:spTgt spid="39"/>
                                        </p:tgtEl>
                                        <p:attrNameLst>
                                          <p:attrName>style.visibility</p:attrName>
                                        </p:attrNameLst>
                                      </p:cBhvr>
                                      <p:to>
                                        <p:strVal val="visible"/>
                                      </p:to>
                                    </p:set>
                                    <p:anim calcmode="lin" valueType="num">
                                      <p:cBhvr additive="base">
                                        <p:cTn id="47" dur="1000" fill="hold"/>
                                        <p:tgtEl>
                                          <p:spTgt spid="39"/>
                                        </p:tgtEl>
                                        <p:attrNameLst>
                                          <p:attrName>ppt_x</p:attrName>
                                        </p:attrNameLst>
                                      </p:cBhvr>
                                      <p:tavLst>
                                        <p:tav tm="0">
                                          <p:val>
                                            <p:strVal val="0-#ppt_w/2"/>
                                          </p:val>
                                        </p:tav>
                                        <p:tav tm="100000">
                                          <p:val>
                                            <p:strVal val="#ppt_x"/>
                                          </p:val>
                                        </p:tav>
                                      </p:tavLst>
                                    </p:anim>
                                    <p:anim calcmode="lin" valueType="num">
                                      <p:cBhvr additive="base">
                                        <p:cTn id="48" dur="1000" fill="hold"/>
                                        <p:tgtEl>
                                          <p:spTgt spid="39"/>
                                        </p:tgtEl>
                                        <p:attrNameLst>
                                          <p:attrName>ppt_y</p:attrName>
                                        </p:attrNameLst>
                                      </p:cBhvr>
                                      <p:tavLst>
                                        <p:tav tm="0">
                                          <p:val>
                                            <p:strVal val="1+#ppt_h/2"/>
                                          </p:val>
                                        </p:tav>
                                        <p:tav tm="100000">
                                          <p:val>
                                            <p:strVal val="#ppt_y"/>
                                          </p:val>
                                        </p:tav>
                                      </p:tavLst>
                                    </p:anim>
                                  </p:childTnLst>
                                </p:cTn>
                              </p:par>
                              <p:par>
                                <p:cTn id="49" presetID="53" presetClass="entr" presetSubtype="16" fill="hold" grpId="0" nodeType="withEffect">
                                  <p:stCondLst>
                                    <p:cond delay="400"/>
                                  </p:stCondLst>
                                  <p:childTnLst>
                                    <p:set>
                                      <p:cBhvr>
                                        <p:cTn id="50" dur="1" fill="hold">
                                          <p:stCondLst>
                                            <p:cond delay="0"/>
                                          </p:stCondLst>
                                        </p:cTn>
                                        <p:tgtEl>
                                          <p:spTgt spid="46"/>
                                        </p:tgtEl>
                                        <p:attrNameLst>
                                          <p:attrName>style.visibility</p:attrName>
                                        </p:attrNameLst>
                                      </p:cBhvr>
                                      <p:to>
                                        <p:strVal val="visible"/>
                                      </p:to>
                                    </p:set>
                                    <p:anim calcmode="lin" valueType="num">
                                      <p:cBhvr>
                                        <p:cTn id="51" dur="1000" fill="hold"/>
                                        <p:tgtEl>
                                          <p:spTgt spid="46"/>
                                        </p:tgtEl>
                                        <p:attrNameLst>
                                          <p:attrName>ppt_w</p:attrName>
                                        </p:attrNameLst>
                                      </p:cBhvr>
                                      <p:tavLst>
                                        <p:tav tm="0">
                                          <p:val>
                                            <p:fltVal val="0"/>
                                          </p:val>
                                        </p:tav>
                                        <p:tav tm="100000">
                                          <p:val>
                                            <p:strVal val="#ppt_w"/>
                                          </p:val>
                                        </p:tav>
                                      </p:tavLst>
                                    </p:anim>
                                    <p:anim calcmode="lin" valueType="num">
                                      <p:cBhvr>
                                        <p:cTn id="52" dur="1000" fill="hold"/>
                                        <p:tgtEl>
                                          <p:spTgt spid="46"/>
                                        </p:tgtEl>
                                        <p:attrNameLst>
                                          <p:attrName>ppt_h</p:attrName>
                                        </p:attrNameLst>
                                      </p:cBhvr>
                                      <p:tavLst>
                                        <p:tav tm="0">
                                          <p:val>
                                            <p:fltVal val="0"/>
                                          </p:val>
                                        </p:tav>
                                        <p:tav tm="100000">
                                          <p:val>
                                            <p:strVal val="#ppt_h"/>
                                          </p:val>
                                        </p:tav>
                                      </p:tavLst>
                                    </p:anim>
                                    <p:animEffect transition="in" filter="fade">
                                      <p:cBhvr>
                                        <p:cTn id="53" dur="1000"/>
                                        <p:tgtEl>
                                          <p:spTgt spid="46"/>
                                        </p:tgtEl>
                                      </p:cBhvr>
                                    </p:animEffect>
                                  </p:childTnLst>
                                </p:cTn>
                              </p:par>
                              <p:par>
                                <p:cTn id="54" presetID="2" presetClass="entr" presetSubtype="12" decel="100000" fill="hold" grpId="1" nodeType="withEffect">
                                  <p:stCondLst>
                                    <p:cond delay="400"/>
                                  </p:stCondLst>
                                  <p:childTnLst>
                                    <p:set>
                                      <p:cBhvr>
                                        <p:cTn id="55" dur="1" fill="hold">
                                          <p:stCondLst>
                                            <p:cond delay="0"/>
                                          </p:stCondLst>
                                        </p:cTn>
                                        <p:tgtEl>
                                          <p:spTgt spid="46"/>
                                        </p:tgtEl>
                                        <p:attrNameLst>
                                          <p:attrName>style.visibility</p:attrName>
                                        </p:attrNameLst>
                                      </p:cBhvr>
                                      <p:to>
                                        <p:strVal val="visible"/>
                                      </p:to>
                                    </p:set>
                                    <p:anim calcmode="lin" valueType="num">
                                      <p:cBhvr additive="base">
                                        <p:cTn id="56" dur="1000" fill="hold"/>
                                        <p:tgtEl>
                                          <p:spTgt spid="46"/>
                                        </p:tgtEl>
                                        <p:attrNameLst>
                                          <p:attrName>ppt_x</p:attrName>
                                        </p:attrNameLst>
                                      </p:cBhvr>
                                      <p:tavLst>
                                        <p:tav tm="0">
                                          <p:val>
                                            <p:strVal val="0-#ppt_w/2"/>
                                          </p:val>
                                        </p:tav>
                                        <p:tav tm="100000">
                                          <p:val>
                                            <p:strVal val="#ppt_x"/>
                                          </p:val>
                                        </p:tav>
                                      </p:tavLst>
                                    </p:anim>
                                    <p:anim calcmode="lin" valueType="num">
                                      <p:cBhvr additive="base">
                                        <p:cTn id="57" dur="1000" fill="hold"/>
                                        <p:tgtEl>
                                          <p:spTgt spid="46"/>
                                        </p:tgtEl>
                                        <p:attrNameLst>
                                          <p:attrName>ppt_y</p:attrName>
                                        </p:attrNameLst>
                                      </p:cBhvr>
                                      <p:tavLst>
                                        <p:tav tm="0">
                                          <p:val>
                                            <p:strVal val="1+#ppt_h/2"/>
                                          </p:val>
                                        </p:tav>
                                        <p:tav tm="100000">
                                          <p:val>
                                            <p:strVal val="#ppt_y"/>
                                          </p:val>
                                        </p:tav>
                                      </p:tavLst>
                                    </p:anim>
                                  </p:childTnLst>
                                </p:cTn>
                              </p:par>
                              <p:par>
                                <p:cTn id="58" presetID="2" presetClass="entr" presetSubtype="1" decel="100000" fill="hold" grpId="0" nodeType="withEffect">
                                  <p:stCondLst>
                                    <p:cond delay="400"/>
                                  </p:stCondLst>
                                  <p:childTnLst>
                                    <p:set>
                                      <p:cBhvr>
                                        <p:cTn id="59" dur="1" fill="hold">
                                          <p:stCondLst>
                                            <p:cond delay="0"/>
                                          </p:stCondLst>
                                        </p:cTn>
                                        <p:tgtEl>
                                          <p:spTgt spid="40"/>
                                        </p:tgtEl>
                                        <p:attrNameLst>
                                          <p:attrName>style.visibility</p:attrName>
                                        </p:attrNameLst>
                                      </p:cBhvr>
                                      <p:to>
                                        <p:strVal val="visible"/>
                                      </p:to>
                                    </p:set>
                                    <p:anim calcmode="lin" valueType="num">
                                      <p:cBhvr additive="base">
                                        <p:cTn id="60" dur="1000" fill="hold"/>
                                        <p:tgtEl>
                                          <p:spTgt spid="40"/>
                                        </p:tgtEl>
                                        <p:attrNameLst>
                                          <p:attrName>ppt_x</p:attrName>
                                        </p:attrNameLst>
                                      </p:cBhvr>
                                      <p:tavLst>
                                        <p:tav tm="0">
                                          <p:val>
                                            <p:strVal val="#ppt_x"/>
                                          </p:val>
                                        </p:tav>
                                        <p:tav tm="100000">
                                          <p:val>
                                            <p:strVal val="#ppt_x"/>
                                          </p:val>
                                        </p:tav>
                                      </p:tavLst>
                                    </p:anim>
                                    <p:anim calcmode="lin" valueType="num">
                                      <p:cBhvr additive="base">
                                        <p:cTn id="61" dur="1000" fill="hold"/>
                                        <p:tgtEl>
                                          <p:spTgt spid="40"/>
                                        </p:tgtEl>
                                        <p:attrNameLst>
                                          <p:attrName>ppt_y</p:attrName>
                                        </p:attrNameLst>
                                      </p:cBhvr>
                                      <p:tavLst>
                                        <p:tav tm="0">
                                          <p:val>
                                            <p:strVal val="0-#ppt_h/2"/>
                                          </p:val>
                                        </p:tav>
                                        <p:tav tm="100000">
                                          <p:val>
                                            <p:strVal val="#ppt_y"/>
                                          </p:val>
                                        </p:tav>
                                      </p:tavLst>
                                    </p:anim>
                                  </p:childTnLst>
                                </p:cTn>
                              </p:par>
                              <p:par>
                                <p:cTn id="62" presetID="10" presetClass="entr" presetSubtype="0" fill="hold" grpId="1" nodeType="withEffect">
                                  <p:stCondLst>
                                    <p:cond delay="40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500"/>
                                        <p:tgtEl>
                                          <p:spTgt spid="40"/>
                                        </p:tgtEl>
                                      </p:cBhvr>
                                    </p:animEffect>
                                  </p:childTnLst>
                                </p:cTn>
                              </p:par>
                              <p:par>
                                <p:cTn id="65" presetID="2" presetClass="entr" presetSubtype="1" decel="100000" fill="hold" grpId="0" nodeType="withEffect">
                                  <p:stCondLst>
                                    <p:cond delay="500"/>
                                  </p:stCondLst>
                                  <p:childTnLst>
                                    <p:set>
                                      <p:cBhvr>
                                        <p:cTn id="66" dur="1" fill="hold">
                                          <p:stCondLst>
                                            <p:cond delay="0"/>
                                          </p:stCondLst>
                                        </p:cTn>
                                        <p:tgtEl>
                                          <p:spTgt spid="42"/>
                                        </p:tgtEl>
                                        <p:attrNameLst>
                                          <p:attrName>style.visibility</p:attrName>
                                        </p:attrNameLst>
                                      </p:cBhvr>
                                      <p:to>
                                        <p:strVal val="visible"/>
                                      </p:to>
                                    </p:set>
                                    <p:anim calcmode="lin" valueType="num">
                                      <p:cBhvr additive="base">
                                        <p:cTn id="67" dur="1000" fill="hold"/>
                                        <p:tgtEl>
                                          <p:spTgt spid="42"/>
                                        </p:tgtEl>
                                        <p:attrNameLst>
                                          <p:attrName>ppt_x</p:attrName>
                                        </p:attrNameLst>
                                      </p:cBhvr>
                                      <p:tavLst>
                                        <p:tav tm="0">
                                          <p:val>
                                            <p:strVal val="#ppt_x"/>
                                          </p:val>
                                        </p:tav>
                                        <p:tav tm="100000">
                                          <p:val>
                                            <p:strVal val="#ppt_x"/>
                                          </p:val>
                                        </p:tav>
                                      </p:tavLst>
                                    </p:anim>
                                    <p:anim calcmode="lin" valueType="num">
                                      <p:cBhvr additive="base">
                                        <p:cTn id="68" dur="1000" fill="hold"/>
                                        <p:tgtEl>
                                          <p:spTgt spid="42"/>
                                        </p:tgtEl>
                                        <p:attrNameLst>
                                          <p:attrName>ppt_y</p:attrName>
                                        </p:attrNameLst>
                                      </p:cBhvr>
                                      <p:tavLst>
                                        <p:tav tm="0">
                                          <p:val>
                                            <p:strVal val="0-#ppt_h/2"/>
                                          </p:val>
                                        </p:tav>
                                        <p:tav tm="100000">
                                          <p:val>
                                            <p:strVal val="#ppt_y"/>
                                          </p:val>
                                        </p:tav>
                                      </p:tavLst>
                                    </p:anim>
                                  </p:childTnLst>
                                </p:cTn>
                              </p:par>
                              <p:par>
                                <p:cTn id="69" presetID="10" presetClass="entr" presetSubtype="0" fill="hold" grpId="1" nodeType="withEffect">
                                  <p:stCondLst>
                                    <p:cond delay="50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1500"/>
                                        <p:tgtEl>
                                          <p:spTgt spid="42"/>
                                        </p:tgtEl>
                                      </p:cBhvr>
                                    </p:animEffect>
                                  </p:childTnLst>
                                </p:cTn>
                              </p:par>
                              <p:par>
                                <p:cTn id="72" presetID="2" presetClass="entr" presetSubtype="1" decel="100000" fill="hold" grpId="0" nodeType="withEffect">
                                  <p:stCondLst>
                                    <p:cond delay="600"/>
                                  </p:stCondLst>
                                  <p:childTnLst>
                                    <p:set>
                                      <p:cBhvr>
                                        <p:cTn id="73" dur="1" fill="hold">
                                          <p:stCondLst>
                                            <p:cond delay="0"/>
                                          </p:stCondLst>
                                        </p:cTn>
                                        <p:tgtEl>
                                          <p:spTgt spid="43"/>
                                        </p:tgtEl>
                                        <p:attrNameLst>
                                          <p:attrName>style.visibility</p:attrName>
                                        </p:attrNameLst>
                                      </p:cBhvr>
                                      <p:to>
                                        <p:strVal val="visible"/>
                                      </p:to>
                                    </p:set>
                                    <p:anim calcmode="lin" valueType="num">
                                      <p:cBhvr additive="base">
                                        <p:cTn id="74" dur="1000" fill="hold"/>
                                        <p:tgtEl>
                                          <p:spTgt spid="43"/>
                                        </p:tgtEl>
                                        <p:attrNameLst>
                                          <p:attrName>ppt_x</p:attrName>
                                        </p:attrNameLst>
                                      </p:cBhvr>
                                      <p:tavLst>
                                        <p:tav tm="0">
                                          <p:val>
                                            <p:strVal val="#ppt_x"/>
                                          </p:val>
                                        </p:tav>
                                        <p:tav tm="100000">
                                          <p:val>
                                            <p:strVal val="#ppt_x"/>
                                          </p:val>
                                        </p:tav>
                                      </p:tavLst>
                                    </p:anim>
                                    <p:anim calcmode="lin" valueType="num">
                                      <p:cBhvr additive="base">
                                        <p:cTn id="75" dur="1000" fill="hold"/>
                                        <p:tgtEl>
                                          <p:spTgt spid="43"/>
                                        </p:tgtEl>
                                        <p:attrNameLst>
                                          <p:attrName>ppt_y</p:attrName>
                                        </p:attrNameLst>
                                      </p:cBhvr>
                                      <p:tavLst>
                                        <p:tav tm="0">
                                          <p:val>
                                            <p:strVal val="0-#ppt_h/2"/>
                                          </p:val>
                                        </p:tav>
                                        <p:tav tm="100000">
                                          <p:val>
                                            <p:strVal val="#ppt_y"/>
                                          </p:val>
                                        </p:tav>
                                      </p:tavLst>
                                    </p:anim>
                                  </p:childTnLst>
                                </p:cTn>
                              </p:par>
                              <p:par>
                                <p:cTn id="76" presetID="10" presetClass="entr" presetSubtype="0" fill="hold" grpId="1" nodeType="withEffect">
                                  <p:stCondLst>
                                    <p:cond delay="60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1500"/>
                                        <p:tgtEl>
                                          <p:spTgt spid="43"/>
                                        </p:tgtEl>
                                      </p:cBhvr>
                                    </p:animEffect>
                                  </p:childTnLst>
                                </p:cTn>
                              </p:par>
                            </p:childTnLst>
                          </p:cTn>
                        </p:par>
                        <p:par>
                          <p:cTn id="79" fill="hold">
                            <p:stCondLst>
                              <p:cond delay="2600"/>
                            </p:stCondLst>
                            <p:childTnLst>
                              <p:par>
                                <p:cTn id="80" presetID="2" presetClass="entr" presetSubtype="3" decel="100000" fill="hold" grpId="0" nodeType="afterEffect">
                                  <p:stCondLst>
                                    <p:cond delay="0"/>
                                  </p:stCondLst>
                                  <p:iterate type="wd">
                                    <p:tmPct val="10000"/>
                                  </p:iterate>
                                  <p:childTnLst>
                                    <p:set>
                                      <p:cBhvr>
                                        <p:cTn id="81" dur="1" fill="hold">
                                          <p:stCondLst>
                                            <p:cond delay="0"/>
                                          </p:stCondLst>
                                        </p:cTn>
                                        <p:tgtEl>
                                          <p:spTgt spid="49">
                                            <p:txEl>
                                              <p:pRg st="0" end="0"/>
                                            </p:txEl>
                                          </p:spTgt>
                                        </p:tgtEl>
                                        <p:attrNameLst>
                                          <p:attrName>style.visibility</p:attrName>
                                        </p:attrNameLst>
                                      </p:cBhvr>
                                      <p:to>
                                        <p:strVal val="visible"/>
                                      </p:to>
                                    </p:set>
                                    <p:anim calcmode="lin" valueType="num">
                                      <p:cBhvr additive="base">
                                        <p:cTn id="82" dur="500" fill="hold"/>
                                        <p:tgtEl>
                                          <p:spTgt spid="49">
                                            <p:txEl>
                                              <p:pRg st="0" end="0"/>
                                            </p:txEl>
                                          </p:spTgt>
                                        </p:tgtEl>
                                        <p:attrNameLst>
                                          <p:attrName>ppt_x</p:attrName>
                                        </p:attrNameLst>
                                      </p:cBhvr>
                                      <p:tavLst>
                                        <p:tav tm="0">
                                          <p:val>
                                            <p:strVal val="1+#ppt_w/2"/>
                                          </p:val>
                                        </p:tav>
                                        <p:tav tm="100000">
                                          <p:val>
                                            <p:strVal val="#ppt_x"/>
                                          </p:val>
                                        </p:tav>
                                      </p:tavLst>
                                    </p:anim>
                                    <p:anim calcmode="lin" valueType="num">
                                      <p:cBhvr additive="base">
                                        <p:cTn id="83" dur="500" fill="hold"/>
                                        <p:tgtEl>
                                          <p:spTgt spid="49">
                                            <p:txEl>
                                              <p:pRg st="0" end="0"/>
                                            </p:txEl>
                                          </p:spTgt>
                                        </p:tgtEl>
                                        <p:attrNameLst>
                                          <p:attrName>ppt_y</p:attrName>
                                        </p:attrNameLst>
                                      </p:cBhvr>
                                      <p:tavLst>
                                        <p:tav tm="0">
                                          <p:val>
                                            <p:strVal val="0-#ppt_h/2"/>
                                          </p:val>
                                        </p:tav>
                                        <p:tav tm="100000">
                                          <p:val>
                                            <p:strVal val="#ppt_y"/>
                                          </p:val>
                                        </p:tav>
                                      </p:tavLst>
                                    </p:anim>
                                  </p:childTnLst>
                                </p:cTn>
                              </p:par>
                              <p:par>
                                <p:cTn id="84" presetID="2" presetClass="entr" presetSubtype="8" decel="100000" fill="hold" grpId="0" nodeType="withEffect">
                                  <p:stCondLst>
                                    <p:cond delay="0"/>
                                  </p:stCondLst>
                                  <p:childTnLst>
                                    <p:set>
                                      <p:cBhvr>
                                        <p:cTn id="85" dur="1" fill="hold">
                                          <p:stCondLst>
                                            <p:cond delay="0"/>
                                          </p:stCondLst>
                                        </p:cTn>
                                        <p:tgtEl>
                                          <p:spTgt spid="48"/>
                                        </p:tgtEl>
                                        <p:attrNameLst>
                                          <p:attrName>style.visibility</p:attrName>
                                        </p:attrNameLst>
                                      </p:cBhvr>
                                      <p:to>
                                        <p:strVal val="visible"/>
                                      </p:to>
                                    </p:set>
                                    <p:anim calcmode="lin" valueType="num">
                                      <p:cBhvr additive="base">
                                        <p:cTn id="86" dur="500" fill="hold"/>
                                        <p:tgtEl>
                                          <p:spTgt spid="48"/>
                                        </p:tgtEl>
                                        <p:attrNameLst>
                                          <p:attrName>ppt_x</p:attrName>
                                        </p:attrNameLst>
                                      </p:cBhvr>
                                      <p:tavLst>
                                        <p:tav tm="0">
                                          <p:val>
                                            <p:strVal val="0-#ppt_w/2"/>
                                          </p:val>
                                        </p:tav>
                                        <p:tav tm="100000">
                                          <p:val>
                                            <p:strVal val="#ppt_x"/>
                                          </p:val>
                                        </p:tav>
                                      </p:tavLst>
                                    </p:anim>
                                    <p:anim calcmode="lin" valueType="num">
                                      <p:cBhvr additive="base">
                                        <p:cTn id="87" dur="500" fill="hold"/>
                                        <p:tgtEl>
                                          <p:spTgt spid="48"/>
                                        </p:tgtEl>
                                        <p:attrNameLst>
                                          <p:attrName>ppt_y</p:attrName>
                                        </p:attrNameLst>
                                      </p:cBhvr>
                                      <p:tavLst>
                                        <p:tav tm="0">
                                          <p:val>
                                            <p:strVal val="#ppt_y"/>
                                          </p:val>
                                        </p:tav>
                                        <p:tav tm="100000">
                                          <p:val>
                                            <p:strVal val="#ppt_y"/>
                                          </p:val>
                                        </p:tav>
                                      </p:tavLst>
                                    </p:anim>
                                  </p:childTnLst>
                                </p:cTn>
                              </p:par>
                            </p:childTnLst>
                          </p:cTn>
                        </p:par>
                        <p:par>
                          <p:cTn id="88" fill="hold">
                            <p:stCondLst>
                              <p:cond delay="3200"/>
                            </p:stCondLst>
                            <p:childTnLst>
                              <p:par>
                                <p:cTn id="89" presetID="2" presetClass="entr" presetSubtype="2" decel="100000" fill="hold" grpId="0" nodeType="afterEffect">
                                  <p:stCondLst>
                                    <p:cond delay="0"/>
                                  </p:stCondLst>
                                  <p:childTnLst>
                                    <p:set>
                                      <p:cBhvr>
                                        <p:cTn id="90" dur="1" fill="hold">
                                          <p:stCondLst>
                                            <p:cond delay="0"/>
                                          </p:stCondLst>
                                        </p:cTn>
                                        <p:tgtEl>
                                          <p:spTgt spid="47">
                                            <p:txEl>
                                              <p:pRg st="0" end="0"/>
                                            </p:txEl>
                                          </p:spTgt>
                                        </p:tgtEl>
                                        <p:attrNameLst>
                                          <p:attrName>style.visibility</p:attrName>
                                        </p:attrNameLst>
                                      </p:cBhvr>
                                      <p:to>
                                        <p:strVal val="visible"/>
                                      </p:to>
                                    </p:set>
                                    <p:anim calcmode="lin" valueType="num">
                                      <p:cBhvr additive="base">
                                        <p:cTn id="91" dur="500" fill="hold"/>
                                        <p:tgtEl>
                                          <p:spTgt spid="47">
                                            <p:txEl>
                                              <p:pRg st="0" end="0"/>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4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9" grpId="0" animBg="1"/>
      <p:bldP spid="39" grpId="1"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build="allAtOnce">
        <p:tmplLst>
          <p:tmpl lvl="1">
            <p:tnLst>
              <p:par>
                <p:cTn presetID="2" presetClass="entr" presetSubtype="2" decel="100000" fill="hold" nodeType="after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animBg="1"/>
      <p:bldP spid="49" grpId="0" build="p">
        <p:tmplLst>
          <p:tmpl lvl="1">
            <p:tnLst>
              <p:par>
                <p:cTn presetID="2" presetClass="entr" presetSubtype="3" decel="100000" fill="hold" nodeType="afterEffect">
                  <p:stCondLst>
                    <p:cond delay="0"/>
                  </p:stCondLst>
                  <p:iterate type="wd">
                    <p:tmPct val="10000"/>
                  </p:iterate>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1+#ppt_w/2"/>
                          </p:val>
                        </p:tav>
                        <p:tav tm="100000">
                          <p:val>
                            <p:strVal val="#ppt_x"/>
                          </p:val>
                        </p:tav>
                      </p:tavLst>
                    </p:anim>
                    <p:anim calcmode="lin" valueType="num">
                      <p:cBhvr additive="base">
                        <p:cTn dur="500" fill="hold"/>
                        <p:tgtEl>
                          <p:spTgt spid="49"/>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s and Text">
    <p:spTree>
      <p:nvGrpSpPr>
        <p:cNvPr id="1" name=""/>
        <p:cNvGrpSpPr/>
        <p:nvPr/>
      </p:nvGrpSpPr>
      <p:grpSpPr>
        <a:xfrm>
          <a:off x="0" y="0"/>
          <a:ext cx="0" cy="0"/>
          <a:chOff x="0" y="0"/>
          <a:chExt cx="0" cy="0"/>
        </a:xfrm>
      </p:grpSpPr>
      <p:sp>
        <p:nvSpPr>
          <p:cNvPr id="40" name="円/楕円 39"/>
          <p:cNvSpPr/>
          <p:nvPr userDrawn="1"/>
        </p:nvSpPr>
        <p:spPr>
          <a:xfrm>
            <a:off x="4458345" y="3412627"/>
            <a:ext cx="4022085" cy="4022085"/>
          </a:xfrm>
          <a:prstGeom prst="ellipse">
            <a:avLst/>
          </a:prstGeom>
          <a:solidFill>
            <a:schemeClr val="accent3">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1" name="円/楕円 40"/>
          <p:cNvSpPr/>
          <p:nvPr userDrawn="1"/>
        </p:nvSpPr>
        <p:spPr>
          <a:xfrm>
            <a:off x="2445722" y="6065022"/>
            <a:ext cx="2917180" cy="2917180"/>
          </a:xfrm>
          <a:prstGeom prst="ellipse">
            <a:avLst/>
          </a:prstGeom>
          <a:solidFill>
            <a:schemeClr val="accent2">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5" name="円/楕円 4"/>
          <p:cNvSpPr/>
          <p:nvPr userDrawn="1"/>
        </p:nvSpPr>
        <p:spPr>
          <a:xfrm>
            <a:off x="1869641" y="2792663"/>
            <a:ext cx="3079949" cy="3079949"/>
          </a:xfrm>
          <a:prstGeom prst="ellipse">
            <a:avLst/>
          </a:prstGeom>
          <a:solidFill>
            <a:schemeClr val="accent1">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0" name="円/楕円 29"/>
          <p:cNvSpPr/>
          <p:nvPr userDrawn="1"/>
        </p:nvSpPr>
        <p:spPr>
          <a:xfrm>
            <a:off x="7175549" y="7260833"/>
            <a:ext cx="811957" cy="81195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31" name="円/楕円 30"/>
          <p:cNvSpPr/>
          <p:nvPr userDrawn="1"/>
        </p:nvSpPr>
        <p:spPr>
          <a:xfrm>
            <a:off x="1574220" y="6165309"/>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図プレースホルダー 5"/>
          <p:cNvSpPr>
            <a:spLocks noGrp="1"/>
          </p:cNvSpPr>
          <p:nvPr>
            <p:ph type="pic" sz="quarter" idx="14" hasCustomPrompt="1"/>
          </p:nvPr>
        </p:nvSpPr>
        <p:spPr>
          <a:xfrm>
            <a:off x="1768041" y="2685392"/>
            <a:ext cx="3063073" cy="306307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4" name="図プレースホルダー 5"/>
          <p:cNvSpPr>
            <a:spLocks noGrp="1"/>
          </p:cNvSpPr>
          <p:nvPr>
            <p:ph type="pic" sz="quarter" idx="15" hasCustomPrompt="1"/>
          </p:nvPr>
        </p:nvSpPr>
        <p:spPr>
          <a:xfrm>
            <a:off x="4379821" y="3328309"/>
            <a:ext cx="3976216" cy="3976216"/>
          </a:xfrm>
          <a:prstGeom prst="ellipse">
            <a:avLst/>
          </a:prstGeom>
          <a:solidFill>
            <a:schemeClr val="bg1"/>
          </a:solidFill>
          <a:ln w="28575" cmpd="sng">
            <a:solidFill>
              <a:schemeClr val="accent3"/>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7" name="図プレースホルダー 5"/>
          <p:cNvSpPr>
            <a:spLocks noGrp="1"/>
          </p:cNvSpPr>
          <p:nvPr>
            <p:ph type="pic" sz="quarter" idx="16" hasCustomPrompt="1"/>
          </p:nvPr>
        </p:nvSpPr>
        <p:spPr>
          <a:xfrm>
            <a:off x="2409803" y="6018154"/>
            <a:ext cx="2843075" cy="2843075"/>
          </a:xfrm>
          <a:prstGeom prst="ellipse">
            <a:avLst/>
          </a:prstGeom>
          <a:solidFill>
            <a:schemeClr val="bg1"/>
          </a:solidFill>
          <a:ln w="28575" cmpd="sng">
            <a:solidFill>
              <a:schemeClr val="accent2"/>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32" name="円/楕円 31"/>
          <p:cNvSpPr/>
          <p:nvPr userDrawn="1"/>
        </p:nvSpPr>
        <p:spPr>
          <a:xfrm>
            <a:off x="903945" y="5316417"/>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3" name="円/楕円 32"/>
          <p:cNvSpPr/>
          <p:nvPr userDrawn="1"/>
        </p:nvSpPr>
        <p:spPr>
          <a:xfrm>
            <a:off x="2064474" y="5656588"/>
            <a:ext cx="432048" cy="43204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4" name="円/楕円 33"/>
          <p:cNvSpPr/>
          <p:nvPr userDrawn="1"/>
        </p:nvSpPr>
        <p:spPr>
          <a:xfrm>
            <a:off x="6367929" y="7855916"/>
            <a:ext cx="486995" cy="4869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21" name="アーチ 20"/>
          <p:cNvSpPr/>
          <p:nvPr userDrawn="1"/>
        </p:nvSpPr>
        <p:spPr>
          <a:xfrm rot="3600000">
            <a:off x="9163259" y="2420421"/>
            <a:ext cx="1492195" cy="1492195"/>
          </a:xfrm>
          <a:prstGeom prst="blockArc">
            <a:avLst>
              <a:gd name="adj1" fmla="val 18941412"/>
              <a:gd name="adj2" fmla="val 11732646"/>
              <a:gd name="adj3" fmla="val 4340"/>
            </a:avLst>
          </a:prstGeom>
          <a:solidFill>
            <a:schemeClr val="accent4">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2" name="アーチ 21"/>
          <p:cNvSpPr/>
          <p:nvPr userDrawn="1"/>
        </p:nvSpPr>
        <p:spPr>
          <a:xfrm rot="6618510">
            <a:off x="9279847" y="2537009"/>
            <a:ext cx="1259018" cy="1259018"/>
          </a:xfrm>
          <a:prstGeom prst="blockArc">
            <a:avLst>
              <a:gd name="adj1" fmla="val 19452122"/>
              <a:gd name="adj2" fmla="val 11742259"/>
              <a:gd name="adj3" fmla="val 4894"/>
            </a:avLst>
          </a:prstGeom>
          <a:solidFill>
            <a:schemeClr val="accent4"/>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3" name="テキスト プレースホルダー 6"/>
          <p:cNvSpPr>
            <a:spLocks noGrp="1"/>
          </p:cNvSpPr>
          <p:nvPr>
            <p:ph type="body" sz="quarter" idx="17" hasCustomPrompt="1"/>
          </p:nvPr>
        </p:nvSpPr>
        <p:spPr>
          <a:xfrm>
            <a:off x="10020638" y="2655891"/>
            <a:ext cx="7119363" cy="790352"/>
          </a:xfrm>
        </p:spPr>
        <p:txBody>
          <a:bodyPr anchor="b">
            <a:noAutofit/>
          </a:bodyPr>
          <a:lstStyle>
            <a:lvl1pPr algn="l">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p:ph type="body" sz="quarter" idx="18" hasCustomPrompt="1"/>
          </p:nvPr>
        </p:nvSpPr>
        <p:spPr>
          <a:xfrm>
            <a:off x="10706654" y="3362068"/>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6" name="アーチ 35"/>
          <p:cNvSpPr/>
          <p:nvPr userDrawn="1"/>
        </p:nvSpPr>
        <p:spPr>
          <a:xfrm rot="3600000">
            <a:off x="9163259" y="5835460"/>
            <a:ext cx="1492195" cy="1492195"/>
          </a:xfrm>
          <a:prstGeom prst="blockArc">
            <a:avLst>
              <a:gd name="adj1" fmla="val 18941412"/>
              <a:gd name="adj2" fmla="val 11732646"/>
              <a:gd name="adj3" fmla="val 4340"/>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7" name="アーチ 36"/>
          <p:cNvSpPr/>
          <p:nvPr userDrawn="1"/>
        </p:nvSpPr>
        <p:spPr>
          <a:xfrm rot="6618510">
            <a:off x="9279847" y="5952048"/>
            <a:ext cx="1259018" cy="1259018"/>
          </a:xfrm>
          <a:prstGeom prst="blockArc">
            <a:avLst>
              <a:gd name="adj1" fmla="val 19452122"/>
              <a:gd name="adj2" fmla="val 11742259"/>
              <a:gd name="adj3" fmla="val 4894"/>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8" name="テキスト プレースホルダー 6"/>
          <p:cNvSpPr>
            <a:spLocks noGrp="1"/>
          </p:cNvSpPr>
          <p:nvPr>
            <p:ph type="body" sz="quarter" idx="19" hasCustomPrompt="1"/>
          </p:nvPr>
        </p:nvSpPr>
        <p:spPr>
          <a:xfrm>
            <a:off x="10020638" y="6070930"/>
            <a:ext cx="7119363" cy="790352"/>
          </a:xfrm>
        </p:spPr>
        <p:txBody>
          <a:bodyPr anchor="b">
            <a:noAutofit/>
          </a:bodyPr>
          <a:lstStyle>
            <a:lvl1pPr algn="l">
              <a:defRPr sz="360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39" name="テキスト プレースホルダー 6"/>
          <p:cNvSpPr>
            <a:spLocks noGrp="1"/>
          </p:cNvSpPr>
          <p:nvPr>
            <p:ph type="body" sz="quarter" idx="20" hasCustomPrompt="1"/>
          </p:nvPr>
        </p:nvSpPr>
        <p:spPr>
          <a:xfrm>
            <a:off x="10706654" y="6777107"/>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785394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 decel="10000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1000" fill="hold"/>
                                        <p:tgtEl>
                                          <p:spTgt spid="11"/>
                                        </p:tgtEl>
                                        <p:attrNameLst>
                                          <p:attrName>ppt_x</p:attrName>
                                        </p:attrNameLst>
                                      </p:cBhvr>
                                      <p:tavLst>
                                        <p:tav tm="0">
                                          <p:val>
                                            <p:strVal val="#ppt_x"/>
                                          </p:val>
                                        </p:tav>
                                        <p:tav tm="100000">
                                          <p:val>
                                            <p:strVal val="#ppt_x"/>
                                          </p:val>
                                        </p:tav>
                                      </p:tavLst>
                                    </p:anim>
                                    <p:anim calcmode="lin" valueType="num">
                                      <p:cBhvr additive="base">
                                        <p:cTn id="16" dur="1000" fill="hold"/>
                                        <p:tgtEl>
                                          <p:spTgt spid="11"/>
                                        </p:tgtEl>
                                        <p:attrNameLst>
                                          <p:attrName>ppt_y</p:attrName>
                                        </p:attrNameLst>
                                      </p:cBhvr>
                                      <p:tavLst>
                                        <p:tav tm="0">
                                          <p:val>
                                            <p:strVal val="0-#ppt_h/2"/>
                                          </p:val>
                                        </p:tav>
                                        <p:tav tm="100000">
                                          <p:val>
                                            <p:strVal val="#ppt_y"/>
                                          </p:val>
                                        </p:tav>
                                      </p:tavLst>
                                    </p:anim>
                                  </p:childTnLst>
                                </p:cTn>
                              </p:par>
                              <p:par>
                                <p:cTn id="17" presetID="45" presetClass="entr" presetSubtype="0" fill="hold" grpId="1"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ppt_w</p:attrName>
                                        </p:attrNameLst>
                                      </p:cBhvr>
                                      <p:tavLst>
                                        <p:tav tm="0" fmla="#ppt_w*sin(2.5*pi*$)">
                                          <p:val>
                                            <p:fltVal val="0"/>
                                          </p:val>
                                        </p:tav>
                                        <p:tav tm="100000">
                                          <p:val>
                                            <p:fltVal val="1"/>
                                          </p:val>
                                        </p:tav>
                                      </p:tavLst>
                                    </p:anim>
                                    <p:anim calcmode="lin" valueType="num">
                                      <p:cBhvr>
                                        <p:cTn id="21" dur="1000" fill="hold"/>
                                        <p:tgtEl>
                                          <p:spTgt spid="11"/>
                                        </p:tgtEl>
                                        <p:attrNameLst>
                                          <p:attrName>ppt_h</p:attrName>
                                        </p:attrNameLst>
                                      </p:cBhvr>
                                      <p:tavLst>
                                        <p:tav tm="0">
                                          <p:val>
                                            <p:strVal val="#ppt_h"/>
                                          </p:val>
                                        </p:tav>
                                        <p:tav tm="100000">
                                          <p:val>
                                            <p:strVal val="#ppt_h"/>
                                          </p:val>
                                        </p:tav>
                                      </p:tavLst>
                                    </p:anim>
                                  </p:childTnLst>
                                </p:cTn>
                              </p:par>
                              <p:par>
                                <p:cTn id="22" presetID="2" presetClass="entr" presetSubtype="1"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1000" fill="hold"/>
                                        <p:tgtEl>
                                          <p:spTgt spid="5"/>
                                        </p:tgtEl>
                                        <p:attrNameLst>
                                          <p:attrName>ppt_x</p:attrName>
                                        </p:attrNameLst>
                                      </p:cBhvr>
                                      <p:tavLst>
                                        <p:tav tm="0">
                                          <p:val>
                                            <p:strVal val="#ppt_x"/>
                                          </p:val>
                                        </p:tav>
                                        <p:tav tm="100000">
                                          <p:val>
                                            <p:strVal val="#ppt_x"/>
                                          </p:val>
                                        </p:tav>
                                      </p:tavLst>
                                    </p:anim>
                                    <p:anim calcmode="lin" valueType="num">
                                      <p:cBhvr additive="base">
                                        <p:cTn id="25" dur="1000" fill="hold"/>
                                        <p:tgtEl>
                                          <p:spTgt spid="5"/>
                                        </p:tgtEl>
                                        <p:attrNameLst>
                                          <p:attrName>ppt_y</p:attrName>
                                        </p:attrNameLst>
                                      </p:cBhvr>
                                      <p:tavLst>
                                        <p:tav tm="0">
                                          <p:val>
                                            <p:strVal val="0-#ppt_h/2"/>
                                          </p:val>
                                        </p:tav>
                                        <p:tav tm="100000">
                                          <p:val>
                                            <p:strVal val="#ppt_y"/>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ppt_w</p:attrName>
                                        </p:attrNameLst>
                                      </p:cBhvr>
                                      <p:tavLst>
                                        <p:tav tm="0" fmla="#ppt_w*sin(2.5*pi*$)">
                                          <p:val>
                                            <p:fltVal val="0"/>
                                          </p:val>
                                        </p:tav>
                                        <p:tav tm="100000">
                                          <p:val>
                                            <p:fltVal val="1"/>
                                          </p:val>
                                        </p:tav>
                                      </p:tavLst>
                                    </p:anim>
                                    <p:anim calcmode="lin" valueType="num">
                                      <p:cBhvr>
                                        <p:cTn id="30" dur="1000" fill="hold"/>
                                        <p:tgtEl>
                                          <p:spTgt spid="5"/>
                                        </p:tgtEl>
                                        <p:attrNameLst>
                                          <p:attrName>ppt_h</p:attrName>
                                        </p:attrNameLst>
                                      </p:cBhvr>
                                      <p:tavLst>
                                        <p:tav tm="0">
                                          <p:val>
                                            <p:strVal val="#ppt_h"/>
                                          </p:val>
                                        </p:tav>
                                        <p:tav tm="100000">
                                          <p:val>
                                            <p:strVal val="#ppt_h"/>
                                          </p:val>
                                        </p:tav>
                                      </p:tavLst>
                                    </p:anim>
                                  </p:childTnLst>
                                </p:cTn>
                              </p:par>
                              <p:par>
                                <p:cTn id="31" presetID="2" presetClass="entr" presetSubtype="1" decel="100000" fill="hold" grpId="0" nodeType="withEffect">
                                  <p:stCondLst>
                                    <p:cond delay="25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1000" fill="hold"/>
                                        <p:tgtEl>
                                          <p:spTgt spid="14"/>
                                        </p:tgtEl>
                                        <p:attrNameLst>
                                          <p:attrName>ppt_x</p:attrName>
                                        </p:attrNameLst>
                                      </p:cBhvr>
                                      <p:tavLst>
                                        <p:tav tm="0">
                                          <p:val>
                                            <p:strVal val="#ppt_x"/>
                                          </p:val>
                                        </p:tav>
                                        <p:tav tm="100000">
                                          <p:val>
                                            <p:strVal val="#ppt_x"/>
                                          </p:val>
                                        </p:tav>
                                      </p:tavLst>
                                    </p:anim>
                                    <p:anim calcmode="lin" valueType="num">
                                      <p:cBhvr additive="base">
                                        <p:cTn id="34" dur="1000" fill="hold"/>
                                        <p:tgtEl>
                                          <p:spTgt spid="14"/>
                                        </p:tgtEl>
                                        <p:attrNameLst>
                                          <p:attrName>ppt_y</p:attrName>
                                        </p:attrNameLst>
                                      </p:cBhvr>
                                      <p:tavLst>
                                        <p:tav tm="0">
                                          <p:val>
                                            <p:strVal val="0-#ppt_h/2"/>
                                          </p:val>
                                        </p:tav>
                                        <p:tav tm="100000">
                                          <p:val>
                                            <p:strVal val="#ppt_y"/>
                                          </p:val>
                                        </p:tav>
                                      </p:tavLst>
                                    </p:anim>
                                  </p:childTnLst>
                                </p:cTn>
                              </p:par>
                              <p:par>
                                <p:cTn id="35" presetID="45" presetClass="entr" presetSubtype="0" fill="hold" grpId="1"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ppt_w</p:attrName>
                                        </p:attrNameLst>
                                      </p:cBhvr>
                                      <p:tavLst>
                                        <p:tav tm="0" fmla="#ppt_w*sin(2.5*pi*$)">
                                          <p:val>
                                            <p:fltVal val="0"/>
                                          </p:val>
                                        </p:tav>
                                        <p:tav tm="100000">
                                          <p:val>
                                            <p:fltVal val="1"/>
                                          </p:val>
                                        </p:tav>
                                      </p:tavLst>
                                    </p:anim>
                                    <p:anim calcmode="lin" valueType="num">
                                      <p:cBhvr>
                                        <p:cTn id="39" dur="1000" fill="hold"/>
                                        <p:tgtEl>
                                          <p:spTgt spid="14"/>
                                        </p:tgtEl>
                                        <p:attrNameLst>
                                          <p:attrName>ppt_h</p:attrName>
                                        </p:attrNameLst>
                                      </p:cBhvr>
                                      <p:tavLst>
                                        <p:tav tm="0">
                                          <p:val>
                                            <p:strVal val="#ppt_h"/>
                                          </p:val>
                                        </p:tav>
                                        <p:tav tm="100000">
                                          <p:val>
                                            <p:strVal val="#ppt_h"/>
                                          </p:val>
                                        </p:tav>
                                      </p:tavLst>
                                    </p:anim>
                                  </p:childTnLst>
                                </p:cTn>
                              </p:par>
                              <p:par>
                                <p:cTn id="40" presetID="2" presetClass="entr" presetSubtype="1" decel="100000" fill="hold" grpId="0" nodeType="withEffect">
                                  <p:stCondLst>
                                    <p:cond delay="250"/>
                                  </p:stCondLst>
                                  <p:childTnLst>
                                    <p:set>
                                      <p:cBhvr>
                                        <p:cTn id="41" dur="1" fill="hold">
                                          <p:stCondLst>
                                            <p:cond delay="0"/>
                                          </p:stCondLst>
                                        </p:cTn>
                                        <p:tgtEl>
                                          <p:spTgt spid="40"/>
                                        </p:tgtEl>
                                        <p:attrNameLst>
                                          <p:attrName>style.visibility</p:attrName>
                                        </p:attrNameLst>
                                      </p:cBhvr>
                                      <p:to>
                                        <p:strVal val="visible"/>
                                      </p:to>
                                    </p:set>
                                    <p:anim calcmode="lin" valueType="num">
                                      <p:cBhvr additive="base">
                                        <p:cTn id="42" dur="1000" fill="hold"/>
                                        <p:tgtEl>
                                          <p:spTgt spid="40"/>
                                        </p:tgtEl>
                                        <p:attrNameLst>
                                          <p:attrName>ppt_x</p:attrName>
                                        </p:attrNameLst>
                                      </p:cBhvr>
                                      <p:tavLst>
                                        <p:tav tm="0">
                                          <p:val>
                                            <p:strVal val="#ppt_x"/>
                                          </p:val>
                                        </p:tav>
                                        <p:tav tm="100000">
                                          <p:val>
                                            <p:strVal val="#ppt_x"/>
                                          </p:val>
                                        </p:tav>
                                      </p:tavLst>
                                    </p:anim>
                                    <p:anim calcmode="lin" valueType="num">
                                      <p:cBhvr additive="base">
                                        <p:cTn id="43" dur="1000" fill="hold"/>
                                        <p:tgtEl>
                                          <p:spTgt spid="40"/>
                                        </p:tgtEl>
                                        <p:attrNameLst>
                                          <p:attrName>ppt_y</p:attrName>
                                        </p:attrNameLst>
                                      </p:cBhvr>
                                      <p:tavLst>
                                        <p:tav tm="0">
                                          <p:val>
                                            <p:strVal val="0-#ppt_h/2"/>
                                          </p:val>
                                        </p:tav>
                                        <p:tav tm="100000">
                                          <p:val>
                                            <p:strVal val="#ppt_y"/>
                                          </p:val>
                                        </p:tav>
                                      </p:tavLst>
                                    </p:anim>
                                  </p:childTnLst>
                                </p:cTn>
                              </p:par>
                              <p:par>
                                <p:cTn id="44" presetID="45" presetClass="entr" presetSubtype="0" fill="hold" grpId="1" nodeType="withEffect">
                                  <p:stCondLst>
                                    <p:cond delay="25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1000"/>
                                        <p:tgtEl>
                                          <p:spTgt spid="40"/>
                                        </p:tgtEl>
                                      </p:cBhvr>
                                    </p:animEffect>
                                    <p:anim calcmode="lin" valueType="num">
                                      <p:cBhvr>
                                        <p:cTn id="47" dur="1000" fill="hold"/>
                                        <p:tgtEl>
                                          <p:spTgt spid="40"/>
                                        </p:tgtEl>
                                        <p:attrNameLst>
                                          <p:attrName>ppt_w</p:attrName>
                                        </p:attrNameLst>
                                      </p:cBhvr>
                                      <p:tavLst>
                                        <p:tav tm="0" fmla="#ppt_w*sin(2.5*pi*$)">
                                          <p:val>
                                            <p:fltVal val="0"/>
                                          </p:val>
                                        </p:tav>
                                        <p:tav tm="100000">
                                          <p:val>
                                            <p:fltVal val="1"/>
                                          </p:val>
                                        </p:tav>
                                      </p:tavLst>
                                    </p:anim>
                                    <p:anim calcmode="lin" valueType="num">
                                      <p:cBhvr>
                                        <p:cTn id="48" dur="1000" fill="hold"/>
                                        <p:tgtEl>
                                          <p:spTgt spid="40"/>
                                        </p:tgtEl>
                                        <p:attrNameLst>
                                          <p:attrName>ppt_h</p:attrName>
                                        </p:attrNameLst>
                                      </p:cBhvr>
                                      <p:tavLst>
                                        <p:tav tm="0">
                                          <p:val>
                                            <p:strVal val="#ppt_h"/>
                                          </p:val>
                                        </p:tav>
                                        <p:tav tm="100000">
                                          <p:val>
                                            <p:strVal val="#ppt_h"/>
                                          </p:val>
                                        </p:tav>
                                      </p:tavLst>
                                    </p:anim>
                                  </p:childTnLst>
                                </p:cTn>
                              </p:par>
                              <p:par>
                                <p:cTn id="49" presetID="2" presetClass="entr" presetSubtype="1" decel="100000" fill="hold" grpId="0" nodeType="withEffect">
                                  <p:stCondLst>
                                    <p:cond delay="50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1000" fill="hold"/>
                                        <p:tgtEl>
                                          <p:spTgt spid="17"/>
                                        </p:tgtEl>
                                        <p:attrNameLst>
                                          <p:attrName>ppt_x</p:attrName>
                                        </p:attrNameLst>
                                      </p:cBhvr>
                                      <p:tavLst>
                                        <p:tav tm="0">
                                          <p:val>
                                            <p:strVal val="#ppt_x"/>
                                          </p:val>
                                        </p:tav>
                                        <p:tav tm="100000">
                                          <p:val>
                                            <p:strVal val="#ppt_x"/>
                                          </p:val>
                                        </p:tav>
                                      </p:tavLst>
                                    </p:anim>
                                    <p:anim calcmode="lin" valueType="num">
                                      <p:cBhvr additive="base">
                                        <p:cTn id="52" dur="1000" fill="hold"/>
                                        <p:tgtEl>
                                          <p:spTgt spid="17"/>
                                        </p:tgtEl>
                                        <p:attrNameLst>
                                          <p:attrName>ppt_y</p:attrName>
                                        </p:attrNameLst>
                                      </p:cBhvr>
                                      <p:tavLst>
                                        <p:tav tm="0">
                                          <p:val>
                                            <p:strVal val="0-#ppt_h/2"/>
                                          </p:val>
                                        </p:tav>
                                        <p:tav tm="100000">
                                          <p:val>
                                            <p:strVal val="#ppt_y"/>
                                          </p:val>
                                        </p:tav>
                                      </p:tavLst>
                                    </p:anim>
                                  </p:childTnLst>
                                </p:cTn>
                              </p:par>
                              <p:par>
                                <p:cTn id="53" presetID="45" presetClass="entr" presetSubtype="0" fill="hold" grpId="1" nodeType="withEffect">
                                  <p:stCondLst>
                                    <p:cond delay="5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1000"/>
                                        <p:tgtEl>
                                          <p:spTgt spid="17"/>
                                        </p:tgtEl>
                                      </p:cBhvr>
                                    </p:animEffect>
                                    <p:anim calcmode="lin" valueType="num">
                                      <p:cBhvr>
                                        <p:cTn id="56" dur="1000" fill="hold"/>
                                        <p:tgtEl>
                                          <p:spTgt spid="17"/>
                                        </p:tgtEl>
                                        <p:attrNameLst>
                                          <p:attrName>ppt_w</p:attrName>
                                        </p:attrNameLst>
                                      </p:cBhvr>
                                      <p:tavLst>
                                        <p:tav tm="0" fmla="#ppt_w*sin(2.5*pi*$)">
                                          <p:val>
                                            <p:fltVal val="0"/>
                                          </p:val>
                                        </p:tav>
                                        <p:tav tm="100000">
                                          <p:val>
                                            <p:fltVal val="1"/>
                                          </p:val>
                                        </p:tav>
                                      </p:tavLst>
                                    </p:anim>
                                    <p:anim calcmode="lin" valueType="num">
                                      <p:cBhvr>
                                        <p:cTn id="57" dur="1000" fill="hold"/>
                                        <p:tgtEl>
                                          <p:spTgt spid="17"/>
                                        </p:tgtEl>
                                        <p:attrNameLst>
                                          <p:attrName>ppt_h</p:attrName>
                                        </p:attrNameLst>
                                      </p:cBhvr>
                                      <p:tavLst>
                                        <p:tav tm="0">
                                          <p:val>
                                            <p:strVal val="#ppt_h"/>
                                          </p:val>
                                        </p:tav>
                                        <p:tav tm="100000">
                                          <p:val>
                                            <p:strVal val="#ppt_h"/>
                                          </p:val>
                                        </p:tav>
                                      </p:tavLst>
                                    </p:anim>
                                  </p:childTnLst>
                                </p:cTn>
                              </p:par>
                              <p:par>
                                <p:cTn id="58" presetID="2" presetClass="entr" presetSubtype="1" decel="100000" fill="hold" grpId="0" nodeType="withEffect">
                                  <p:stCondLst>
                                    <p:cond delay="500"/>
                                  </p:stCondLst>
                                  <p:childTnLst>
                                    <p:set>
                                      <p:cBhvr>
                                        <p:cTn id="59" dur="1" fill="hold">
                                          <p:stCondLst>
                                            <p:cond delay="0"/>
                                          </p:stCondLst>
                                        </p:cTn>
                                        <p:tgtEl>
                                          <p:spTgt spid="41"/>
                                        </p:tgtEl>
                                        <p:attrNameLst>
                                          <p:attrName>style.visibility</p:attrName>
                                        </p:attrNameLst>
                                      </p:cBhvr>
                                      <p:to>
                                        <p:strVal val="visible"/>
                                      </p:to>
                                    </p:set>
                                    <p:anim calcmode="lin" valueType="num">
                                      <p:cBhvr additive="base">
                                        <p:cTn id="60" dur="1000" fill="hold"/>
                                        <p:tgtEl>
                                          <p:spTgt spid="41"/>
                                        </p:tgtEl>
                                        <p:attrNameLst>
                                          <p:attrName>ppt_x</p:attrName>
                                        </p:attrNameLst>
                                      </p:cBhvr>
                                      <p:tavLst>
                                        <p:tav tm="0">
                                          <p:val>
                                            <p:strVal val="#ppt_x"/>
                                          </p:val>
                                        </p:tav>
                                        <p:tav tm="100000">
                                          <p:val>
                                            <p:strVal val="#ppt_x"/>
                                          </p:val>
                                        </p:tav>
                                      </p:tavLst>
                                    </p:anim>
                                    <p:anim calcmode="lin" valueType="num">
                                      <p:cBhvr additive="base">
                                        <p:cTn id="61" dur="1000" fill="hold"/>
                                        <p:tgtEl>
                                          <p:spTgt spid="41"/>
                                        </p:tgtEl>
                                        <p:attrNameLst>
                                          <p:attrName>ppt_y</p:attrName>
                                        </p:attrNameLst>
                                      </p:cBhvr>
                                      <p:tavLst>
                                        <p:tav tm="0">
                                          <p:val>
                                            <p:strVal val="0-#ppt_h/2"/>
                                          </p:val>
                                        </p:tav>
                                        <p:tav tm="100000">
                                          <p:val>
                                            <p:strVal val="#ppt_y"/>
                                          </p:val>
                                        </p:tav>
                                      </p:tavLst>
                                    </p:anim>
                                  </p:childTnLst>
                                </p:cTn>
                              </p:par>
                              <p:par>
                                <p:cTn id="62" presetID="45" presetClass="entr" presetSubtype="0" fill="hold" grpId="1" nodeType="withEffect">
                                  <p:stCondLst>
                                    <p:cond delay="50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1000"/>
                                        <p:tgtEl>
                                          <p:spTgt spid="41"/>
                                        </p:tgtEl>
                                      </p:cBhvr>
                                    </p:animEffect>
                                    <p:anim calcmode="lin" valueType="num">
                                      <p:cBhvr>
                                        <p:cTn id="65" dur="1000" fill="hold"/>
                                        <p:tgtEl>
                                          <p:spTgt spid="41"/>
                                        </p:tgtEl>
                                        <p:attrNameLst>
                                          <p:attrName>ppt_w</p:attrName>
                                        </p:attrNameLst>
                                      </p:cBhvr>
                                      <p:tavLst>
                                        <p:tav tm="0" fmla="#ppt_w*sin(2.5*pi*$)">
                                          <p:val>
                                            <p:fltVal val="0"/>
                                          </p:val>
                                        </p:tav>
                                        <p:tav tm="100000">
                                          <p:val>
                                            <p:fltVal val="1"/>
                                          </p:val>
                                        </p:tav>
                                      </p:tavLst>
                                    </p:anim>
                                    <p:anim calcmode="lin" valueType="num">
                                      <p:cBhvr>
                                        <p:cTn id="66" dur="1000" fill="hold"/>
                                        <p:tgtEl>
                                          <p:spTgt spid="41"/>
                                        </p:tgtEl>
                                        <p:attrNameLst>
                                          <p:attrName>ppt_h</p:attrName>
                                        </p:attrNameLst>
                                      </p:cBhvr>
                                      <p:tavLst>
                                        <p:tav tm="0">
                                          <p:val>
                                            <p:strVal val="#ppt_h"/>
                                          </p:val>
                                        </p:tav>
                                        <p:tav tm="100000">
                                          <p:val>
                                            <p:strVal val="#ppt_h"/>
                                          </p:val>
                                        </p:tav>
                                      </p:tavLst>
                                    </p:anim>
                                  </p:childTnLst>
                                </p:cTn>
                              </p:par>
                              <p:par>
                                <p:cTn id="67" presetID="53" presetClass="entr" presetSubtype="16"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 calcmode="lin" valueType="num">
                                      <p:cBhvr>
                                        <p:cTn id="69" dur="400" fill="hold"/>
                                        <p:tgtEl>
                                          <p:spTgt spid="32"/>
                                        </p:tgtEl>
                                        <p:attrNameLst>
                                          <p:attrName>ppt_w</p:attrName>
                                        </p:attrNameLst>
                                      </p:cBhvr>
                                      <p:tavLst>
                                        <p:tav tm="0">
                                          <p:val>
                                            <p:fltVal val="0"/>
                                          </p:val>
                                        </p:tav>
                                        <p:tav tm="100000">
                                          <p:val>
                                            <p:strVal val="#ppt_w"/>
                                          </p:val>
                                        </p:tav>
                                      </p:tavLst>
                                    </p:anim>
                                    <p:anim calcmode="lin" valueType="num">
                                      <p:cBhvr>
                                        <p:cTn id="70" dur="400" fill="hold"/>
                                        <p:tgtEl>
                                          <p:spTgt spid="32"/>
                                        </p:tgtEl>
                                        <p:attrNameLst>
                                          <p:attrName>ppt_h</p:attrName>
                                        </p:attrNameLst>
                                      </p:cBhvr>
                                      <p:tavLst>
                                        <p:tav tm="0">
                                          <p:val>
                                            <p:fltVal val="0"/>
                                          </p:val>
                                        </p:tav>
                                        <p:tav tm="100000">
                                          <p:val>
                                            <p:strVal val="#ppt_h"/>
                                          </p:val>
                                        </p:tav>
                                      </p:tavLst>
                                    </p:anim>
                                    <p:animEffect transition="in" filter="fade">
                                      <p:cBhvr>
                                        <p:cTn id="71" dur="400"/>
                                        <p:tgtEl>
                                          <p:spTgt spid="32"/>
                                        </p:tgtEl>
                                      </p:cBhvr>
                                    </p:animEffect>
                                  </p:childTnLst>
                                </p:cTn>
                              </p:par>
                              <p:par>
                                <p:cTn id="72" presetID="2" presetClass="entr" presetSubtype="12" decel="100000" fill="hold" grpId="1" nodeType="withEffect">
                                  <p:stCondLst>
                                    <p:cond delay="0"/>
                                  </p:stCondLst>
                                  <p:childTnLst>
                                    <p:set>
                                      <p:cBhvr>
                                        <p:cTn id="73" dur="1" fill="hold">
                                          <p:stCondLst>
                                            <p:cond delay="0"/>
                                          </p:stCondLst>
                                        </p:cTn>
                                        <p:tgtEl>
                                          <p:spTgt spid="32"/>
                                        </p:tgtEl>
                                        <p:attrNameLst>
                                          <p:attrName>style.visibility</p:attrName>
                                        </p:attrNameLst>
                                      </p:cBhvr>
                                      <p:to>
                                        <p:strVal val="visible"/>
                                      </p:to>
                                    </p:set>
                                    <p:anim calcmode="lin" valueType="num">
                                      <p:cBhvr additive="base">
                                        <p:cTn id="74" dur="500" fill="hold"/>
                                        <p:tgtEl>
                                          <p:spTgt spid="32"/>
                                        </p:tgtEl>
                                        <p:attrNameLst>
                                          <p:attrName>ppt_x</p:attrName>
                                        </p:attrNameLst>
                                      </p:cBhvr>
                                      <p:tavLst>
                                        <p:tav tm="0">
                                          <p:val>
                                            <p:strVal val="0-#ppt_w/2"/>
                                          </p:val>
                                        </p:tav>
                                        <p:tav tm="100000">
                                          <p:val>
                                            <p:strVal val="#ppt_x"/>
                                          </p:val>
                                        </p:tav>
                                      </p:tavLst>
                                    </p:anim>
                                    <p:anim calcmode="lin" valueType="num">
                                      <p:cBhvr additive="base">
                                        <p:cTn id="75" dur="500" fill="hold"/>
                                        <p:tgtEl>
                                          <p:spTgt spid="32"/>
                                        </p:tgtEl>
                                        <p:attrNameLst>
                                          <p:attrName>ppt_y</p:attrName>
                                        </p:attrNameLst>
                                      </p:cBhvr>
                                      <p:tavLst>
                                        <p:tav tm="0">
                                          <p:val>
                                            <p:strVal val="1+#ppt_h/2"/>
                                          </p:val>
                                        </p:tav>
                                        <p:tav tm="100000">
                                          <p:val>
                                            <p:strVal val="#ppt_y"/>
                                          </p:val>
                                        </p:tav>
                                      </p:tavLst>
                                    </p:anim>
                                  </p:childTnLst>
                                </p:cTn>
                              </p:par>
                              <p:par>
                                <p:cTn id="76" presetID="53" presetClass="entr" presetSubtype="16" fill="hold" grpId="0" nodeType="withEffect">
                                  <p:stCondLst>
                                    <p:cond delay="100"/>
                                  </p:stCondLst>
                                  <p:childTnLst>
                                    <p:set>
                                      <p:cBhvr>
                                        <p:cTn id="77" dur="1" fill="hold">
                                          <p:stCondLst>
                                            <p:cond delay="0"/>
                                          </p:stCondLst>
                                        </p:cTn>
                                        <p:tgtEl>
                                          <p:spTgt spid="31"/>
                                        </p:tgtEl>
                                        <p:attrNameLst>
                                          <p:attrName>style.visibility</p:attrName>
                                        </p:attrNameLst>
                                      </p:cBhvr>
                                      <p:to>
                                        <p:strVal val="visible"/>
                                      </p:to>
                                    </p:set>
                                    <p:anim calcmode="lin" valueType="num">
                                      <p:cBhvr>
                                        <p:cTn id="78" dur="400" fill="hold"/>
                                        <p:tgtEl>
                                          <p:spTgt spid="31"/>
                                        </p:tgtEl>
                                        <p:attrNameLst>
                                          <p:attrName>ppt_w</p:attrName>
                                        </p:attrNameLst>
                                      </p:cBhvr>
                                      <p:tavLst>
                                        <p:tav tm="0">
                                          <p:val>
                                            <p:fltVal val="0"/>
                                          </p:val>
                                        </p:tav>
                                        <p:tav tm="100000">
                                          <p:val>
                                            <p:strVal val="#ppt_w"/>
                                          </p:val>
                                        </p:tav>
                                      </p:tavLst>
                                    </p:anim>
                                    <p:anim calcmode="lin" valueType="num">
                                      <p:cBhvr>
                                        <p:cTn id="79" dur="400" fill="hold"/>
                                        <p:tgtEl>
                                          <p:spTgt spid="31"/>
                                        </p:tgtEl>
                                        <p:attrNameLst>
                                          <p:attrName>ppt_h</p:attrName>
                                        </p:attrNameLst>
                                      </p:cBhvr>
                                      <p:tavLst>
                                        <p:tav tm="0">
                                          <p:val>
                                            <p:fltVal val="0"/>
                                          </p:val>
                                        </p:tav>
                                        <p:tav tm="100000">
                                          <p:val>
                                            <p:strVal val="#ppt_h"/>
                                          </p:val>
                                        </p:tav>
                                      </p:tavLst>
                                    </p:anim>
                                    <p:animEffect transition="in" filter="fade">
                                      <p:cBhvr>
                                        <p:cTn id="80" dur="400"/>
                                        <p:tgtEl>
                                          <p:spTgt spid="31"/>
                                        </p:tgtEl>
                                      </p:cBhvr>
                                    </p:animEffect>
                                  </p:childTnLst>
                                </p:cTn>
                              </p:par>
                              <p:par>
                                <p:cTn id="81" presetID="2" presetClass="entr" presetSubtype="12" decel="100000" fill="hold" grpId="1" nodeType="withEffect">
                                  <p:stCondLst>
                                    <p:cond delay="100"/>
                                  </p:stCondLst>
                                  <p:childTnLst>
                                    <p:set>
                                      <p:cBhvr>
                                        <p:cTn id="82" dur="1" fill="hold">
                                          <p:stCondLst>
                                            <p:cond delay="0"/>
                                          </p:stCondLst>
                                        </p:cTn>
                                        <p:tgtEl>
                                          <p:spTgt spid="31"/>
                                        </p:tgtEl>
                                        <p:attrNameLst>
                                          <p:attrName>style.visibility</p:attrName>
                                        </p:attrNameLst>
                                      </p:cBhvr>
                                      <p:to>
                                        <p:strVal val="visible"/>
                                      </p:to>
                                    </p:set>
                                    <p:anim calcmode="lin" valueType="num">
                                      <p:cBhvr additive="base">
                                        <p:cTn id="83" dur="500" fill="hold"/>
                                        <p:tgtEl>
                                          <p:spTgt spid="31"/>
                                        </p:tgtEl>
                                        <p:attrNameLst>
                                          <p:attrName>ppt_x</p:attrName>
                                        </p:attrNameLst>
                                      </p:cBhvr>
                                      <p:tavLst>
                                        <p:tav tm="0">
                                          <p:val>
                                            <p:strVal val="0-#ppt_w/2"/>
                                          </p:val>
                                        </p:tav>
                                        <p:tav tm="100000">
                                          <p:val>
                                            <p:strVal val="#ppt_x"/>
                                          </p:val>
                                        </p:tav>
                                      </p:tavLst>
                                    </p:anim>
                                    <p:anim calcmode="lin" valueType="num">
                                      <p:cBhvr additive="base">
                                        <p:cTn id="84" dur="500" fill="hold"/>
                                        <p:tgtEl>
                                          <p:spTgt spid="31"/>
                                        </p:tgtEl>
                                        <p:attrNameLst>
                                          <p:attrName>ppt_y</p:attrName>
                                        </p:attrNameLst>
                                      </p:cBhvr>
                                      <p:tavLst>
                                        <p:tav tm="0">
                                          <p:val>
                                            <p:strVal val="1+#ppt_h/2"/>
                                          </p:val>
                                        </p:tav>
                                        <p:tav tm="100000">
                                          <p:val>
                                            <p:strVal val="#ppt_y"/>
                                          </p:val>
                                        </p:tav>
                                      </p:tavLst>
                                    </p:anim>
                                  </p:childTnLst>
                                </p:cTn>
                              </p:par>
                              <p:par>
                                <p:cTn id="85" presetID="53" presetClass="entr" presetSubtype="16" fill="hold" grpId="0" nodeType="withEffect">
                                  <p:stCondLst>
                                    <p:cond delay="200"/>
                                  </p:stCondLst>
                                  <p:childTnLst>
                                    <p:set>
                                      <p:cBhvr>
                                        <p:cTn id="86" dur="1" fill="hold">
                                          <p:stCondLst>
                                            <p:cond delay="0"/>
                                          </p:stCondLst>
                                        </p:cTn>
                                        <p:tgtEl>
                                          <p:spTgt spid="33"/>
                                        </p:tgtEl>
                                        <p:attrNameLst>
                                          <p:attrName>style.visibility</p:attrName>
                                        </p:attrNameLst>
                                      </p:cBhvr>
                                      <p:to>
                                        <p:strVal val="visible"/>
                                      </p:to>
                                    </p:set>
                                    <p:anim calcmode="lin" valueType="num">
                                      <p:cBhvr>
                                        <p:cTn id="87" dur="400" fill="hold"/>
                                        <p:tgtEl>
                                          <p:spTgt spid="33"/>
                                        </p:tgtEl>
                                        <p:attrNameLst>
                                          <p:attrName>ppt_w</p:attrName>
                                        </p:attrNameLst>
                                      </p:cBhvr>
                                      <p:tavLst>
                                        <p:tav tm="0">
                                          <p:val>
                                            <p:fltVal val="0"/>
                                          </p:val>
                                        </p:tav>
                                        <p:tav tm="100000">
                                          <p:val>
                                            <p:strVal val="#ppt_w"/>
                                          </p:val>
                                        </p:tav>
                                      </p:tavLst>
                                    </p:anim>
                                    <p:anim calcmode="lin" valueType="num">
                                      <p:cBhvr>
                                        <p:cTn id="88" dur="400" fill="hold"/>
                                        <p:tgtEl>
                                          <p:spTgt spid="33"/>
                                        </p:tgtEl>
                                        <p:attrNameLst>
                                          <p:attrName>ppt_h</p:attrName>
                                        </p:attrNameLst>
                                      </p:cBhvr>
                                      <p:tavLst>
                                        <p:tav tm="0">
                                          <p:val>
                                            <p:fltVal val="0"/>
                                          </p:val>
                                        </p:tav>
                                        <p:tav tm="100000">
                                          <p:val>
                                            <p:strVal val="#ppt_h"/>
                                          </p:val>
                                        </p:tav>
                                      </p:tavLst>
                                    </p:anim>
                                    <p:animEffect transition="in" filter="fade">
                                      <p:cBhvr>
                                        <p:cTn id="89" dur="400"/>
                                        <p:tgtEl>
                                          <p:spTgt spid="33"/>
                                        </p:tgtEl>
                                      </p:cBhvr>
                                    </p:animEffect>
                                  </p:childTnLst>
                                </p:cTn>
                              </p:par>
                              <p:par>
                                <p:cTn id="90" presetID="2" presetClass="entr" presetSubtype="12" decel="100000" fill="hold" grpId="1" nodeType="withEffect">
                                  <p:stCondLst>
                                    <p:cond delay="200"/>
                                  </p:stCondLst>
                                  <p:childTnLst>
                                    <p:set>
                                      <p:cBhvr>
                                        <p:cTn id="91" dur="1" fill="hold">
                                          <p:stCondLst>
                                            <p:cond delay="0"/>
                                          </p:stCondLst>
                                        </p:cTn>
                                        <p:tgtEl>
                                          <p:spTgt spid="33"/>
                                        </p:tgtEl>
                                        <p:attrNameLst>
                                          <p:attrName>style.visibility</p:attrName>
                                        </p:attrNameLst>
                                      </p:cBhvr>
                                      <p:to>
                                        <p:strVal val="visible"/>
                                      </p:to>
                                    </p:set>
                                    <p:anim calcmode="lin" valueType="num">
                                      <p:cBhvr additive="base">
                                        <p:cTn id="92" dur="500" fill="hold"/>
                                        <p:tgtEl>
                                          <p:spTgt spid="33"/>
                                        </p:tgtEl>
                                        <p:attrNameLst>
                                          <p:attrName>ppt_x</p:attrName>
                                        </p:attrNameLst>
                                      </p:cBhvr>
                                      <p:tavLst>
                                        <p:tav tm="0">
                                          <p:val>
                                            <p:strVal val="0-#ppt_w/2"/>
                                          </p:val>
                                        </p:tav>
                                        <p:tav tm="100000">
                                          <p:val>
                                            <p:strVal val="#ppt_x"/>
                                          </p:val>
                                        </p:tav>
                                      </p:tavLst>
                                    </p:anim>
                                    <p:anim calcmode="lin" valueType="num">
                                      <p:cBhvr additive="base">
                                        <p:cTn id="93" dur="500" fill="hold"/>
                                        <p:tgtEl>
                                          <p:spTgt spid="33"/>
                                        </p:tgtEl>
                                        <p:attrNameLst>
                                          <p:attrName>ppt_y</p:attrName>
                                        </p:attrNameLst>
                                      </p:cBhvr>
                                      <p:tavLst>
                                        <p:tav tm="0">
                                          <p:val>
                                            <p:strVal val="1+#ppt_h/2"/>
                                          </p:val>
                                        </p:tav>
                                        <p:tav tm="100000">
                                          <p:val>
                                            <p:strVal val="#ppt_y"/>
                                          </p:val>
                                        </p:tav>
                                      </p:tavLst>
                                    </p:anim>
                                  </p:childTnLst>
                                </p:cTn>
                              </p:par>
                              <p:par>
                                <p:cTn id="94" presetID="53" presetClass="entr" presetSubtype="16" fill="hold" grpId="0" nodeType="withEffect">
                                  <p:stCondLst>
                                    <p:cond delay="300"/>
                                  </p:stCondLst>
                                  <p:childTnLst>
                                    <p:set>
                                      <p:cBhvr>
                                        <p:cTn id="95" dur="1" fill="hold">
                                          <p:stCondLst>
                                            <p:cond delay="0"/>
                                          </p:stCondLst>
                                        </p:cTn>
                                        <p:tgtEl>
                                          <p:spTgt spid="34"/>
                                        </p:tgtEl>
                                        <p:attrNameLst>
                                          <p:attrName>style.visibility</p:attrName>
                                        </p:attrNameLst>
                                      </p:cBhvr>
                                      <p:to>
                                        <p:strVal val="visible"/>
                                      </p:to>
                                    </p:set>
                                    <p:anim calcmode="lin" valueType="num">
                                      <p:cBhvr>
                                        <p:cTn id="96" dur="400" fill="hold"/>
                                        <p:tgtEl>
                                          <p:spTgt spid="34"/>
                                        </p:tgtEl>
                                        <p:attrNameLst>
                                          <p:attrName>ppt_w</p:attrName>
                                        </p:attrNameLst>
                                      </p:cBhvr>
                                      <p:tavLst>
                                        <p:tav tm="0">
                                          <p:val>
                                            <p:fltVal val="0"/>
                                          </p:val>
                                        </p:tav>
                                        <p:tav tm="100000">
                                          <p:val>
                                            <p:strVal val="#ppt_w"/>
                                          </p:val>
                                        </p:tav>
                                      </p:tavLst>
                                    </p:anim>
                                    <p:anim calcmode="lin" valueType="num">
                                      <p:cBhvr>
                                        <p:cTn id="97" dur="400" fill="hold"/>
                                        <p:tgtEl>
                                          <p:spTgt spid="34"/>
                                        </p:tgtEl>
                                        <p:attrNameLst>
                                          <p:attrName>ppt_h</p:attrName>
                                        </p:attrNameLst>
                                      </p:cBhvr>
                                      <p:tavLst>
                                        <p:tav tm="0">
                                          <p:val>
                                            <p:fltVal val="0"/>
                                          </p:val>
                                        </p:tav>
                                        <p:tav tm="100000">
                                          <p:val>
                                            <p:strVal val="#ppt_h"/>
                                          </p:val>
                                        </p:tav>
                                      </p:tavLst>
                                    </p:anim>
                                    <p:animEffect transition="in" filter="fade">
                                      <p:cBhvr>
                                        <p:cTn id="98" dur="400"/>
                                        <p:tgtEl>
                                          <p:spTgt spid="34"/>
                                        </p:tgtEl>
                                      </p:cBhvr>
                                    </p:animEffect>
                                  </p:childTnLst>
                                </p:cTn>
                              </p:par>
                              <p:par>
                                <p:cTn id="99" presetID="2" presetClass="entr" presetSubtype="12" decel="100000" fill="hold" grpId="1" nodeType="withEffect">
                                  <p:stCondLst>
                                    <p:cond delay="300"/>
                                  </p:stCondLst>
                                  <p:childTnLst>
                                    <p:set>
                                      <p:cBhvr>
                                        <p:cTn id="100" dur="1" fill="hold">
                                          <p:stCondLst>
                                            <p:cond delay="0"/>
                                          </p:stCondLst>
                                        </p:cTn>
                                        <p:tgtEl>
                                          <p:spTgt spid="34"/>
                                        </p:tgtEl>
                                        <p:attrNameLst>
                                          <p:attrName>style.visibility</p:attrName>
                                        </p:attrNameLst>
                                      </p:cBhvr>
                                      <p:to>
                                        <p:strVal val="visible"/>
                                      </p:to>
                                    </p:set>
                                    <p:anim calcmode="lin" valueType="num">
                                      <p:cBhvr additive="base">
                                        <p:cTn id="101" dur="500" fill="hold"/>
                                        <p:tgtEl>
                                          <p:spTgt spid="34"/>
                                        </p:tgtEl>
                                        <p:attrNameLst>
                                          <p:attrName>ppt_x</p:attrName>
                                        </p:attrNameLst>
                                      </p:cBhvr>
                                      <p:tavLst>
                                        <p:tav tm="0">
                                          <p:val>
                                            <p:strVal val="0-#ppt_w/2"/>
                                          </p:val>
                                        </p:tav>
                                        <p:tav tm="100000">
                                          <p:val>
                                            <p:strVal val="#ppt_x"/>
                                          </p:val>
                                        </p:tav>
                                      </p:tavLst>
                                    </p:anim>
                                    <p:anim calcmode="lin" valueType="num">
                                      <p:cBhvr additive="base">
                                        <p:cTn id="102" dur="500" fill="hold"/>
                                        <p:tgtEl>
                                          <p:spTgt spid="34"/>
                                        </p:tgtEl>
                                        <p:attrNameLst>
                                          <p:attrName>ppt_y</p:attrName>
                                        </p:attrNameLst>
                                      </p:cBhvr>
                                      <p:tavLst>
                                        <p:tav tm="0">
                                          <p:val>
                                            <p:strVal val="1+#ppt_h/2"/>
                                          </p:val>
                                        </p:tav>
                                        <p:tav tm="100000">
                                          <p:val>
                                            <p:strVal val="#ppt_y"/>
                                          </p:val>
                                        </p:tav>
                                      </p:tavLst>
                                    </p:anim>
                                  </p:childTnLst>
                                </p:cTn>
                              </p:par>
                              <p:par>
                                <p:cTn id="103" presetID="53" presetClass="entr" presetSubtype="16" fill="hold" grpId="0" nodeType="withEffect">
                                  <p:stCondLst>
                                    <p:cond delay="400"/>
                                  </p:stCondLst>
                                  <p:childTnLst>
                                    <p:set>
                                      <p:cBhvr>
                                        <p:cTn id="104" dur="1" fill="hold">
                                          <p:stCondLst>
                                            <p:cond delay="0"/>
                                          </p:stCondLst>
                                        </p:cTn>
                                        <p:tgtEl>
                                          <p:spTgt spid="30"/>
                                        </p:tgtEl>
                                        <p:attrNameLst>
                                          <p:attrName>style.visibility</p:attrName>
                                        </p:attrNameLst>
                                      </p:cBhvr>
                                      <p:to>
                                        <p:strVal val="visible"/>
                                      </p:to>
                                    </p:set>
                                    <p:anim calcmode="lin" valueType="num">
                                      <p:cBhvr>
                                        <p:cTn id="105" dur="400" fill="hold"/>
                                        <p:tgtEl>
                                          <p:spTgt spid="30"/>
                                        </p:tgtEl>
                                        <p:attrNameLst>
                                          <p:attrName>ppt_w</p:attrName>
                                        </p:attrNameLst>
                                      </p:cBhvr>
                                      <p:tavLst>
                                        <p:tav tm="0">
                                          <p:val>
                                            <p:fltVal val="0"/>
                                          </p:val>
                                        </p:tav>
                                        <p:tav tm="100000">
                                          <p:val>
                                            <p:strVal val="#ppt_w"/>
                                          </p:val>
                                        </p:tav>
                                      </p:tavLst>
                                    </p:anim>
                                    <p:anim calcmode="lin" valueType="num">
                                      <p:cBhvr>
                                        <p:cTn id="106" dur="400" fill="hold"/>
                                        <p:tgtEl>
                                          <p:spTgt spid="30"/>
                                        </p:tgtEl>
                                        <p:attrNameLst>
                                          <p:attrName>ppt_h</p:attrName>
                                        </p:attrNameLst>
                                      </p:cBhvr>
                                      <p:tavLst>
                                        <p:tav tm="0">
                                          <p:val>
                                            <p:fltVal val="0"/>
                                          </p:val>
                                        </p:tav>
                                        <p:tav tm="100000">
                                          <p:val>
                                            <p:strVal val="#ppt_h"/>
                                          </p:val>
                                        </p:tav>
                                      </p:tavLst>
                                    </p:anim>
                                    <p:animEffect transition="in" filter="fade">
                                      <p:cBhvr>
                                        <p:cTn id="107" dur="400"/>
                                        <p:tgtEl>
                                          <p:spTgt spid="30"/>
                                        </p:tgtEl>
                                      </p:cBhvr>
                                    </p:animEffect>
                                  </p:childTnLst>
                                </p:cTn>
                              </p:par>
                              <p:par>
                                <p:cTn id="108" presetID="2" presetClass="entr" presetSubtype="12" decel="100000" fill="hold" grpId="1" nodeType="withEffect">
                                  <p:stCondLst>
                                    <p:cond delay="400"/>
                                  </p:stCondLst>
                                  <p:childTnLst>
                                    <p:set>
                                      <p:cBhvr>
                                        <p:cTn id="109" dur="1" fill="hold">
                                          <p:stCondLst>
                                            <p:cond delay="0"/>
                                          </p:stCondLst>
                                        </p:cTn>
                                        <p:tgtEl>
                                          <p:spTgt spid="30"/>
                                        </p:tgtEl>
                                        <p:attrNameLst>
                                          <p:attrName>style.visibility</p:attrName>
                                        </p:attrNameLst>
                                      </p:cBhvr>
                                      <p:to>
                                        <p:strVal val="visible"/>
                                      </p:to>
                                    </p:set>
                                    <p:anim calcmode="lin" valueType="num">
                                      <p:cBhvr additive="base">
                                        <p:cTn id="110" dur="500" fill="hold"/>
                                        <p:tgtEl>
                                          <p:spTgt spid="30"/>
                                        </p:tgtEl>
                                        <p:attrNameLst>
                                          <p:attrName>ppt_x</p:attrName>
                                        </p:attrNameLst>
                                      </p:cBhvr>
                                      <p:tavLst>
                                        <p:tav tm="0">
                                          <p:val>
                                            <p:strVal val="0-#ppt_w/2"/>
                                          </p:val>
                                        </p:tav>
                                        <p:tav tm="100000">
                                          <p:val>
                                            <p:strVal val="#ppt_x"/>
                                          </p:val>
                                        </p:tav>
                                      </p:tavLst>
                                    </p:anim>
                                    <p:anim calcmode="lin" valueType="num">
                                      <p:cBhvr additive="base">
                                        <p:cTn id="111" dur="500" fill="hold"/>
                                        <p:tgtEl>
                                          <p:spTgt spid="30"/>
                                        </p:tgtEl>
                                        <p:attrNameLst>
                                          <p:attrName>ppt_y</p:attrName>
                                        </p:attrNameLst>
                                      </p:cBhvr>
                                      <p:tavLst>
                                        <p:tav tm="0">
                                          <p:val>
                                            <p:strVal val="1+#ppt_h/2"/>
                                          </p:val>
                                        </p:tav>
                                        <p:tav tm="100000">
                                          <p:val>
                                            <p:strVal val="#ppt_y"/>
                                          </p:val>
                                        </p:tav>
                                      </p:tavLst>
                                    </p:anim>
                                  </p:childTnLst>
                                </p:cTn>
                              </p:par>
                            </p:childTnLst>
                          </p:cTn>
                        </p:par>
                        <p:par>
                          <p:cTn id="112" fill="hold">
                            <p:stCondLst>
                              <p:cond delay="2000"/>
                            </p:stCondLst>
                            <p:childTnLst>
                              <p:par>
                                <p:cTn id="113" presetID="2" presetClass="entr" presetSubtype="4" decel="100000" fill="hold" grpId="0" nodeType="afterEffect">
                                  <p:stCondLst>
                                    <p:cond delay="0"/>
                                  </p:stCondLst>
                                  <p:childTnLst>
                                    <p:set>
                                      <p:cBhvr>
                                        <p:cTn id="114" dur="1" fill="hold">
                                          <p:stCondLst>
                                            <p:cond delay="0"/>
                                          </p:stCondLst>
                                        </p:cTn>
                                        <p:tgtEl>
                                          <p:spTgt spid="22"/>
                                        </p:tgtEl>
                                        <p:attrNameLst>
                                          <p:attrName>style.visibility</p:attrName>
                                        </p:attrNameLst>
                                      </p:cBhvr>
                                      <p:to>
                                        <p:strVal val="visible"/>
                                      </p:to>
                                    </p:set>
                                    <p:anim calcmode="lin" valueType="num">
                                      <p:cBhvr additive="base">
                                        <p:cTn id="115" dur="750" fill="hold"/>
                                        <p:tgtEl>
                                          <p:spTgt spid="22"/>
                                        </p:tgtEl>
                                        <p:attrNameLst>
                                          <p:attrName>ppt_x</p:attrName>
                                        </p:attrNameLst>
                                      </p:cBhvr>
                                      <p:tavLst>
                                        <p:tav tm="0">
                                          <p:val>
                                            <p:strVal val="#ppt_x"/>
                                          </p:val>
                                        </p:tav>
                                        <p:tav tm="100000">
                                          <p:val>
                                            <p:strVal val="#ppt_x"/>
                                          </p:val>
                                        </p:tav>
                                      </p:tavLst>
                                    </p:anim>
                                    <p:anim calcmode="lin" valueType="num">
                                      <p:cBhvr additive="base">
                                        <p:cTn id="116" dur="750" fill="hold"/>
                                        <p:tgtEl>
                                          <p:spTgt spid="22"/>
                                        </p:tgtEl>
                                        <p:attrNameLst>
                                          <p:attrName>ppt_y</p:attrName>
                                        </p:attrNameLst>
                                      </p:cBhvr>
                                      <p:tavLst>
                                        <p:tav tm="0">
                                          <p:val>
                                            <p:strVal val="1+#ppt_h/2"/>
                                          </p:val>
                                        </p:tav>
                                        <p:tav tm="100000">
                                          <p:val>
                                            <p:strVal val="#ppt_y"/>
                                          </p:val>
                                        </p:tav>
                                      </p:tavLst>
                                    </p:anim>
                                  </p:childTnLst>
                                </p:cTn>
                              </p:par>
                              <p:par>
                                <p:cTn id="117" presetID="2" presetClass="entr" presetSubtype="8" decel="100000" fill="hold" grpId="0" nodeType="withEffect">
                                  <p:stCondLst>
                                    <p:cond delay="0"/>
                                  </p:stCondLst>
                                  <p:childTnLst>
                                    <p:set>
                                      <p:cBhvr>
                                        <p:cTn id="118" dur="1" fill="hold">
                                          <p:stCondLst>
                                            <p:cond delay="0"/>
                                          </p:stCondLst>
                                        </p:cTn>
                                        <p:tgtEl>
                                          <p:spTgt spid="21"/>
                                        </p:tgtEl>
                                        <p:attrNameLst>
                                          <p:attrName>style.visibility</p:attrName>
                                        </p:attrNameLst>
                                      </p:cBhvr>
                                      <p:to>
                                        <p:strVal val="visible"/>
                                      </p:to>
                                    </p:set>
                                    <p:anim calcmode="lin" valueType="num">
                                      <p:cBhvr additive="base">
                                        <p:cTn id="119" dur="750" fill="hold"/>
                                        <p:tgtEl>
                                          <p:spTgt spid="21"/>
                                        </p:tgtEl>
                                        <p:attrNameLst>
                                          <p:attrName>ppt_x</p:attrName>
                                        </p:attrNameLst>
                                      </p:cBhvr>
                                      <p:tavLst>
                                        <p:tav tm="0">
                                          <p:val>
                                            <p:strVal val="0-#ppt_w/2"/>
                                          </p:val>
                                        </p:tav>
                                        <p:tav tm="100000">
                                          <p:val>
                                            <p:strVal val="#ppt_x"/>
                                          </p:val>
                                        </p:tav>
                                      </p:tavLst>
                                    </p:anim>
                                    <p:anim calcmode="lin" valueType="num">
                                      <p:cBhvr additive="base">
                                        <p:cTn id="120" dur="750" fill="hold"/>
                                        <p:tgtEl>
                                          <p:spTgt spid="21"/>
                                        </p:tgtEl>
                                        <p:attrNameLst>
                                          <p:attrName>ppt_y</p:attrName>
                                        </p:attrNameLst>
                                      </p:cBhvr>
                                      <p:tavLst>
                                        <p:tav tm="0">
                                          <p:val>
                                            <p:strVal val="#ppt_y"/>
                                          </p:val>
                                        </p:tav>
                                        <p:tav tm="100000">
                                          <p:val>
                                            <p:strVal val="#ppt_y"/>
                                          </p:val>
                                        </p:tav>
                                      </p:tavLst>
                                    </p:anim>
                                  </p:childTnLst>
                                </p:cTn>
                              </p:par>
                              <p:par>
                                <p:cTn id="121" presetID="45" presetClass="entr" presetSubtype="0" fill="hold" grpId="1" nodeType="withEffect">
                                  <p:stCondLst>
                                    <p:cond delay="0"/>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750"/>
                                        <p:tgtEl>
                                          <p:spTgt spid="22"/>
                                        </p:tgtEl>
                                      </p:cBhvr>
                                    </p:animEffect>
                                    <p:anim calcmode="lin" valueType="num">
                                      <p:cBhvr>
                                        <p:cTn id="124" dur="750" fill="hold"/>
                                        <p:tgtEl>
                                          <p:spTgt spid="22"/>
                                        </p:tgtEl>
                                        <p:attrNameLst>
                                          <p:attrName>ppt_w</p:attrName>
                                        </p:attrNameLst>
                                      </p:cBhvr>
                                      <p:tavLst>
                                        <p:tav tm="0" fmla="#ppt_w*sin(2.5*pi*$)">
                                          <p:val>
                                            <p:fltVal val="0"/>
                                          </p:val>
                                        </p:tav>
                                        <p:tav tm="100000">
                                          <p:val>
                                            <p:fltVal val="1"/>
                                          </p:val>
                                        </p:tav>
                                      </p:tavLst>
                                    </p:anim>
                                    <p:anim calcmode="lin" valueType="num">
                                      <p:cBhvr>
                                        <p:cTn id="125" dur="750" fill="hold"/>
                                        <p:tgtEl>
                                          <p:spTgt spid="22"/>
                                        </p:tgtEl>
                                        <p:attrNameLst>
                                          <p:attrName>ppt_h</p:attrName>
                                        </p:attrNameLst>
                                      </p:cBhvr>
                                      <p:tavLst>
                                        <p:tav tm="0">
                                          <p:val>
                                            <p:strVal val="#ppt_h"/>
                                          </p:val>
                                        </p:tav>
                                        <p:tav tm="100000">
                                          <p:val>
                                            <p:strVal val="#ppt_h"/>
                                          </p:val>
                                        </p:tav>
                                      </p:tavLst>
                                    </p:anim>
                                  </p:childTnLst>
                                </p:cTn>
                              </p:par>
                              <p:par>
                                <p:cTn id="126" presetID="45" presetClass="entr" presetSubtype="0" fill="hold" grpId="1" nodeType="withEffect">
                                  <p:stCondLst>
                                    <p:cond delay="0"/>
                                  </p:stCondLst>
                                  <p:childTnLst>
                                    <p:set>
                                      <p:cBhvr>
                                        <p:cTn id="127" dur="1" fill="hold">
                                          <p:stCondLst>
                                            <p:cond delay="0"/>
                                          </p:stCondLst>
                                        </p:cTn>
                                        <p:tgtEl>
                                          <p:spTgt spid="21"/>
                                        </p:tgtEl>
                                        <p:attrNameLst>
                                          <p:attrName>style.visibility</p:attrName>
                                        </p:attrNameLst>
                                      </p:cBhvr>
                                      <p:to>
                                        <p:strVal val="visible"/>
                                      </p:to>
                                    </p:set>
                                    <p:animEffect transition="in" filter="fade">
                                      <p:cBhvr>
                                        <p:cTn id="128" dur="750"/>
                                        <p:tgtEl>
                                          <p:spTgt spid="21"/>
                                        </p:tgtEl>
                                      </p:cBhvr>
                                    </p:animEffect>
                                    <p:anim calcmode="lin" valueType="num">
                                      <p:cBhvr>
                                        <p:cTn id="129" dur="750" fill="hold"/>
                                        <p:tgtEl>
                                          <p:spTgt spid="21"/>
                                        </p:tgtEl>
                                        <p:attrNameLst>
                                          <p:attrName>ppt_w</p:attrName>
                                        </p:attrNameLst>
                                      </p:cBhvr>
                                      <p:tavLst>
                                        <p:tav tm="0" fmla="#ppt_w*sin(2.5*pi*$)">
                                          <p:val>
                                            <p:fltVal val="0"/>
                                          </p:val>
                                        </p:tav>
                                        <p:tav tm="100000">
                                          <p:val>
                                            <p:fltVal val="1"/>
                                          </p:val>
                                        </p:tav>
                                      </p:tavLst>
                                    </p:anim>
                                    <p:anim calcmode="lin" valueType="num">
                                      <p:cBhvr>
                                        <p:cTn id="130" dur="750" fill="hold"/>
                                        <p:tgtEl>
                                          <p:spTgt spid="21"/>
                                        </p:tgtEl>
                                        <p:attrNameLst>
                                          <p:attrName>ppt_h</p:attrName>
                                        </p:attrNameLst>
                                      </p:cBhvr>
                                      <p:tavLst>
                                        <p:tav tm="0">
                                          <p:val>
                                            <p:strVal val="#ppt_h"/>
                                          </p:val>
                                        </p:tav>
                                        <p:tav tm="100000">
                                          <p:val>
                                            <p:strVal val="#ppt_h"/>
                                          </p:val>
                                        </p:tav>
                                      </p:tavLst>
                                    </p:anim>
                                  </p:childTnLst>
                                </p:cTn>
                              </p:par>
                              <p:par>
                                <p:cTn id="131" presetID="2" presetClass="entr" presetSubtype="3" decel="100000" fill="hold" grpId="0" nodeType="withEffect">
                                  <p:stCondLst>
                                    <p:cond delay="500"/>
                                  </p:stCondLst>
                                  <p:iterate type="wd">
                                    <p:tmPct val="10000"/>
                                  </p:iterate>
                                  <p:childTnLst>
                                    <p:set>
                                      <p:cBhvr>
                                        <p:cTn id="132" dur="1" fill="hold">
                                          <p:stCondLst>
                                            <p:cond delay="0"/>
                                          </p:stCondLst>
                                        </p:cTn>
                                        <p:tgtEl>
                                          <p:spTgt spid="23">
                                            <p:txEl>
                                              <p:pRg st="0" end="0"/>
                                            </p:txEl>
                                          </p:spTgt>
                                        </p:tgtEl>
                                        <p:attrNameLst>
                                          <p:attrName>style.visibility</p:attrName>
                                        </p:attrNameLst>
                                      </p:cBhvr>
                                      <p:to>
                                        <p:strVal val="visible"/>
                                      </p:to>
                                    </p:set>
                                    <p:anim calcmode="lin" valueType="num">
                                      <p:cBhvr additive="base">
                                        <p:cTn id="133"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134" dur="500" fill="hold"/>
                                        <p:tgtEl>
                                          <p:spTgt spid="23">
                                            <p:txEl>
                                              <p:pRg st="0" end="0"/>
                                            </p:txEl>
                                          </p:spTgt>
                                        </p:tgtEl>
                                        <p:attrNameLst>
                                          <p:attrName>ppt_y</p:attrName>
                                        </p:attrNameLst>
                                      </p:cBhvr>
                                      <p:tavLst>
                                        <p:tav tm="0">
                                          <p:val>
                                            <p:strVal val="0-#ppt_h/2"/>
                                          </p:val>
                                        </p:tav>
                                        <p:tav tm="100000">
                                          <p:val>
                                            <p:strVal val="#ppt_y"/>
                                          </p:val>
                                        </p:tav>
                                      </p:tavLst>
                                    </p:anim>
                                  </p:childTnLst>
                                </p:cTn>
                              </p:par>
                            </p:childTnLst>
                          </p:cTn>
                        </p:par>
                        <p:par>
                          <p:cTn id="135" fill="hold">
                            <p:stCondLst>
                              <p:cond delay="3100"/>
                            </p:stCondLst>
                            <p:childTnLst>
                              <p:par>
                                <p:cTn id="136" presetID="2" presetClass="entr" presetSubtype="2" decel="100000" fill="hold" grpId="0" nodeType="afterEffect">
                                  <p:stCondLst>
                                    <p:cond delay="250"/>
                                  </p:stCondLst>
                                  <p:childTnLst>
                                    <p:set>
                                      <p:cBhvr>
                                        <p:cTn id="137" dur="1" fill="hold">
                                          <p:stCondLst>
                                            <p:cond delay="0"/>
                                          </p:stCondLst>
                                        </p:cTn>
                                        <p:tgtEl>
                                          <p:spTgt spid="35">
                                            <p:txEl>
                                              <p:pRg st="0" end="0"/>
                                            </p:txEl>
                                          </p:spTgt>
                                        </p:tgtEl>
                                        <p:attrNameLst>
                                          <p:attrName>style.visibility</p:attrName>
                                        </p:attrNameLst>
                                      </p:cBhvr>
                                      <p:to>
                                        <p:strVal val="visible"/>
                                      </p:to>
                                    </p:set>
                                    <p:anim calcmode="lin" valueType="num">
                                      <p:cBhvr additive="base">
                                        <p:cTn id="138" dur="500" fill="hold"/>
                                        <p:tgtEl>
                                          <p:spTgt spid="35">
                                            <p:txEl>
                                              <p:pRg st="0" end="0"/>
                                            </p:txEl>
                                          </p:spTgt>
                                        </p:tgtEl>
                                        <p:attrNameLst>
                                          <p:attrName>ppt_x</p:attrName>
                                        </p:attrNameLst>
                                      </p:cBhvr>
                                      <p:tavLst>
                                        <p:tav tm="0">
                                          <p:val>
                                            <p:strVal val="1+#ppt_w/2"/>
                                          </p:val>
                                        </p:tav>
                                        <p:tav tm="100000">
                                          <p:val>
                                            <p:strVal val="#ppt_x"/>
                                          </p:val>
                                        </p:tav>
                                      </p:tavLst>
                                    </p:anim>
                                    <p:anim calcmode="lin" valueType="num">
                                      <p:cBhvr additive="base">
                                        <p:cTn id="139" dur="500" fill="hold"/>
                                        <p:tgtEl>
                                          <p:spTgt spid="35">
                                            <p:txEl>
                                              <p:pRg st="0" end="0"/>
                                            </p:txEl>
                                          </p:spTgt>
                                        </p:tgtEl>
                                        <p:attrNameLst>
                                          <p:attrName>ppt_y</p:attrName>
                                        </p:attrNameLst>
                                      </p:cBhvr>
                                      <p:tavLst>
                                        <p:tav tm="0">
                                          <p:val>
                                            <p:strVal val="#ppt_y"/>
                                          </p:val>
                                        </p:tav>
                                        <p:tav tm="100000">
                                          <p:val>
                                            <p:strVal val="#ppt_y"/>
                                          </p:val>
                                        </p:tav>
                                      </p:tavLst>
                                    </p:anim>
                                  </p:childTnLst>
                                </p:cTn>
                              </p:par>
                            </p:childTnLst>
                          </p:cTn>
                        </p:par>
                        <p:par>
                          <p:cTn id="140" fill="hold">
                            <p:stCondLst>
                              <p:cond delay="3850"/>
                            </p:stCondLst>
                            <p:childTnLst>
                              <p:par>
                                <p:cTn id="141" presetID="2" presetClass="entr" presetSubtype="4" decel="100000" fill="hold" grpId="0" nodeType="afterEffect">
                                  <p:stCondLst>
                                    <p:cond delay="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750" fill="hold"/>
                                        <p:tgtEl>
                                          <p:spTgt spid="37"/>
                                        </p:tgtEl>
                                        <p:attrNameLst>
                                          <p:attrName>ppt_x</p:attrName>
                                        </p:attrNameLst>
                                      </p:cBhvr>
                                      <p:tavLst>
                                        <p:tav tm="0">
                                          <p:val>
                                            <p:strVal val="#ppt_x"/>
                                          </p:val>
                                        </p:tav>
                                        <p:tav tm="100000">
                                          <p:val>
                                            <p:strVal val="#ppt_x"/>
                                          </p:val>
                                        </p:tav>
                                      </p:tavLst>
                                    </p:anim>
                                    <p:anim calcmode="lin" valueType="num">
                                      <p:cBhvr additive="base">
                                        <p:cTn id="144" dur="750" fill="hold"/>
                                        <p:tgtEl>
                                          <p:spTgt spid="37"/>
                                        </p:tgtEl>
                                        <p:attrNameLst>
                                          <p:attrName>ppt_y</p:attrName>
                                        </p:attrNameLst>
                                      </p:cBhvr>
                                      <p:tavLst>
                                        <p:tav tm="0">
                                          <p:val>
                                            <p:strVal val="1+#ppt_h/2"/>
                                          </p:val>
                                        </p:tav>
                                        <p:tav tm="100000">
                                          <p:val>
                                            <p:strVal val="#ppt_y"/>
                                          </p:val>
                                        </p:tav>
                                      </p:tavLst>
                                    </p:anim>
                                  </p:childTnLst>
                                </p:cTn>
                              </p:par>
                              <p:par>
                                <p:cTn id="145" presetID="2" presetClass="entr" presetSubtype="8" decel="100000" fill="hold" grpId="0" nodeType="withEffect">
                                  <p:stCondLst>
                                    <p:cond delay="0"/>
                                  </p:stCondLst>
                                  <p:childTnLst>
                                    <p:set>
                                      <p:cBhvr>
                                        <p:cTn id="146" dur="1" fill="hold">
                                          <p:stCondLst>
                                            <p:cond delay="0"/>
                                          </p:stCondLst>
                                        </p:cTn>
                                        <p:tgtEl>
                                          <p:spTgt spid="36"/>
                                        </p:tgtEl>
                                        <p:attrNameLst>
                                          <p:attrName>style.visibility</p:attrName>
                                        </p:attrNameLst>
                                      </p:cBhvr>
                                      <p:to>
                                        <p:strVal val="visible"/>
                                      </p:to>
                                    </p:set>
                                    <p:anim calcmode="lin" valueType="num">
                                      <p:cBhvr additive="base">
                                        <p:cTn id="147" dur="750" fill="hold"/>
                                        <p:tgtEl>
                                          <p:spTgt spid="36"/>
                                        </p:tgtEl>
                                        <p:attrNameLst>
                                          <p:attrName>ppt_x</p:attrName>
                                        </p:attrNameLst>
                                      </p:cBhvr>
                                      <p:tavLst>
                                        <p:tav tm="0">
                                          <p:val>
                                            <p:strVal val="0-#ppt_w/2"/>
                                          </p:val>
                                        </p:tav>
                                        <p:tav tm="100000">
                                          <p:val>
                                            <p:strVal val="#ppt_x"/>
                                          </p:val>
                                        </p:tav>
                                      </p:tavLst>
                                    </p:anim>
                                    <p:anim calcmode="lin" valueType="num">
                                      <p:cBhvr additive="base">
                                        <p:cTn id="148" dur="750" fill="hold"/>
                                        <p:tgtEl>
                                          <p:spTgt spid="36"/>
                                        </p:tgtEl>
                                        <p:attrNameLst>
                                          <p:attrName>ppt_y</p:attrName>
                                        </p:attrNameLst>
                                      </p:cBhvr>
                                      <p:tavLst>
                                        <p:tav tm="0">
                                          <p:val>
                                            <p:strVal val="#ppt_y"/>
                                          </p:val>
                                        </p:tav>
                                        <p:tav tm="100000">
                                          <p:val>
                                            <p:strVal val="#ppt_y"/>
                                          </p:val>
                                        </p:tav>
                                      </p:tavLst>
                                    </p:anim>
                                  </p:childTnLst>
                                </p:cTn>
                              </p:par>
                              <p:par>
                                <p:cTn id="149" presetID="45" presetClass="entr" presetSubtype="0" fill="hold" grpId="1" nodeType="withEffect">
                                  <p:stCondLst>
                                    <p:cond delay="0"/>
                                  </p:stCondLst>
                                  <p:childTnLst>
                                    <p:set>
                                      <p:cBhvr>
                                        <p:cTn id="150" dur="1" fill="hold">
                                          <p:stCondLst>
                                            <p:cond delay="0"/>
                                          </p:stCondLst>
                                        </p:cTn>
                                        <p:tgtEl>
                                          <p:spTgt spid="37"/>
                                        </p:tgtEl>
                                        <p:attrNameLst>
                                          <p:attrName>style.visibility</p:attrName>
                                        </p:attrNameLst>
                                      </p:cBhvr>
                                      <p:to>
                                        <p:strVal val="visible"/>
                                      </p:to>
                                    </p:set>
                                    <p:animEffect transition="in" filter="fade">
                                      <p:cBhvr>
                                        <p:cTn id="151" dur="750"/>
                                        <p:tgtEl>
                                          <p:spTgt spid="37"/>
                                        </p:tgtEl>
                                      </p:cBhvr>
                                    </p:animEffect>
                                    <p:anim calcmode="lin" valueType="num">
                                      <p:cBhvr>
                                        <p:cTn id="152" dur="750" fill="hold"/>
                                        <p:tgtEl>
                                          <p:spTgt spid="37"/>
                                        </p:tgtEl>
                                        <p:attrNameLst>
                                          <p:attrName>ppt_w</p:attrName>
                                        </p:attrNameLst>
                                      </p:cBhvr>
                                      <p:tavLst>
                                        <p:tav tm="0" fmla="#ppt_w*sin(2.5*pi*$)">
                                          <p:val>
                                            <p:fltVal val="0"/>
                                          </p:val>
                                        </p:tav>
                                        <p:tav tm="100000">
                                          <p:val>
                                            <p:fltVal val="1"/>
                                          </p:val>
                                        </p:tav>
                                      </p:tavLst>
                                    </p:anim>
                                    <p:anim calcmode="lin" valueType="num">
                                      <p:cBhvr>
                                        <p:cTn id="153" dur="750" fill="hold"/>
                                        <p:tgtEl>
                                          <p:spTgt spid="37"/>
                                        </p:tgtEl>
                                        <p:attrNameLst>
                                          <p:attrName>ppt_h</p:attrName>
                                        </p:attrNameLst>
                                      </p:cBhvr>
                                      <p:tavLst>
                                        <p:tav tm="0">
                                          <p:val>
                                            <p:strVal val="#ppt_h"/>
                                          </p:val>
                                        </p:tav>
                                        <p:tav tm="100000">
                                          <p:val>
                                            <p:strVal val="#ppt_h"/>
                                          </p:val>
                                        </p:tav>
                                      </p:tavLst>
                                    </p:anim>
                                  </p:childTnLst>
                                </p:cTn>
                              </p:par>
                              <p:par>
                                <p:cTn id="154" presetID="45" presetClass="entr" presetSubtype="0" fill="hold" grpId="1" nodeType="withEffect">
                                  <p:stCondLst>
                                    <p:cond delay="0"/>
                                  </p:stCondLst>
                                  <p:childTnLst>
                                    <p:set>
                                      <p:cBhvr>
                                        <p:cTn id="155" dur="1" fill="hold">
                                          <p:stCondLst>
                                            <p:cond delay="0"/>
                                          </p:stCondLst>
                                        </p:cTn>
                                        <p:tgtEl>
                                          <p:spTgt spid="36"/>
                                        </p:tgtEl>
                                        <p:attrNameLst>
                                          <p:attrName>style.visibility</p:attrName>
                                        </p:attrNameLst>
                                      </p:cBhvr>
                                      <p:to>
                                        <p:strVal val="visible"/>
                                      </p:to>
                                    </p:set>
                                    <p:animEffect transition="in" filter="fade">
                                      <p:cBhvr>
                                        <p:cTn id="156" dur="750"/>
                                        <p:tgtEl>
                                          <p:spTgt spid="36"/>
                                        </p:tgtEl>
                                      </p:cBhvr>
                                    </p:animEffect>
                                    <p:anim calcmode="lin" valueType="num">
                                      <p:cBhvr>
                                        <p:cTn id="157" dur="750" fill="hold"/>
                                        <p:tgtEl>
                                          <p:spTgt spid="36"/>
                                        </p:tgtEl>
                                        <p:attrNameLst>
                                          <p:attrName>ppt_w</p:attrName>
                                        </p:attrNameLst>
                                      </p:cBhvr>
                                      <p:tavLst>
                                        <p:tav tm="0" fmla="#ppt_w*sin(2.5*pi*$)">
                                          <p:val>
                                            <p:fltVal val="0"/>
                                          </p:val>
                                        </p:tav>
                                        <p:tav tm="100000">
                                          <p:val>
                                            <p:fltVal val="1"/>
                                          </p:val>
                                        </p:tav>
                                      </p:tavLst>
                                    </p:anim>
                                    <p:anim calcmode="lin" valueType="num">
                                      <p:cBhvr>
                                        <p:cTn id="158" dur="750" fill="hold"/>
                                        <p:tgtEl>
                                          <p:spTgt spid="36"/>
                                        </p:tgtEl>
                                        <p:attrNameLst>
                                          <p:attrName>ppt_h</p:attrName>
                                        </p:attrNameLst>
                                      </p:cBhvr>
                                      <p:tavLst>
                                        <p:tav tm="0">
                                          <p:val>
                                            <p:strVal val="#ppt_h"/>
                                          </p:val>
                                        </p:tav>
                                        <p:tav tm="100000">
                                          <p:val>
                                            <p:strVal val="#ppt_h"/>
                                          </p:val>
                                        </p:tav>
                                      </p:tavLst>
                                    </p:anim>
                                  </p:childTnLst>
                                </p:cTn>
                              </p:par>
                              <p:par>
                                <p:cTn id="159" presetID="2" presetClass="entr" presetSubtype="3" decel="100000" fill="hold" grpId="0" nodeType="withEffect">
                                  <p:stCondLst>
                                    <p:cond delay="500"/>
                                  </p:stCondLst>
                                  <p:iterate type="wd">
                                    <p:tmPct val="10000"/>
                                  </p:iterate>
                                  <p:childTnLst>
                                    <p:set>
                                      <p:cBhvr>
                                        <p:cTn id="160" dur="1" fill="hold">
                                          <p:stCondLst>
                                            <p:cond delay="0"/>
                                          </p:stCondLst>
                                        </p:cTn>
                                        <p:tgtEl>
                                          <p:spTgt spid="38">
                                            <p:txEl>
                                              <p:pRg st="0" end="0"/>
                                            </p:txEl>
                                          </p:spTgt>
                                        </p:tgtEl>
                                        <p:attrNameLst>
                                          <p:attrName>style.visibility</p:attrName>
                                        </p:attrNameLst>
                                      </p:cBhvr>
                                      <p:to>
                                        <p:strVal val="visible"/>
                                      </p:to>
                                    </p:set>
                                    <p:anim calcmode="lin" valueType="num">
                                      <p:cBhvr additive="base">
                                        <p:cTn id="161" dur="5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162" dur="500" fill="hold"/>
                                        <p:tgtEl>
                                          <p:spTgt spid="38">
                                            <p:txEl>
                                              <p:pRg st="0" end="0"/>
                                            </p:txEl>
                                          </p:spTgt>
                                        </p:tgtEl>
                                        <p:attrNameLst>
                                          <p:attrName>ppt_y</p:attrName>
                                        </p:attrNameLst>
                                      </p:cBhvr>
                                      <p:tavLst>
                                        <p:tav tm="0">
                                          <p:val>
                                            <p:strVal val="0-#ppt_h/2"/>
                                          </p:val>
                                        </p:tav>
                                        <p:tav tm="100000">
                                          <p:val>
                                            <p:strVal val="#ppt_y"/>
                                          </p:val>
                                        </p:tav>
                                      </p:tavLst>
                                    </p:anim>
                                  </p:childTnLst>
                                </p:cTn>
                              </p:par>
                            </p:childTnLst>
                          </p:cTn>
                        </p:par>
                        <p:par>
                          <p:cTn id="163" fill="hold">
                            <p:stCondLst>
                              <p:cond delay="4950"/>
                            </p:stCondLst>
                            <p:childTnLst>
                              <p:par>
                                <p:cTn id="164" presetID="2" presetClass="entr" presetSubtype="2" decel="100000" fill="hold" grpId="0" nodeType="afterEffect">
                                  <p:stCondLst>
                                    <p:cond delay="250"/>
                                  </p:stCondLst>
                                  <p:childTnLst>
                                    <p:set>
                                      <p:cBhvr>
                                        <p:cTn id="165" dur="1" fill="hold">
                                          <p:stCondLst>
                                            <p:cond delay="0"/>
                                          </p:stCondLst>
                                        </p:cTn>
                                        <p:tgtEl>
                                          <p:spTgt spid="39">
                                            <p:txEl>
                                              <p:pRg st="0" end="0"/>
                                            </p:txEl>
                                          </p:spTgt>
                                        </p:tgtEl>
                                        <p:attrNameLst>
                                          <p:attrName>style.visibility</p:attrName>
                                        </p:attrNameLst>
                                      </p:cBhvr>
                                      <p:to>
                                        <p:strVal val="visible"/>
                                      </p:to>
                                    </p:set>
                                    <p:anim calcmode="lin" valueType="num">
                                      <p:cBhvr additive="base">
                                        <p:cTn id="166" dur="5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167" dur="500" fill="hold"/>
                                        <p:tgtEl>
                                          <p:spTgt spid="3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0" grpId="1" animBg="1"/>
      <p:bldP spid="41" grpId="0" animBg="1"/>
      <p:bldP spid="41" grpId="1" animBg="1"/>
      <p:bldP spid="5" grpId="0" animBg="1"/>
      <p:bldP spid="5" grpId="1" animBg="1"/>
      <p:bldP spid="30" grpId="0" animBg="1"/>
      <p:bldP spid="30" grpId="1" animBg="1"/>
      <p:bldP spid="31" grpId="0" animBg="1"/>
      <p:bldP spid="31"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animBg="1"/>
      <p:bldP spid="11" grpId="1" animBg="1"/>
      <p:bldP spid="14" grpId="0" animBg="1"/>
      <p:bldP spid="14" grpId="1" animBg="1"/>
      <p:bldP spid="17" grpId="0" animBg="1"/>
      <p:bldP spid="17" grpId="1" animBg="1"/>
      <p:bldP spid="32" grpId="0" animBg="1"/>
      <p:bldP spid="32" grpId="1" animBg="1"/>
      <p:bldP spid="33" grpId="0" animBg="1"/>
      <p:bldP spid="33" grpId="1" animBg="1"/>
      <p:bldP spid="34" grpId="0" animBg="1"/>
      <p:bldP spid="34" grpId="1" animBg="1"/>
      <p:bldP spid="21" grpId="0" animBg="1"/>
      <p:bldP spid="21" grpId="1" animBg="1"/>
      <p:bldP spid="22" grpId="0" animBg="1"/>
      <p:bldP spid="22" grpId="1" animBg="1"/>
      <p:bldP spid="23" grpId="0" build="p">
        <p:tmplLst>
          <p:tmpl lvl="1">
            <p:tnLst>
              <p:par>
                <p:cTn presetID="2" presetClass="entr" presetSubtype="3" decel="100000" fill="hold" nodeType="withEffect">
                  <p:stCondLst>
                    <p:cond delay="500"/>
                  </p:stCondLst>
                  <p:iterate type="wd">
                    <p:tmPct val="10000"/>
                  </p:iterate>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0-#ppt_h/2"/>
                          </p:val>
                        </p:tav>
                        <p:tav tm="100000">
                          <p:val>
                            <p:strVal val="#ppt_y"/>
                          </p:val>
                        </p:tav>
                      </p:tavLst>
                    </p:anim>
                  </p:childTnLst>
                </p:cTn>
              </p:par>
            </p:tnLst>
          </p:tmpl>
        </p:tmplLst>
      </p:bldP>
      <p:bldP spid="35"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1+#ppt_w/2"/>
                          </p:val>
                        </p:tav>
                        <p:tav tm="100000">
                          <p:val>
                            <p:strVal val="#ppt_x"/>
                          </p:val>
                        </p:tav>
                      </p:tavLst>
                    </p:anim>
                    <p:anim calcmode="lin" valueType="num">
                      <p:cBhvr additive="base">
                        <p:cTn dur="500" fill="hold"/>
                        <p:tgtEl>
                          <p:spTgt spid="35"/>
                        </p:tgtEl>
                        <p:attrNameLst>
                          <p:attrName>ppt_y</p:attrName>
                        </p:attrNameLst>
                      </p:cBhvr>
                      <p:tavLst>
                        <p:tav tm="0">
                          <p:val>
                            <p:strVal val="#ppt_y"/>
                          </p:val>
                        </p:tav>
                        <p:tav tm="100000">
                          <p:val>
                            <p:strVal val="#ppt_y"/>
                          </p:val>
                        </p:tav>
                      </p:tavLst>
                    </p:anim>
                  </p:childTnLst>
                </p:cTn>
              </p:par>
            </p:tnLst>
          </p:tmpl>
        </p:tmplLst>
      </p:bldP>
      <p:bldP spid="36" grpId="0" animBg="1"/>
      <p:bldP spid="36" grpId="1" animBg="1"/>
      <p:bldP spid="37" grpId="0" animBg="1"/>
      <p:bldP spid="37" grpId="1" animBg="1"/>
      <p:bldP spid="38" grpId="0" build="p">
        <p:tmplLst>
          <p:tmpl lvl="1">
            <p:tnLst>
              <p:par>
                <p:cTn presetID="2" presetClass="entr" presetSubtype="3" decel="100000" fill="hold" nodeType="withEffect">
                  <p:stCondLst>
                    <p:cond delay="500"/>
                  </p:stCondLst>
                  <p:iterate type="wd">
                    <p:tmPct val="10000"/>
                  </p:iterate>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1+#ppt_w/2"/>
                          </p:val>
                        </p:tav>
                        <p:tav tm="100000">
                          <p:val>
                            <p:strVal val="#ppt_x"/>
                          </p:val>
                        </p:tav>
                      </p:tavLst>
                    </p:anim>
                    <p:anim calcmode="lin" valueType="num">
                      <p:cBhvr additive="base">
                        <p:cTn dur="500" fill="hold"/>
                        <p:tgtEl>
                          <p:spTgt spid="38"/>
                        </p:tgtEl>
                        <p:attrNameLst>
                          <p:attrName>ppt_y</p:attrName>
                        </p:attrNameLst>
                      </p:cBhvr>
                      <p:tavLst>
                        <p:tav tm="0">
                          <p:val>
                            <p:strVal val="0-#ppt_h/2"/>
                          </p:val>
                        </p:tav>
                        <p:tav tm="100000">
                          <p:val>
                            <p:strVal val="#ppt_y"/>
                          </p:val>
                        </p:tav>
                      </p:tavLst>
                    </p:anim>
                  </p:childTnLst>
                </p:cTn>
              </p:par>
            </p:tnLst>
          </p:tmpl>
        </p:tmplLst>
      </p:bldP>
      <p:bldP spid="39"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Images and Text">
    <p:spTree>
      <p:nvGrpSpPr>
        <p:cNvPr id="1" name=""/>
        <p:cNvGrpSpPr/>
        <p:nvPr/>
      </p:nvGrpSpPr>
      <p:grpSpPr>
        <a:xfrm>
          <a:off x="0" y="0"/>
          <a:ext cx="0" cy="0"/>
          <a:chOff x="0" y="0"/>
          <a:chExt cx="0" cy="0"/>
        </a:xfrm>
      </p:grpSpPr>
      <p:sp>
        <p:nvSpPr>
          <p:cNvPr id="66" name="円/楕円 65"/>
          <p:cNvSpPr/>
          <p:nvPr userDrawn="1"/>
        </p:nvSpPr>
        <p:spPr>
          <a:xfrm>
            <a:off x="9664871" y="2437214"/>
            <a:ext cx="1756228" cy="1756228"/>
          </a:xfrm>
          <a:prstGeom prst="ellipse">
            <a:avLst/>
          </a:prstGeom>
          <a:solidFill>
            <a:schemeClr val="accent2">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1" name="円/楕円 10"/>
          <p:cNvSpPr/>
          <p:nvPr userDrawn="1"/>
        </p:nvSpPr>
        <p:spPr>
          <a:xfrm>
            <a:off x="1045031" y="5921829"/>
            <a:ext cx="1756228" cy="1756228"/>
          </a:xfrm>
          <a:prstGeom prst="ellipse">
            <a:avLst/>
          </a:prstGeom>
          <a:solidFill>
            <a:schemeClr val="accent3">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図プレースホルダー 5"/>
          <p:cNvSpPr>
            <a:spLocks noGrp="1"/>
          </p:cNvSpPr>
          <p:nvPr>
            <p:ph type="pic" sz="quarter" idx="15" hasCustomPrompt="1"/>
          </p:nvPr>
        </p:nvSpPr>
        <p:spPr>
          <a:xfrm>
            <a:off x="9519784" y="3626742"/>
            <a:ext cx="8766629" cy="3753773"/>
          </a:xfrm>
          <a:solidFill>
            <a:schemeClr val="accent2">
              <a:lumMod val="20000"/>
              <a:lumOff val="80000"/>
            </a:schemeClr>
          </a:solidFill>
        </p:spPr>
        <p:txBody>
          <a:bodyPr>
            <a:normAutofit/>
          </a:bodyPr>
          <a:lstStyle>
            <a:lvl1pPr>
              <a:defRPr sz="1800"/>
            </a:lvl1pPr>
          </a:lstStyle>
          <a:p>
            <a:r>
              <a:rPr kumimoji="1" lang="en-US" altLang="ja-JP" dirty="0"/>
              <a:t>Add an image</a:t>
            </a:r>
            <a:endParaRPr kumimoji="1" lang="ja-JP" altLang="en-US" dirty="0"/>
          </a:p>
        </p:txBody>
      </p:sp>
      <p:sp>
        <p:nvSpPr>
          <p:cNvPr id="55" name="テキスト プレースホルダー 6"/>
          <p:cNvSpPr>
            <a:spLocks noGrp="1"/>
          </p:cNvSpPr>
          <p:nvPr>
            <p:ph type="body" sz="quarter" idx="16" hasCustomPrompt="1"/>
          </p:nvPr>
        </p:nvSpPr>
        <p:spPr>
          <a:xfrm>
            <a:off x="1940796" y="6513388"/>
            <a:ext cx="6833566"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56" name="テキスト プレースホルダー 6"/>
          <p:cNvSpPr>
            <a:spLocks noGrp="1"/>
          </p:cNvSpPr>
          <p:nvPr>
            <p:ph type="body" sz="quarter" idx="17" hasCustomPrompt="1"/>
          </p:nvPr>
        </p:nvSpPr>
        <p:spPr>
          <a:xfrm>
            <a:off x="2709066" y="7271656"/>
            <a:ext cx="6086591" cy="2119087"/>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59" name="テキスト プレースホルダー 6"/>
          <p:cNvSpPr>
            <a:spLocks noGrp="1"/>
          </p:cNvSpPr>
          <p:nvPr>
            <p:ph type="body" sz="quarter" idx="18" hasCustomPrompt="1"/>
          </p:nvPr>
        </p:nvSpPr>
        <p:spPr>
          <a:xfrm>
            <a:off x="10647831" y="2696964"/>
            <a:ext cx="6833566" cy="790352"/>
          </a:xfrm>
        </p:spPr>
        <p:txBody>
          <a:bodyPr anchor="b">
            <a:no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60" name="テキスト プレースホルダー 6"/>
          <p:cNvSpPr>
            <a:spLocks noGrp="1"/>
          </p:cNvSpPr>
          <p:nvPr>
            <p:ph type="body" sz="quarter" idx="19" hasCustomPrompt="1"/>
          </p:nvPr>
        </p:nvSpPr>
        <p:spPr>
          <a:xfrm>
            <a:off x="9509009" y="7467596"/>
            <a:ext cx="7762991" cy="1632861"/>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6" name="図プレースホルダー 5"/>
          <p:cNvSpPr>
            <a:spLocks noGrp="1"/>
          </p:cNvSpPr>
          <p:nvPr>
            <p:ph type="pic" sz="quarter" idx="14" hasCustomPrompt="1"/>
          </p:nvPr>
        </p:nvSpPr>
        <p:spPr>
          <a:xfrm>
            <a:off x="0" y="2632513"/>
            <a:ext cx="8766629" cy="3753773"/>
          </a:xfrm>
          <a:solidFill>
            <a:schemeClr val="accent3">
              <a:lumMod val="20000"/>
              <a:lumOff val="80000"/>
            </a:schemeClr>
          </a:solidFill>
        </p:spPr>
        <p:txBody>
          <a:bodyPr>
            <a:normAutofit/>
          </a:bodyPr>
          <a:lstStyle>
            <a:lvl1pPr>
              <a:defRPr sz="1800"/>
            </a:lvl1pPr>
          </a:lstStyle>
          <a:p>
            <a:r>
              <a:rPr kumimoji="1" lang="en-US" altLang="ja-JP" dirty="0"/>
              <a:t>Add an image</a:t>
            </a:r>
            <a:endParaRPr kumimoji="1" lang="ja-JP" altLang="en-US" dirty="0"/>
          </a:p>
        </p:txBody>
      </p:sp>
      <p:sp>
        <p:nvSpPr>
          <p:cNvPr id="65" name="円/楕円 64"/>
          <p:cNvSpPr/>
          <p:nvPr userDrawn="1"/>
        </p:nvSpPr>
        <p:spPr>
          <a:xfrm>
            <a:off x="540658" y="7173684"/>
            <a:ext cx="1008745" cy="1008745"/>
          </a:xfrm>
          <a:prstGeom prst="ellipse">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67" name="円/楕円 66"/>
          <p:cNvSpPr/>
          <p:nvPr userDrawn="1"/>
        </p:nvSpPr>
        <p:spPr>
          <a:xfrm>
            <a:off x="11165457" y="1867529"/>
            <a:ext cx="878114" cy="878114"/>
          </a:xfrm>
          <a:prstGeom prst="ellipse">
            <a:avLst/>
          </a:prstGeom>
          <a:solidFill>
            <a:schemeClr val="accent2">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2" name="正方形/長方形 11"/>
          <p:cNvSpPr/>
          <p:nvPr userDrawn="1"/>
        </p:nvSpPr>
        <p:spPr>
          <a:xfrm>
            <a:off x="0" y="6386286"/>
            <a:ext cx="8766630" cy="94343"/>
          </a:xfrm>
          <a:prstGeom prst="rect">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68" name="正方形/長方形 67"/>
          <p:cNvSpPr/>
          <p:nvPr userDrawn="1"/>
        </p:nvSpPr>
        <p:spPr>
          <a:xfrm>
            <a:off x="9519784" y="3531926"/>
            <a:ext cx="8766630" cy="94343"/>
          </a:xfrm>
          <a:prstGeom prst="rect">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lumMod val="20000"/>
                  <a:lumOff val="80000"/>
                </a:schemeClr>
              </a:solidFill>
            </a:endParaRPr>
          </a:p>
        </p:txBody>
      </p:sp>
    </p:spTree>
    <p:extLst>
      <p:ext uri="{BB962C8B-B14F-4D97-AF65-F5344CB8AC3E}">
        <p14:creationId xmlns:p14="http://schemas.microsoft.com/office/powerpoint/2010/main" val="267390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par>
                                <p:cTn id="19" presetID="2" presetClass="entr" presetSubtype="4" decel="10000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anim calcmode="lin" valueType="num">
                                      <p:cBhvr additive="base">
                                        <p:cTn id="21" dur="750" fill="hold"/>
                                        <p:tgtEl>
                                          <p:spTgt spid="65"/>
                                        </p:tgtEl>
                                        <p:attrNameLst>
                                          <p:attrName>ppt_x</p:attrName>
                                        </p:attrNameLst>
                                      </p:cBhvr>
                                      <p:tavLst>
                                        <p:tav tm="0">
                                          <p:val>
                                            <p:strVal val="#ppt_x"/>
                                          </p:val>
                                        </p:tav>
                                        <p:tav tm="100000">
                                          <p:val>
                                            <p:strVal val="#ppt_x"/>
                                          </p:val>
                                        </p:tav>
                                      </p:tavLst>
                                    </p:anim>
                                    <p:anim calcmode="lin" valueType="num">
                                      <p:cBhvr additive="base">
                                        <p:cTn id="22" dur="750" fill="hold"/>
                                        <p:tgtEl>
                                          <p:spTgt spid="65"/>
                                        </p:tgtEl>
                                        <p:attrNameLst>
                                          <p:attrName>ppt_y</p:attrName>
                                        </p:attrNameLst>
                                      </p:cBhvr>
                                      <p:tavLst>
                                        <p:tav tm="0">
                                          <p:val>
                                            <p:strVal val="1+#ppt_h/2"/>
                                          </p:val>
                                        </p:tav>
                                        <p:tav tm="100000">
                                          <p:val>
                                            <p:strVal val="#ppt_y"/>
                                          </p:val>
                                        </p:tav>
                                      </p:tavLst>
                                    </p:anim>
                                  </p:childTnLst>
                                </p:cTn>
                              </p:par>
                              <p:par>
                                <p:cTn id="23" presetID="45" presetClass="entr" presetSubtype="0" fill="hold" grpId="1" nodeType="with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fade">
                                      <p:cBhvr>
                                        <p:cTn id="25" dur="750"/>
                                        <p:tgtEl>
                                          <p:spTgt spid="65"/>
                                        </p:tgtEl>
                                      </p:cBhvr>
                                    </p:animEffect>
                                    <p:anim calcmode="lin" valueType="num">
                                      <p:cBhvr>
                                        <p:cTn id="26" dur="750" fill="hold"/>
                                        <p:tgtEl>
                                          <p:spTgt spid="65"/>
                                        </p:tgtEl>
                                        <p:attrNameLst>
                                          <p:attrName>ppt_w</p:attrName>
                                        </p:attrNameLst>
                                      </p:cBhvr>
                                      <p:tavLst>
                                        <p:tav tm="0" fmla="#ppt_w*sin(2.5*pi*$)">
                                          <p:val>
                                            <p:fltVal val="0"/>
                                          </p:val>
                                        </p:tav>
                                        <p:tav tm="100000">
                                          <p:val>
                                            <p:fltVal val="1"/>
                                          </p:val>
                                        </p:tav>
                                      </p:tavLst>
                                    </p:anim>
                                    <p:anim calcmode="lin" valueType="num">
                                      <p:cBhvr>
                                        <p:cTn id="27" dur="750" fill="hold"/>
                                        <p:tgtEl>
                                          <p:spTgt spid="65"/>
                                        </p:tgtEl>
                                        <p:attrNameLst>
                                          <p:attrName>ppt_h</p:attrName>
                                        </p:attrNameLst>
                                      </p:cBhvr>
                                      <p:tavLst>
                                        <p:tav tm="0">
                                          <p:val>
                                            <p:strVal val="#ppt_h"/>
                                          </p:val>
                                        </p:tav>
                                        <p:tav tm="100000">
                                          <p:val>
                                            <p:strVal val="#ppt_h"/>
                                          </p:val>
                                        </p:tav>
                                      </p:tavLst>
                                    </p:anim>
                                  </p:childTnLst>
                                </p:cTn>
                              </p:par>
                              <p:par>
                                <p:cTn id="28" presetID="2" presetClass="entr" presetSubtype="4" decel="10000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750" fill="hold"/>
                                        <p:tgtEl>
                                          <p:spTgt spid="11"/>
                                        </p:tgtEl>
                                        <p:attrNameLst>
                                          <p:attrName>ppt_x</p:attrName>
                                        </p:attrNameLst>
                                      </p:cBhvr>
                                      <p:tavLst>
                                        <p:tav tm="0">
                                          <p:val>
                                            <p:strVal val="#ppt_x"/>
                                          </p:val>
                                        </p:tav>
                                        <p:tav tm="100000">
                                          <p:val>
                                            <p:strVal val="#ppt_x"/>
                                          </p:val>
                                        </p:tav>
                                      </p:tavLst>
                                    </p:anim>
                                    <p:anim calcmode="lin" valueType="num">
                                      <p:cBhvr additive="base">
                                        <p:cTn id="31" dur="750" fill="hold"/>
                                        <p:tgtEl>
                                          <p:spTgt spid="11"/>
                                        </p:tgtEl>
                                        <p:attrNameLst>
                                          <p:attrName>ppt_y</p:attrName>
                                        </p:attrNameLst>
                                      </p:cBhvr>
                                      <p:tavLst>
                                        <p:tav tm="0">
                                          <p:val>
                                            <p:strVal val="1+#ppt_h/2"/>
                                          </p:val>
                                        </p:tav>
                                        <p:tav tm="100000">
                                          <p:val>
                                            <p:strVal val="#ppt_y"/>
                                          </p:val>
                                        </p:tav>
                                      </p:tavLst>
                                    </p:anim>
                                  </p:childTnLst>
                                </p:cTn>
                              </p:par>
                              <p:par>
                                <p:cTn id="32" presetID="45" presetClass="entr" presetSubtype="0" fill="hold" grpId="1"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anim calcmode="lin" valueType="num">
                                      <p:cBhvr>
                                        <p:cTn id="35" dur="750" fill="hold"/>
                                        <p:tgtEl>
                                          <p:spTgt spid="11"/>
                                        </p:tgtEl>
                                        <p:attrNameLst>
                                          <p:attrName>ppt_w</p:attrName>
                                        </p:attrNameLst>
                                      </p:cBhvr>
                                      <p:tavLst>
                                        <p:tav tm="0" fmla="#ppt_w*sin(2.5*pi*$)">
                                          <p:val>
                                            <p:fltVal val="0"/>
                                          </p:val>
                                        </p:tav>
                                        <p:tav tm="100000">
                                          <p:val>
                                            <p:fltVal val="1"/>
                                          </p:val>
                                        </p:tav>
                                      </p:tavLst>
                                    </p:anim>
                                    <p:anim calcmode="lin" valueType="num">
                                      <p:cBhvr>
                                        <p:cTn id="36" dur="750" fill="hold"/>
                                        <p:tgtEl>
                                          <p:spTgt spid="11"/>
                                        </p:tgtEl>
                                        <p:attrNameLst>
                                          <p:attrName>ppt_h</p:attrName>
                                        </p:attrNameLst>
                                      </p:cBhvr>
                                      <p:tavLst>
                                        <p:tav tm="0">
                                          <p:val>
                                            <p:strVal val="#ppt_h"/>
                                          </p:val>
                                        </p:tav>
                                        <p:tav tm="100000">
                                          <p:val>
                                            <p:strVal val="#ppt_h"/>
                                          </p:val>
                                        </p:tav>
                                      </p:tavLst>
                                    </p:anim>
                                  </p:childTnLst>
                                </p:cTn>
                              </p:par>
                              <p:par>
                                <p:cTn id="37" presetID="2" presetClass="entr" presetSubtype="12" decel="100000" fill="hold" grpId="0" nodeType="withEffect">
                                  <p:stCondLst>
                                    <p:cond delay="0"/>
                                  </p:stCondLst>
                                  <p:iterate type="wd">
                                    <p:tmPct val="10000"/>
                                  </p:iterate>
                                  <p:childTnLst>
                                    <p:set>
                                      <p:cBhvr>
                                        <p:cTn id="38" dur="1" fill="hold">
                                          <p:stCondLst>
                                            <p:cond delay="0"/>
                                          </p:stCondLst>
                                        </p:cTn>
                                        <p:tgtEl>
                                          <p:spTgt spid="55">
                                            <p:txEl>
                                              <p:pRg st="0" end="0"/>
                                            </p:txEl>
                                          </p:spTgt>
                                        </p:tgtEl>
                                        <p:attrNameLst>
                                          <p:attrName>style.visibility</p:attrName>
                                        </p:attrNameLst>
                                      </p:cBhvr>
                                      <p:to>
                                        <p:strVal val="visible"/>
                                      </p:to>
                                    </p:set>
                                    <p:anim calcmode="lin" valueType="num">
                                      <p:cBhvr additive="base">
                                        <p:cTn id="39" dur="1000" fill="hold"/>
                                        <p:tgtEl>
                                          <p:spTgt spid="55">
                                            <p:txEl>
                                              <p:pRg st="0" end="0"/>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55">
                                            <p:txEl>
                                              <p:pRg st="0" end="0"/>
                                            </p:txEl>
                                          </p:spTgt>
                                        </p:tgtEl>
                                        <p:attrNameLst>
                                          <p:attrName>ppt_y</p:attrName>
                                        </p:attrNameLst>
                                      </p:cBhvr>
                                      <p:tavLst>
                                        <p:tav tm="0">
                                          <p:val>
                                            <p:strVal val="1+#ppt_h/2"/>
                                          </p:val>
                                        </p:tav>
                                        <p:tav tm="100000">
                                          <p:val>
                                            <p:strVal val="#ppt_y"/>
                                          </p:val>
                                        </p:tav>
                                      </p:tavLst>
                                    </p:anim>
                                  </p:childTnLst>
                                </p:cTn>
                              </p:par>
                            </p:childTnLst>
                          </p:cTn>
                        </p:par>
                        <p:par>
                          <p:cTn id="41" fill="hold">
                            <p:stCondLst>
                              <p:cond delay="1700"/>
                            </p:stCondLst>
                            <p:childTnLst>
                              <p:par>
                                <p:cTn id="42" presetID="2" presetClass="entr" presetSubtype="2" decel="100000" fill="hold" grpId="0" nodeType="afterEffect">
                                  <p:stCondLst>
                                    <p:cond delay="250"/>
                                  </p:stCondLst>
                                  <p:childTnLst>
                                    <p:set>
                                      <p:cBhvr>
                                        <p:cTn id="43" dur="1" fill="hold">
                                          <p:stCondLst>
                                            <p:cond delay="0"/>
                                          </p:stCondLst>
                                        </p:cTn>
                                        <p:tgtEl>
                                          <p:spTgt spid="56">
                                            <p:txEl>
                                              <p:pRg st="0" end="0"/>
                                            </p:txEl>
                                          </p:spTgt>
                                        </p:tgtEl>
                                        <p:attrNameLst>
                                          <p:attrName>style.visibility</p:attrName>
                                        </p:attrNameLst>
                                      </p:cBhvr>
                                      <p:to>
                                        <p:strVal val="visible"/>
                                      </p:to>
                                    </p:set>
                                    <p:anim calcmode="lin" valueType="num">
                                      <p:cBhvr additive="base">
                                        <p:cTn id="44" dur="500" fill="hold"/>
                                        <p:tgtEl>
                                          <p:spTgt spid="56">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56">
                                            <p:txEl>
                                              <p:pRg st="0" end="0"/>
                                            </p:txEl>
                                          </p:spTgt>
                                        </p:tgtEl>
                                        <p:attrNameLst>
                                          <p:attrName>ppt_y</p:attrName>
                                        </p:attrNameLst>
                                      </p:cBhvr>
                                      <p:tavLst>
                                        <p:tav tm="0">
                                          <p:val>
                                            <p:strVal val="#ppt_y"/>
                                          </p:val>
                                        </p:tav>
                                        <p:tav tm="100000">
                                          <p:val>
                                            <p:strVal val="#ppt_y"/>
                                          </p:val>
                                        </p:tav>
                                      </p:tavLst>
                                    </p:anim>
                                  </p:childTnLst>
                                </p:cTn>
                              </p:par>
                            </p:childTnLst>
                          </p:cTn>
                        </p:par>
                        <p:par>
                          <p:cTn id="46" fill="hold">
                            <p:stCondLst>
                              <p:cond delay="2450"/>
                            </p:stCondLst>
                            <p:childTnLst>
                              <p:par>
                                <p:cTn id="47" presetID="22" presetClass="entr" presetSubtype="2" fill="hold" grpId="0" nodeType="after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wipe(right)">
                                      <p:cBhvr>
                                        <p:cTn id="49" dur="500"/>
                                        <p:tgtEl>
                                          <p:spTgt spid="38"/>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wipe(right)">
                                      <p:cBhvr>
                                        <p:cTn id="52" dur="500"/>
                                        <p:tgtEl>
                                          <p:spTgt spid="68"/>
                                        </p:tgtEl>
                                      </p:cBhvr>
                                    </p:animEffect>
                                  </p:childTnLst>
                                </p:cTn>
                              </p:par>
                              <p:par>
                                <p:cTn id="53" presetID="2" presetClass="entr" presetSubtype="1" decel="100000" fill="hold" grpId="0" nodeType="withEffect">
                                  <p:stCondLst>
                                    <p:cond delay="0"/>
                                  </p:stCondLst>
                                  <p:childTnLst>
                                    <p:set>
                                      <p:cBhvr>
                                        <p:cTn id="54" dur="1" fill="hold">
                                          <p:stCondLst>
                                            <p:cond delay="0"/>
                                          </p:stCondLst>
                                        </p:cTn>
                                        <p:tgtEl>
                                          <p:spTgt spid="66"/>
                                        </p:tgtEl>
                                        <p:attrNameLst>
                                          <p:attrName>style.visibility</p:attrName>
                                        </p:attrNameLst>
                                      </p:cBhvr>
                                      <p:to>
                                        <p:strVal val="visible"/>
                                      </p:to>
                                    </p:set>
                                    <p:anim calcmode="lin" valueType="num">
                                      <p:cBhvr additive="base">
                                        <p:cTn id="55" dur="750" fill="hold"/>
                                        <p:tgtEl>
                                          <p:spTgt spid="66"/>
                                        </p:tgtEl>
                                        <p:attrNameLst>
                                          <p:attrName>ppt_x</p:attrName>
                                        </p:attrNameLst>
                                      </p:cBhvr>
                                      <p:tavLst>
                                        <p:tav tm="0">
                                          <p:val>
                                            <p:strVal val="#ppt_x"/>
                                          </p:val>
                                        </p:tav>
                                        <p:tav tm="100000">
                                          <p:val>
                                            <p:strVal val="#ppt_x"/>
                                          </p:val>
                                        </p:tav>
                                      </p:tavLst>
                                    </p:anim>
                                    <p:anim calcmode="lin" valueType="num">
                                      <p:cBhvr additive="base">
                                        <p:cTn id="56" dur="750" fill="hold"/>
                                        <p:tgtEl>
                                          <p:spTgt spid="66"/>
                                        </p:tgtEl>
                                        <p:attrNameLst>
                                          <p:attrName>ppt_y</p:attrName>
                                        </p:attrNameLst>
                                      </p:cBhvr>
                                      <p:tavLst>
                                        <p:tav tm="0">
                                          <p:val>
                                            <p:strVal val="0-#ppt_h/2"/>
                                          </p:val>
                                        </p:tav>
                                        <p:tav tm="100000">
                                          <p:val>
                                            <p:strVal val="#ppt_y"/>
                                          </p:val>
                                        </p:tav>
                                      </p:tavLst>
                                    </p:anim>
                                  </p:childTnLst>
                                </p:cTn>
                              </p:par>
                              <p:par>
                                <p:cTn id="57" presetID="45" presetClass="entr" presetSubtype="0" fill="hold" grpId="1" nodeType="withEffect">
                                  <p:stCondLst>
                                    <p:cond delay="0"/>
                                  </p:stCondLst>
                                  <p:childTnLst>
                                    <p:set>
                                      <p:cBhvr>
                                        <p:cTn id="58" dur="1" fill="hold">
                                          <p:stCondLst>
                                            <p:cond delay="0"/>
                                          </p:stCondLst>
                                        </p:cTn>
                                        <p:tgtEl>
                                          <p:spTgt spid="66"/>
                                        </p:tgtEl>
                                        <p:attrNameLst>
                                          <p:attrName>style.visibility</p:attrName>
                                        </p:attrNameLst>
                                      </p:cBhvr>
                                      <p:to>
                                        <p:strVal val="visible"/>
                                      </p:to>
                                    </p:set>
                                    <p:animEffect transition="in" filter="fade">
                                      <p:cBhvr>
                                        <p:cTn id="59" dur="750"/>
                                        <p:tgtEl>
                                          <p:spTgt spid="66"/>
                                        </p:tgtEl>
                                      </p:cBhvr>
                                    </p:animEffect>
                                    <p:anim calcmode="lin" valueType="num">
                                      <p:cBhvr>
                                        <p:cTn id="60" dur="750" fill="hold"/>
                                        <p:tgtEl>
                                          <p:spTgt spid="66"/>
                                        </p:tgtEl>
                                        <p:attrNameLst>
                                          <p:attrName>ppt_w</p:attrName>
                                        </p:attrNameLst>
                                      </p:cBhvr>
                                      <p:tavLst>
                                        <p:tav tm="0" fmla="#ppt_w*sin(2.5*pi*$)">
                                          <p:val>
                                            <p:fltVal val="0"/>
                                          </p:val>
                                        </p:tav>
                                        <p:tav tm="100000">
                                          <p:val>
                                            <p:fltVal val="1"/>
                                          </p:val>
                                        </p:tav>
                                      </p:tavLst>
                                    </p:anim>
                                    <p:anim calcmode="lin" valueType="num">
                                      <p:cBhvr>
                                        <p:cTn id="61" dur="750" fill="hold"/>
                                        <p:tgtEl>
                                          <p:spTgt spid="66"/>
                                        </p:tgtEl>
                                        <p:attrNameLst>
                                          <p:attrName>ppt_h</p:attrName>
                                        </p:attrNameLst>
                                      </p:cBhvr>
                                      <p:tavLst>
                                        <p:tav tm="0">
                                          <p:val>
                                            <p:strVal val="#ppt_h"/>
                                          </p:val>
                                        </p:tav>
                                        <p:tav tm="100000">
                                          <p:val>
                                            <p:strVal val="#ppt_h"/>
                                          </p:val>
                                        </p:tav>
                                      </p:tavLst>
                                    </p:anim>
                                  </p:childTnLst>
                                </p:cTn>
                              </p:par>
                              <p:par>
                                <p:cTn id="62" presetID="2" presetClass="entr" presetSubtype="1" decel="100000" fill="hold" grpId="0" nodeType="withEffect">
                                  <p:stCondLst>
                                    <p:cond delay="0"/>
                                  </p:stCondLst>
                                  <p:childTnLst>
                                    <p:set>
                                      <p:cBhvr>
                                        <p:cTn id="63" dur="1" fill="hold">
                                          <p:stCondLst>
                                            <p:cond delay="0"/>
                                          </p:stCondLst>
                                        </p:cTn>
                                        <p:tgtEl>
                                          <p:spTgt spid="67"/>
                                        </p:tgtEl>
                                        <p:attrNameLst>
                                          <p:attrName>style.visibility</p:attrName>
                                        </p:attrNameLst>
                                      </p:cBhvr>
                                      <p:to>
                                        <p:strVal val="visible"/>
                                      </p:to>
                                    </p:set>
                                    <p:anim calcmode="lin" valueType="num">
                                      <p:cBhvr additive="base">
                                        <p:cTn id="64" dur="750" fill="hold"/>
                                        <p:tgtEl>
                                          <p:spTgt spid="67"/>
                                        </p:tgtEl>
                                        <p:attrNameLst>
                                          <p:attrName>ppt_x</p:attrName>
                                        </p:attrNameLst>
                                      </p:cBhvr>
                                      <p:tavLst>
                                        <p:tav tm="0">
                                          <p:val>
                                            <p:strVal val="#ppt_x"/>
                                          </p:val>
                                        </p:tav>
                                        <p:tav tm="100000">
                                          <p:val>
                                            <p:strVal val="#ppt_x"/>
                                          </p:val>
                                        </p:tav>
                                      </p:tavLst>
                                    </p:anim>
                                    <p:anim calcmode="lin" valueType="num">
                                      <p:cBhvr additive="base">
                                        <p:cTn id="65" dur="750" fill="hold"/>
                                        <p:tgtEl>
                                          <p:spTgt spid="67"/>
                                        </p:tgtEl>
                                        <p:attrNameLst>
                                          <p:attrName>ppt_y</p:attrName>
                                        </p:attrNameLst>
                                      </p:cBhvr>
                                      <p:tavLst>
                                        <p:tav tm="0">
                                          <p:val>
                                            <p:strVal val="0-#ppt_h/2"/>
                                          </p:val>
                                        </p:tav>
                                        <p:tav tm="100000">
                                          <p:val>
                                            <p:strVal val="#ppt_y"/>
                                          </p:val>
                                        </p:tav>
                                      </p:tavLst>
                                    </p:anim>
                                  </p:childTnLst>
                                </p:cTn>
                              </p:par>
                              <p:par>
                                <p:cTn id="66" presetID="45" presetClass="entr" presetSubtype="0" fill="hold" grpId="1" nodeType="withEffect">
                                  <p:stCondLst>
                                    <p:cond delay="0"/>
                                  </p:stCondLst>
                                  <p:childTnLst>
                                    <p:set>
                                      <p:cBhvr>
                                        <p:cTn id="67" dur="1" fill="hold">
                                          <p:stCondLst>
                                            <p:cond delay="0"/>
                                          </p:stCondLst>
                                        </p:cTn>
                                        <p:tgtEl>
                                          <p:spTgt spid="67"/>
                                        </p:tgtEl>
                                        <p:attrNameLst>
                                          <p:attrName>style.visibility</p:attrName>
                                        </p:attrNameLst>
                                      </p:cBhvr>
                                      <p:to>
                                        <p:strVal val="visible"/>
                                      </p:to>
                                    </p:set>
                                    <p:animEffect transition="in" filter="fade">
                                      <p:cBhvr>
                                        <p:cTn id="68" dur="750"/>
                                        <p:tgtEl>
                                          <p:spTgt spid="67"/>
                                        </p:tgtEl>
                                      </p:cBhvr>
                                    </p:animEffect>
                                    <p:anim calcmode="lin" valueType="num">
                                      <p:cBhvr>
                                        <p:cTn id="69" dur="750" fill="hold"/>
                                        <p:tgtEl>
                                          <p:spTgt spid="67"/>
                                        </p:tgtEl>
                                        <p:attrNameLst>
                                          <p:attrName>ppt_w</p:attrName>
                                        </p:attrNameLst>
                                      </p:cBhvr>
                                      <p:tavLst>
                                        <p:tav tm="0" fmla="#ppt_w*sin(2.5*pi*$)">
                                          <p:val>
                                            <p:fltVal val="0"/>
                                          </p:val>
                                        </p:tav>
                                        <p:tav tm="100000">
                                          <p:val>
                                            <p:fltVal val="1"/>
                                          </p:val>
                                        </p:tav>
                                      </p:tavLst>
                                    </p:anim>
                                    <p:anim calcmode="lin" valueType="num">
                                      <p:cBhvr>
                                        <p:cTn id="70" dur="750" fill="hold"/>
                                        <p:tgtEl>
                                          <p:spTgt spid="67"/>
                                        </p:tgtEl>
                                        <p:attrNameLst>
                                          <p:attrName>ppt_h</p:attrName>
                                        </p:attrNameLst>
                                      </p:cBhvr>
                                      <p:tavLst>
                                        <p:tav tm="0">
                                          <p:val>
                                            <p:strVal val="#ppt_h"/>
                                          </p:val>
                                        </p:tav>
                                        <p:tav tm="100000">
                                          <p:val>
                                            <p:strVal val="#ppt_h"/>
                                          </p:val>
                                        </p:tav>
                                      </p:tavLst>
                                    </p:anim>
                                  </p:childTnLst>
                                </p:cTn>
                              </p:par>
                              <p:par>
                                <p:cTn id="71" presetID="2" presetClass="entr" presetSubtype="3" decel="100000" fill="hold" grpId="0" nodeType="withEffect">
                                  <p:stCondLst>
                                    <p:cond delay="0"/>
                                  </p:stCondLst>
                                  <p:iterate type="wd">
                                    <p:tmPct val="10000"/>
                                  </p:iterate>
                                  <p:childTnLst>
                                    <p:set>
                                      <p:cBhvr>
                                        <p:cTn id="72" dur="1" fill="hold">
                                          <p:stCondLst>
                                            <p:cond delay="0"/>
                                          </p:stCondLst>
                                        </p:cTn>
                                        <p:tgtEl>
                                          <p:spTgt spid="59">
                                            <p:txEl>
                                              <p:pRg st="0" end="0"/>
                                            </p:txEl>
                                          </p:spTgt>
                                        </p:tgtEl>
                                        <p:attrNameLst>
                                          <p:attrName>style.visibility</p:attrName>
                                        </p:attrNameLst>
                                      </p:cBhvr>
                                      <p:to>
                                        <p:strVal val="visible"/>
                                      </p:to>
                                    </p:set>
                                    <p:anim calcmode="lin" valueType="num">
                                      <p:cBhvr additive="base">
                                        <p:cTn id="73" dur="1000" fill="hold"/>
                                        <p:tgtEl>
                                          <p:spTgt spid="59">
                                            <p:txEl>
                                              <p:pRg st="0" end="0"/>
                                            </p:txEl>
                                          </p:spTgt>
                                        </p:tgtEl>
                                        <p:attrNameLst>
                                          <p:attrName>ppt_x</p:attrName>
                                        </p:attrNameLst>
                                      </p:cBhvr>
                                      <p:tavLst>
                                        <p:tav tm="0">
                                          <p:val>
                                            <p:strVal val="1+#ppt_w/2"/>
                                          </p:val>
                                        </p:tav>
                                        <p:tav tm="100000">
                                          <p:val>
                                            <p:strVal val="#ppt_x"/>
                                          </p:val>
                                        </p:tav>
                                      </p:tavLst>
                                    </p:anim>
                                    <p:anim calcmode="lin" valueType="num">
                                      <p:cBhvr additive="base">
                                        <p:cTn id="74" dur="1000" fill="hold"/>
                                        <p:tgtEl>
                                          <p:spTgt spid="59">
                                            <p:txEl>
                                              <p:pRg st="0" end="0"/>
                                            </p:txEl>
                                          </p:spTgt>
                                        </p:tgtEl>
                                        <p:attrNameLst>
                                          <p:attrName>ppt_y</p:attrName>
                                        </p:attrNameLst>
                                      </p:cBhvr>
                                      <p:tavLst>
                                        <p:tav tm="0">
                                          <p:val>
                                            <p:strVal val="0-#ppt_h/2"/>
                                          </p:val>
                                        </p:tav>
                                        <p:tav tm="100000">
                                          <p:val>
                                            <p:strVal val="#ppt_y"/>
                                          </p:val>
                                        </p:tav>
                                      </p:tavLst>
                                    </p:anim>
                                  </p:childTnLst>
                                </p:cTn>
                              </p:par>
                            </p:childTnLst>
                          </p:cTn>
                        </p:par>
                        <p:par>
                          <p:cTn id="75" fill="hold">
                            <p:stCondLst>
                              <p:cond delay="3650"/>
                            </p:stCondLst>
                            <p:childTnLst>
                              <p:par>
                                <p:cTn id="76" presetID="2" presetClass="entr" presetSubtype="2" decel="100000" fill="hold" grpId="0" nodeType="afterEffect">
                                  <p:stCondLst>
                                    <p:cond delay="250"/>
                                  </p:stCondLst>
                                  <p:childTnLst>
                                    <p:set>
                                      <p:cBhvr>
                                        <p:cTn id="77" dur="1" fill="hold">
                                          <p:stCondLst>
                                            <p:cond delay="0"/>
                                          </p:stCondLst>
                                        </p:cTn>
                                        <p:tgtEl>
                                          <p:spTgt spid="60">
                                            <p:txEl>
                                              <p:pRg st="0" end="0"/>
                                            </p:txEl>
                                          </p:spTgt>
                                        </p:tgtEl>
                                        <p:attrNameLst>
                                          <p:attrName>style.visibility</p:attrName>
                                        </p:attrNameLst>
                                      </p:cBhvr>
                                      <p:to>
                                        <p:strVal val="visible"/>
                                      </p:to>
                                    </p:set>
                                    <p:anim calcmode="lin" valueType="num">
                                      <p:cBhvr additive="base">
                                        <p:cTn id="78" dur="500" fill="hold"/>
                                        <p:tgtEl>
                                          <p:spTgt spid="60">
                                            <p:txEl>
                                              <p:pRg st="0" end="0"/>
                                            </p:txEl>
                                          </p:spTgt>
                                        </p:tgtEl>
                                        <p:attrNameLst>
                                          <p:attrName>ppt_x</p:attrName>
                                        </p:attrNameLst>
                                      </p:cBhvr>
                                      <p:tavLst>
                                        <p:tav tm="0">
                                          <p:val>
                                            <p:strVal val="1+#ppt_w/2"/>
                                          </p:val>
                                        </p:tav>
                                        <p:tav tm="100000">
                                          <p:val>
                                            <p:strVal val="#ppt_x"/>
                                          </p:val>
                                        </p:tav>
                                      </p:tavLst>
                                    </p:anim>
                                    <p:anim calcmode="lin" valueType="num">
                                      <p:cBhvr additive="base">
                                        <p:cTn id="79" dur="500" fill="hold"/>
                                        <p:tgtEl>
                                          <p:spTgt spid="6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P spid="11" grpId="0" animBg="1"/>
      <p:bldP spid="11"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8" grpId="0" animBg="1"/>
      <p:bldP spid="55" grpId="0" build="p">
        <p:tmplLst>
          <p:tmpl lvl="1">
            <p:tnLst>
              <p:par>
                <p:cTn presetID="2" presetClass="entr" presetSubtype="12" decel="100000" fill="hold" nodeType="withEffect">
                  <p:stCondLst>
                    <p:cond delay="0"/>
                  </p:stCondLst>
                  <p:iterate type="wd">
                    <p:tmPct val="10000"/>
                  </p:iterate>
                  <p:childTnLst>
                    <p:set>
                      <p:cBhvr>
                        <p:cTn dur="1" fill="hold">
                          <p:stCondLst>
                            <p:cond delay="0"/>
                          </p:stCondLst>
                        </p:cTn>
                        <p:tgtEl>
                          <p:spTgt spid="55"/>
                        </p:tgtEl>
                        <p:attrNameLst>
                          <p:attrName>style.visibility</p:attrName>
                        </p:attrNameLst>
                      </p:cBhvr>
                      <p:to>
                        <p:strVal val="visible"/>
                      </p:to>
                    </p:set>
                    <p:anim calcmode="lin" valueType="num">
                      <p:cBhvr additive="base">
                        <p:cTn dur="1000" fill="hold"/>
                        <p:tgtEl>
                          <p:spTgt spid="55"/>
                        </p:tgtEl>
                        <p:attrNameLst>
                          <p:attrName>ppt_x</p:attrName>
                        </p:attrNameLst>
                      </p:cBhvr>
                      <p:tavLst>
                        <p:tav tm="0">
                          <p:val>
                            <p:strVal val="0-#ppt_w/2"/>
                          </p:val>
                        </p:tav>
                        <p:tav tm="100000">
                          <p:val>
                            <p:strVal val="#ppt_x"/>
                          </p:val>
                        </p:tav>
                      </p:tavLst>
                    </p:anim>
                    <p:anim calcmode="lin" valueType="num">
                      <p:cBhvr additive="base">
                        <p:cTn dur="1000" fill="hold"/>
                        <p:tgtEl>
                          <p:spTgt spid="55"/>
                        </p:tgtEl>
                        <p:attrNameLst>
                          <p:attrName>ppt_y</p:attrName>
                        </p:attrNameLst>
                      </p:cBhvr>
                      <p:tavLst>
                        <p:tav tm="0">
                          <p:val>
                            <p:strVal val="1+#ppt_h/2"/>
                          </p:val>
                        </p:tav>
                        <p:tav tm="100000">
                          <p:val>
                            <p:strVal val="#ppt_y"/>
                          </p:val>
                        </p:tav>
                      </p:tavLst>
                    </p:anim>
                  </p:childTnLst>
                </p:cTn>
              </p:par>
            </p:tnLst>
          </p:tmpl>
        </p:tmplLst>
      </p:bldP>
      <p:bldP spid="56"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1+#ppt_w/2"/>
                          </p:val>
                        </p:tav>
                        <p:tav tm="100000">
                          <p:val>
                            <p:strVal val="#ppt_x"/>
                          </p:val>
                        </p:tav>
                      </p:tavLst>
                    </p:anim>
                    <p:anim calcmode="lin" valueType="num">
                      <p:cBhvr additive="base">
                        <p:cTn dur="500" fill="hold"/>
                        <p:tgtEl>
                          <p:spTgt spid="56"/>
                        </p:tgtEl>
                        <p:attrNameLst>
                          <p:attrName>ppt_y</p:attrName>
                        </p:attrNameLst>
                      </p:cBhvr>
                      <p:tavLst>
                        <p:tav tm="0">
                          <p:val>
                            <p:strVal val="#ppt_y"/>
                          </p:val>
                        </p:tav>
                        <p:tav tm="100000">
                          <p:val>
                            <p:strVal val="#ppt_y"/>
                          </p:val>
                        </p:tav>
                      </p:tavLst>
                    </p:anim>
                  </p:childTnLst>
                </p:cTn>
              </p:par>
            </p:tnLst>
          </p:tmpl>
        </p:tmplLst>
      </p:bldP>
      <p:bldP spid="59" grpId="0" build="p">
        <p:tmplLst>
          <p:tmpl lvl="1">
            <p:tnLst>
              <p:par>
                <p:cTn presetID="2" presetClass="entr" presetSubtype="3" decel="100000" fill="hold" nodeType="withEffect">
                  <p:stCondLst>
                    <p:cond delay="0"/>
                  </p:stCondLst>
                  <p:iterate type="wd">
                    <p:tmPct val="10000"/>
                  </p:iterate>
                  <p:childTnLst>
                    <p:set>
                      <p:cBhvr>
                        <p:cTn dur="1" fill="hold">
                          <p:stCondLst>
                            <p:cond delay="0"/>
                          </p:stCondLst>
                        </p:cTn>
                        <p:tgtEl>
                          <p:spTgt spid="59"/>
                        </p:tgtEl>
                        <p:attrNameLst>
                          <p:attrName>style.visibility</p:attrName>
                        </p:attrNameLst>
                      </p:cBhvr>
                      <p:to>
                        <p:strVal val="visible"/>
                      </p:to>
                    </p:set>
                    <p:anim calcmode="lin" valueType="num">
                      <p:cBhvr additive="base">
                        <p:cTn dur="1000" fill="hold"/>
                        <p:tgtEl>
                          <p:spTgt spid="59"/>
                        </p:tgtEl>
                        <p:attrNameLst>
                          <p:attrName>ppt_x</p:attrName>
                        </p:attrNameLst>
                      </p:cBhvr>
                      <p:tavLst>
                        <p:tav tm="0">
                          <p:val>
                            <p:strVal val="1+#ppt_w/2"/>
                          </p:val>
                        </p:tav>
                        <p:tav tm="100000">
                          <p:val>
                            <p:strVal val="#ppt_x"/>
                          </p:val>
                        </p:tav>
                      </p:tavLst>
                    </p:anim>
                    <p:anim calcmode="lin" valueType="num">
                      <p:cBhvr additive="base">
                        <p:cTn dur="1000" fill="hold"/>
                        <p:tgtEl>
                          <p:spTgt spid="59"/>
                        </p:tgtEl>
                        <p:attrNameLst>
                          <p:attrName>ppt_y</p:attrName>
                        </p:attrNameLst>
                      </p:cBhvr>
                      <p:tavLst>
                        <p:tav tm="0">
                          <p:val>
                            <p:strVal val="0-#ppt_h/2"/>
                          </p:val>
                        </p:tav>
                        <p:tav tm="100000">
                          <p:val>
                            <p:strVal val="#ppt_y"/>
                          </p:val>
                        </p:tav>
                      </p:tavLst>
                    </p:anim>
                  </p:childTnLst>
                </p:cTn>
              </p:par>
            </p:tnLst>
          </p:tmpl>
        </p:tmplLst>
      </p:bldP>
      <p:bldP spid="60"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500" fill="hold"/>
                        <p:tgtEl>
                          <p:spTgt spid="60"/>
                        </p:tgtEl>
                        <p:attrNameLst>
                          <p:attrName>ppt_x</p:attrName>
                        </p:attrNameLst>
                      </p:cBhvr>
                      <p:tavLst>
                        <p:tav tm="0">
                          <p:val>
                            <p:strVal val="1+#ppt_w/2"/>
                          </p:val>
                        </p:tav>
                        <p:tav tm="100000">
                          <p:val>
                            <p:strVal val="#ppt_x"/>
                          </p:val>
                        </p:tav>
                      </p:tavLst>
                    </p:anim>
                    <p:anim calcmode="lin" valueType="num">
                      <p:cBhvr additive="base">
                        <p:cTn dur="500" fill="hold"/>
                        <p:tgtEl>
                          <p:spTgt spid="60"/>
                        </p:tgtEl>
                        <p:attrNameLst>
                          <p:attrName>ppt_y</p:attrName>
                        </p:attrNameLst>
                      </p:cBhvr>
                      <p:tavLst>
                        <p:tav tm="0">
                          <p:val>
                            <p:strVal val="#ppt_y"/>
                          </p:val>
                        </p:tav>
                        <p:tav tm="100000">
                          <p:val>
                            <p:strVal val="#ppt_y"/>
                          </p:val>
                        </p:tav>
                      </p:tavLst>
                    </p:anim>
                  </p:childTnLst>
                </p:cTn>
              </p:par>
            </p:tnLst>
          </p:tmpl>
        </p:tmplLst>
      </p:bldP>
      <p:bldP spid="6" grpId="0" animBg="1"/>
      <p:bldP spid="65" grpId="0" animBg="1"/>
      <p:bldP spid="65" grpId="1" animBg="1"/>
      <p:bldP spid="67" grpId="0" animBg="1"/>
      <p:bldP spid="67" grpId="1" animBg="1"/>
      <p:bldP spid="12" grpId="0" animBg="1"/>
      <p:bldP spid="68"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Images 2">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1382135" y="2742860"/>
            <a:ext cx="3152799" cy="3152799"/>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1218250" y="2618713"/>
            <a:ext cx="3152799" cy="3152799"/>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図プレースホルダー 5"/>
          <p:cNvSpPr>
            <a:spLocks noGrp="1"/>
          </p:cNvSpPr>
          <p:nvPr>
            <p:ph type="pic" sz="quarter" idx="14" hasCustomPrompt="1"/>
          </p:nvPr>
        </p:nvSpPr>
        <p:spPr>
          <a:xfrm>
            <a:off x="1353999" y="2700656"/>
            <a:ext cx="3063073" cy="306307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3" name="円/楕円 12"/>
          <p:cNvSpPr/>
          <p:nvPr userDrawn="1"/>
        </p:nvSpPr>
        <p:spPr>
          <a:xfrm>
            <a:off x="5539138" y="2742860"/>
            <a:ext cx="3152799" cy="3152799"/>
          </a:xfrm>
          <a:prstGeom prst="ellipse">
            <a:avLst/>
          </a:prstGeom>
          <a:solidFill>
            <a:schemeClr val="accent3">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p:cNvSpPr/>
          <p:nvPr userDrawn="1"/>
        </p:nvSpPr>
        <p:spPr>
          <a:xfrm>
            <a:off x="5375253" y="2618713"/>
            <a:ext cx="3152799" cy="3152799"/>
          </a:xfrm>
          <a:prstGeom prst="ellipse">
            <a:avLst/>
          </a:prstGeom>
          <a:solidFill>
            <a:schemeClr val="accent3">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図プレースホルダー 5"/>
          <p:cNvSpPr>
            <a:spLocks noGrp="1"/>
          </p:cNvSpPr>
          <p:nvPr>
            <p:ph type="pic" sz="quarter" idx="15" hasCustomPrompt="1"/>
          </p:nvPr>
        </p:nvSpPr>
        <p:spPr>
          <a:xfrm>
            <a:off x="5511002" y="2700656"/>
            <a:ext cx="3063073" cy="3063073"/>
          </a:xfrm>
          <a:prstGeom prst="ellipse">
            <a:avLst/>
          </a:prstGeom>
          <a:solidFill>
            <a:schemeClr val="bg1"/>
          </a:solidFill>
          <a:ln w="28575" cmpd="sng">
            <a:solidFill>
              <a:schemeClr val="accent3"/>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6" name="円/楕円 15"/>
          <p:cNvSpPr/>
          <p:nvPr userDrawn="1"/>
        </p:nvSpPr>
        <p:spPr>
          <a:xfrm>
            <a:off x="9696141" y="2742860"/>
            <a:ext cx="3152799" cy="3152799"/>
          </a:xfrm>
          <a:prstGeom prst="ellipse">
            <a:avLst/>
          </a:prstGeom>
          <a:solidFill>
            <a:schemeClr val="accent2">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9532256" y="2618713"/>
            <a:ext cx="3152799" cy="3152799"/>
          </a:xfrm>
          <a:prstGeom prst="ellipse">
            <a:avLst/>
          </a:prstGeom>
          <a:solidFill>
            <a:schemeClr val="accent2">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図プレースホルダー 5"/>
          <p:cNvSpPr>
            <a:spLocks noGrp="1"/>
          </p:cNvSpPr>
          <p:nvPr>
            <p:ph type="pic" sz="quarter" idx="16" hasCustomPrompt="1"/>
          </p:nvPr>
        </p:nvSpPr>
        <p:spPr>
          <a:xfrm>
            <a:off x="9668005" y="2700656"/>
            <a:ext cx="3063073" cy="3063073"/>
          </a:xfrm>
          <a:prstGeom prst="ellipse">
            <a:avLst/>
          </a:prstGeom>
          <a:solidFill>
            <a:schemeClr val="bg1"/>
          </a:solidFill>
          <a:ln w="28575" cmpd="sng">
            <a:solidFill>
              <a:schemeClr val="accent2"/>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9" name="円/楕円 18"/>
          <p:cNvSpPr/>
          <p:nvPr userDrawn="1"/>
        </p:nvSpPr>
        <p:spPr>
          <a:xfrm>
            <a:off x="13853145" y="2742860"/>
            <a:ext cx="3152799" cy="3152799"/>
          </a:xfrm>
          <a:prstGeom prst="ellipse">
            <a:avLst/>
          </a:prstGeom>
          <a:solidFill>
            <a:schemeClr val="accent4">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3689260" y="2618713"/>
            <a:ext cx="3152799" cy="3152799"/>
          </a:xfrm>
          <a:prstGeom prst="ellipse">
            <a:avLst/>
          </a:prstGeom>
          <a:solidFill>
            <a:schemeClr val="accent4">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図プレースホルダー 5"/>
          <p:cNvSpPr>
            <a:spLocks noGrp="1"/>
          </p:cNvSpPr>
          <p:nvPr>
            <p:ph type="pic" sz="quarter" idx="17" hasCustomPrompt="1"/>
          </p:nvPr>
        </p:nvSpPr>
        <p:spPr>
          <a:xfrm>
            <a:off x="13825009" y="2700656"/>
            <a:ext cx="3063073" cy="3063073"/>
          </a:xfrm>
          <a:prstGeom prst="ellipse">
            <a:avLst/>
          </a:prstGeom>
          <a:solidFill>
            <a:schemeClr val="bg1"/>
          </a:solidFill>
          <a:ln w="28575" cmpd="sng">
            <a:solidFill>
              <a:schemeClr val="accent4"/>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22" name="テキスト プレースホルダー 6"/>
          <p:cNvSpPr>
            <a:spLocks noGrp="1"/>
          </p:cNvSpPr>
          <p:nvPr>
            <p:ph type="body" sz="quarter" idx="21" hasCustomPrompt="1"/>
          </p:nvPr>
        </p:nvSpPr>
        <p:spPr>
          <a:xfrm>
            <a:off x="882803" y="5988137"/>
            <a:ext cx="3977631" cy="720080"/>
          </a:xfrm>
        </p:spPr>
        <p:txBody>
          <a:bodyPr anchor="t">
            <a:noAutofit/>
          </a:bodyPr>
          <a:lstStyle>
            <a:lvl1pPr algn="ct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3" name="テキスト プレースホルダー 6"/>
          <p:cNvSpPr>
            <a:spLocks noGrp="1"/>
          </p:cNvSpPr>
          <p:nvPr>
            <p:ph type="body" sz="quarter" idx="24" hasCustomPrompt="1"/>
          </p:nvPr>
        </p:nvSpPr>
        <p:spPr>
          <a:xfrm>
            <a:off x="1035285" y="7219190"/>
            <a:ext cx="3715678" cy="1643461"/>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4" name="正方形/長方形 23"/>
          <p:cNvSpPr/>
          <p:nvPr userDrawn="1"/>
        </p:nvSpPr>
        <p:spPr>
          <a:xfrm>
            <a:off x="1272944" y="7117857"/>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6"/>
          <p:cNvSpPr>
            <a:spLocks noGrp="1"/>
          </p:cNvSpPr>
          <p:nvPr>
            <p:ph type="body" sz="quarter" idx="25" hasCustomPrompt="1"/>
          </p:nvPr>
        </p:nvSpPr>
        <p:spPr>
          <a:xfrm>
            <a:off x="5020318" y="5985793"/>
            <a:ext cx="4012911" cy="720080"/>
          </a:xfrm>
        </p:spPr>
        <p:txBody>
          <a:bodyPr anchor="t">
            <a:noAutofit/>
          </a:bodyPr>
          <a:lstStyle>
            <a:lvl1pPr algn="ct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6" hasCustomPrompt="1"/>
          </p:nvPr>
        </p:nvSpPr>
        <p:spPr>
          <a:xfrm>
            <a:off x="5200268" y="7216846"/>
            <a:ext cx="3715678" cy="1643461"/>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7" name="正方形/長方形 26"/>
          <p:cNvSpPr/>
          <p:nvPr userDrawn="1"/>
        </p:nvSpPr>
        <p:spPr>
          <a:xfrm>
            <a:off x="5437927" y="7115513"/>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プレースホルダー 6"/>
          <p:cNvSpPr>
            <a:spLocks noGrp="1"/>
          </p:cNvSpPr>
          <p:nvPr>
            <p:ph type="body" sz="quarter" idx="27" hasCustomPrompt="1"/>
          </p:nvPr>
        </p:nvSpPr>
        <p:spPr>
          <a:xfrm>
            <a:off x="9190501" y="5988137"/>
            <a:ext cx="4012911" cy="720080"/>
          </a:xfrm>
        </p:spPr>
        <p:txBody>
          <a:bodyPr anchor="t">
            <a:noAutofit/>
          </a:bodyPr>
          <a:lstStyle>
            <a:lvl1pPr algn="ct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8" hasCustomPrompt="1"/>
          </p:nvPr>
        </p:nvSpPr>
        <p:spPr>
          <a:xfrm>
            <a:off x="9365251" y="7219190"/>
            <a:ext cx="3715678" cy="1643461"/>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0" name="正方形/長方形 29"/>
          <p:cNvSpPr/>
          <p:nvPr userDrawn="1"/>
        </p:nvSpPr>
        <p:spPr>
          <a:xfrm>
            <a:off x="9602910" y="7117857"/>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プレースホルダー 6"/>
          <p:cNvSpPr>
            <a:spLocks noGrp="1"/>
          </p:cNvSpPr>
          <p:nvPr>
            <p:ph type="body" sz="quarter" idx="29" hasCustomPrompt="1"/>
          </p:nvPr>
        </p:nvSpPr>
        <p:spPr>
          <a:xfrm>
            <a:off x="13360684" y="5988137"/>
            <a:ext cx="4012911" cy="720080"/>
          </a:xfrm>
        </p:spPr>
        <p:txBody>
          <a:bodyPr anchor="t">
            <a:noAutofit/>
          </a:bodyPr>
          <a:lstStyle>
            <a:lvl1pPr algn="ct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30" hasCustomPrompt="1"/>
          </p:nvPr>
        </p:nvSpPr>
        <p:spPr>
          <a:xfrm>
            <a:off x="13530235" y="7219190"/>
            <a:ext cx="3715678" cy="1643461"/>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3" name="正方形/長方形 32"/>
          <p:cNvSpPr/>
          <p:nvPr userDrawn="1"/>
        </p:nvSpPr>
        <p:spPr>
          <a:xfrm>
            <a:off x="13767894" y="7117857"/>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プレースホルダー 6"/>
          <p:cNvSpPr>
            <a:spLocks noGrp="1"/>
          </p:cNvSpPr>
          <p:nvPr>
            <p:ph type="body" sz="quarter" idx="31" hasCustomPrompt="1"/>
          </p:nvPr>
        </p:nvSpPr>
        <p:spPr>
          <a:xfrm>
            <a:off x="1032937" y="6485306"/>
            <a:ext cx="3715678" cy="573935"/>
          </a:xfrm>
        </p:spPr>
        <p:txBody>
          <a:bodyPr anchor="t">
            <a:noAutofit/>
          </a:bodyPr>
          <a:lstStyle>
            <a:lvl1pPr algn="ctr">
              <a:defRPr sz="1800" i="1" baseline="0">
                <a:solidFill>
                  <a:schemeClr val="accent1">
                    <a:lumMod val="50000"/>
                  </a:schemeClr>
                </a:solidFill>
                <a:latin typeface="+mn-lt"/>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p:ph type="body" sz="quarter" idx="32" hasCustomPrompt="1"/>
          </p:nvPr>
        </p:nvSpPr>
        <p:spPr>
          <a:xfrm>
            <a:off x="5197920" y="6482962"/>
            <a:ext cx="3715678" cy="573935"/>
          </a:xfrm>
        </p:spPr>
        <p:txBody>
          <a:bodyPr anchor="t">
            <a:noAutofit/>
          </a:bodyPr>
          <a:lstStyle>
            <a:lvl1pPr algn="ctr">
              <a:defRPr sz="1800" i="1" baseline="0">
                <a:solidFill>
                  <a:schemeClr val="accent3">
                    <a:lumMod val="50000"/>
                  </a:schemeClr>
                </a:solidFill>
                <a:latin typeface="+mn-lt"/>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33" hasCustomPrompt="1"/>
          </p:nvPr>
        </p:nvSpPr>
        <p:spPr>
          <a:xfrm>
            <a:off x="9362903" y="6485306"/>
            <a:ext cx="3715678" cy="573935"/>
          </a:xfrm>
        </p:spPr>
        <p:txBody>
          <a:bodyPr anchor="t">
            <a:noAutofit/>
          </a:bodyPr>
          <a:lstStyle>
            <a:lvl1pPr algn="ctr">
              <a:defRPr sz="1800" i="1" baseline="0">
                <a:solidFill>
                  <a:schemeClr val="accent2">
                    <a:lumMod val="50000"/>
                  </a:schemeClr>
                </a:solidFill>
                <a:latin typeface="+mn-lt"/>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p:ph type="body" sz="quarter" idx="34" hasCustomPrompt="1"/>
          </p:nvPr>
        </p:nvSpPr>
        <p:spPr>
          <a:xfrm>
            <a:off x="13527887" y="6485306"/>
            <a:ext cx="3715678" cy="573935"/>
          </a:xfrm>
        </p:spPr>
        <p:txBody>
          <a:bodyPr anchor="t">
            <a:noAutofit/>
          </a:bodyPr>
          <a:lstStyle>
            <a:lvl1pPr algn="ctr">
              <a:defRPr sz="1800" i="1" baseline="0">
                <a:solidFill>
                  <a:schemeClr val="accent4">
                    <a:lumMod val="50000"/>
                  </a:schemeClr>
                </a:solidFill>
                <a:latin typeface="+mn-lt"/>
              </a:defRPr>
            </a:lvl1pPr>
          </a:lstStyle>
          <a:p>
            <a:pPr lvl="0"/>
            <a:r>
              <a:rPr kumimoji="1" lang="en-US" altLang="ja-JP" dirty="0"/>
              <a:t>Text goes here</a:t>
            </a:r>
            <a:endParaRPr kumimoji="1" lang="ja-JP" altLang="en-US" dirty="0"/>
          </a:p>
        </p:txBody>
      </p:sp>
      <p:sp>
        <p:nvSpPr>
          <p:cNvPr id="38" name="スライド番号プレースホルダー 3"/>
          <p:cNvSpPr>
            <a:spLocks noGrp="1"/>
          </p:cNvSpPr>
          <p:nvPr>
            <p:ph type="sldNum" sz="quarter" idx="11"/>
          </p:nvPr>
        </p:nvSpPr>
        <p:spPr>
          <a:xfrm>
            <a:off x="17151170" y="9432788"/>
            <a:ext cx="1080120" cy="547688"/>
          </a:xfrm>
        </p:spPr>
        <p:txBody>
          <a:body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393800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50"/>
                                        <p:tgtEl>
                                          <p:spTgt spid="10"/>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50"/>
                                        <p:tgtEl>
                                          <p:spTgt spid="11"/>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2" presetClass="entr" presetSubtype="1" decel="100000" fill="hold" grpId="1"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750" fill="hold"/>
                                        <p:tgtEl>
                                          <p:spTgt spid="10"/>
                                        </p:tgtEl>
                                        <p:attrNameLst>
                                          <p:attrName>ppt_x</p:attrName>
                                        </p:attrNameLst>
                                      </p:cBhvr>
                                      <p:tavLst>
                                        <p:tav tm="0">
                                          <p:val>
                                            <p:strVal val="#ppt_x"/>
                                          </p:val>
                                        </p:tav>
                                        <p:tav tm="100000">
                                          <p:val>
                                            <p:strVal val="#ppt_x"/>
                                          </p:val>
                                        </p:tav>
                                      </p:tavLst>
                                    </p:anim>
                                    <p:anim calcmode="lin" valueType="num">
                                      <p:cBhvr additive="base">
                                        <p:cTn id="25" dur="750" fill="hold"/>
                                        <p:tgtEl>
                                          <p:spTgt spid="10"/>
                                        </p:tgtEl>
                                        <p:attrNameLst>
                                          <p:attrName>ppt_y</p:attrName>
                                        </p:attrNameLst>
                                      </p:cBhvr>
                                      <p:tavLst>
                                        <p:tav tm="0">
                                          <p:val>
                                            <p:strVal val="0-#ppt_h/2"/>
                                          </p:val>
                                        </p:tav>
                                        <p:tav tm="100000">
                                          <p:val>
                                            <p:strVal val="#ppt_y"/>
                                          </p:val>
                                        </p:tav>
                                      </p:tavLst>
                                    </p:anim>
                                  </p:childTnLst>
                                </p:cTn>
                              </p:par>
                              <p:par>
                                <p:cTn id="26" presetID="2" presetClass="entr" presetSubtype="1" decel="100000" fill="hold" grpId="1" nodeType="withEffect">
                                  <p:stCondLst>
                                    <p:cond delay="10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750" fill="hold"/>
                                        <p:tgtEl>
                                          <p:spTgt spid="11"/>
                                        </p:tgtEl>
                                        <p:attrNameLst>
                                          <p:attrName>ppt_x</p:attrName>
                                        </p:attrNameLst>
                                      </p:cBhvr>
                                      <p:tavLst>
                                        <p:tav tm="0">
                                          <p:val>
                                            <p:strVal val="#ppt_x"/>
                                          </p:val>
                                        </p:tav>
                                        <p:tav tm="100000">
                                          <p:val>
                                            <p:strVal val="#ppt_x"/>
                                          </p:val>
                                        </p:tav>
                                      </p:tavLst>
                                    </p:anim>
                                    <p:anim calcmode="lin" valueType="num">
                                      <p:cBhvr additive="base">
                                        <p:cTn id="29" dur="750" fill="hold"/>
                                        <p:tgtEl>
                                          <p:spTgt spid="11"/>
                                        </p:tgtEl>
                                        <p:attrNameLst>
                                          <p:attrName>ppt_y</p:attrName>
                                        </p:attrNameLst>
                                      </p:cBhvr>
                                      <p:tavLst>
                                        <p:tav tm="0">
                                          <p:val>
                                            <p:strVal val="0-#ppt_h/2"/>
                                          </p:val>
                                        </p:tav>
                                        <p:tav tm="100000">
                                          <p:val>
                                            <p:strVal val="#ppt_y"/>
                                          </p:val>
                                        </p:tav>
                                      </p:tavLst>
                                    </p:anim>
                                  </p:childTnLst>
                                </p:cTn>
                              </p:par>
                              <p:par>
                                <p:cTn id="30" presetID="2" presetClass="entr" presetSubtype="1" decel="100000" fill="hold" grpId="1" nodeType="withEffect">
                                  <p:stCondLst>
                                    <p:cond delay="20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750" fill="hold"/>
                                        <p:tgtEl>
                                          <p:spTgt spid="12"/>
                                        </p:tgtEl>
                                        <p:attrNameLst>
                                          <p:attrName>ppt_x</p:attrName>
                                        </p:attrNameLst>
                                      </p:cBhvr>
                                      <p:tavLst>
                                        <p:tav tm="0">
                                          <p:val>
                                            <p:strVal val="#ppt_x"/>
                                          </p:val>
                                        </p:tav>
                                        <p:tav tm="100000">
                                          <p:val>
                                            <p:strVal val="#ppt_x"/>
                                          </p:val>
                                        </p:tav>
                                      </p:tavLst>
                                    </p:anim>
                                    <p:anim calcmode="lin" valueType="num">
                                      <p:cBhvr additive="base">
                                        <p:cTn id="33" dur="750" fill="hold"/>
                                        <p:tgtEl>
                                          <p:spTgt spid="12"/>
                                        </p:tgtEl>
                                        <p:attrNameLst>
                                          <p:attrName>ppt_y</p:attrName>
                                        </p:attrNameLst>
                                      </p:cBhvr>
                                      <p:tavLst>
                                        <p:tav tm="0">
                                          <p:val>
                                            <p:strVal val="0-#ppt_h/2"/>
                                          </p:val>
                                        </p:tav>
                                        <p:tav tm="100000">
                                          <p:val>
                                            <p:strVal val="#ppt_y"/>
                                          </p:val>
                                        </p:tav>
                                      </p:tavLst>
                                    </p:anim>
                                  </p:childTnLst>
                                </p:cTn>
                              </p:par>
                            </p:childTnLst>
                          </p:cTn>
                        </p:par>
                        <p:par>
                          <p:cTn id="34" fill="hold">
                            <p:stCondLst>
                              <p:cond delay="1450"/>
                            </p:stCondLst>
                            <p:childTnLst>
                              <p:par>
                                <p:cTn id="35" presetID="2" presetClass="entr" presetSubtype="4" decel="100000" fill="hold" grpId="0" nodeType="afterEffect">
                                  <p:stCondLst>
                                    <p:cond delay="0"/>
                                  </p:stCondLst>
                                  <p:childTnLst>
                                    <p:set>
                                      <p:cBhvr>
                                        <p:cTn id="36" dur="1" fill="hold">
                                          <p:stCondLst>
                                            <p:cond delay="0"/>
                                          </p:stCondLst>
                                        </p:cTn>
                                        <p:tgtEl>
                                          <p:spTgt spid="22">
                                            <p:txEl>
                                              <p:pRg st="0" end="0"/>
                                            </p:txEl>
                                          </p:spTgt>
                                        </p:tgtEl>
                                        <p:attrNameLst>
                                          <p:attrName>style.visibility</p:attrName>
                                        </p:attrNameLst>
                                      </p:cBhvr>
                                      <p:to>
                                        <p:strVal val="visible"/>
                                      </p:to>
                                    </p:set>
                                    <p:anim calcmode="lin" valueType="num">
                                      <p:cBhvr additive="base">
                                        <p:cTn id="37"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par>
                          <p:cTn id="39" fill="hold">
                            <p:stCondLst>
                              <p:cond delay="1950"/>
                            </p:stCondLst>
                            <p:childTnLst>
                              <p:par>
                                <p:cTn id="40" presetID="22" presetClass="entr" presetSubtype="8" fill="hold" grpId="0" nodeType="afterEffect">
                                  <p:stCondLst>
                                    <p:cond delay="0"/>
                                  </p:stCondLst>
                                  <p:childTnLst>
                                    <p:set>
                                      <p:cBhvr>
                                        <p:cTn id="41" dur="1" fill="hold">
                                          <p:stCondLst>
                                            <p:cond delay="0"/>
                                          </p:stCondLst>
                                        </p:cTn>
                                        <p:tgtEl>
                                          <p:spTgt spid="34">
                                            <p:txEl>
                                              <p:pRg st="0" end="0"/>
                                            </p:txEl>
                                          </p:spTgt>
                                        </p:tgtEl>
                                        <p:attrNameLst>
                                          <p:attrName>style.visibility</p:attrName>
                                        </p:attrNameLst>
                                      </p:cBhvr>
                                      <p:to>
                                        <p:strVal val="visible"/>
                                      </p:to>
                                    </p:set>
                                    <p:animEffect transition="in" filter="wipe(left)">
                                      <p:cBhvr>
                                        <p:cTn id="42" dur="500"/>
                                        <p:tgtEl>
                                          <p:spTgt spid="34">
                                            <p:txEl>
                                              <p:pRg st="0" end="0"/>
                                            </p:txEl>
                                          </p:spTgt>
                                        </p:tgtEl>
                                      </p:cBhvr>
                                    </p:animEffect>
                                  </p:childTnLst>
                                </p:cTn>
                              </p:par>
                            </p:childTnLst>
                          </p:cTn>
                        </p:par>
                        <p:par>
                          <p:cTn id="43" fill="hold">
                            <p:stCondLst>
                              <p:cond delay="2450"/>
                            </p:stCondLst>
                            <p:childTnLst>
                              <p:par>
                                <p:cTn id="44" presetID="2" presetClass="entr" presetSubtype="4" decel="100000" fill="hold" grpId="0" nodeType="afterEffect">
                                  <p:stCondLst>
                                    <p:cond delay="0"/>
                                  </p:stCondLst>
                                  <p:childTnLst>
                                    <p:set>
                                      <p:cBhvr>
                                        <p:cTn id="45" dur="1" fill="hold">
                                          <p:stCondLst>
                                            <p:cond delay="0"/>
                                          </p:stCondLst>
                                        </p:cTn>
                                        <p:tgtEl>
                                          <p:spTgt spid="24"/>
                                        </p:tgtEl>
                                        <p:attrNameLst>
                                          <p:attrName>style.visibility</p:attrName>
                                        </p:attrNameLst>
                                      </p:cBhvr>
                                      <p:to>
                                        <p:strVal val="visible"/>
                                      </p:to>
                                    </p:set>
                                    <p:anim calcmode="lin" valueType="num">
                                      <p:cBhvr additive="base">
                                        <p:cTn id="46" dur="500" fill="hold"/>
                                        <p:tgtEl>
                                          <p:spTgt spid="24"/>
                                        </p:tgtEl>
                                        <p:attrNameLst>
                                          <p:attrName>ppt_x</p:attrName>
                                        </p:attrNameLst>
                                      </p:cBhvr>
                                      <p:tavLst>
                                        <p:tav tm="0">
                                          <p:val>
                                            <p:strVal val="#ppt_x"/>
                                          </p:val>
                                        </p:tav>
                                        <p:tav tm="100000">
                                          <p:val>
                                            <p:strVal val="#ppt_x"/>
                                          </p:val>
                                        </p:tav>
                                      </p:tavLst>
                                    </p:anim>
                                    <p:anim calcmode="lin" valueType="num">
                                      <p:cBhvr additive="base">
                                        <p:cTn id="47" dur="500" fill="hold"/>
                                        <p:tgtEl>
                                          <p:spTgt spid="24"/>
                                        </p:tgtEl>
                                        <p:attrNameLst>
                                          <p:attrName>ppt_y</p:attrName>
                                        </p:attrNameLst>
                                      </p:cBhvr>
                                      <p:tavLst>
                                        <p:tav tm="0">
                                          <p:val>
                                            <p:strVal val="1+#ppt_h/2"/>
                                          </p:val>
                                        </p:tav>
                                        <p:tav tm="100000">
                                          <p:val>
                                            <p:strVal val="#ppt_y"/>
                                          </p:val>
                                        </p:tav>
                                      </p:tavLst>
                                    </p:anim>
                                  </p:childTnLst>
                                </p:cTn>
                              </p:par>
                              <p:par>
                                <p:cTn id="48" presetID="2" presetClass="entr" presetSubtype="4" decel="100000" fill="hold" grpId="0" nodeType="withEffect">
                                  <p:stCondLst>
                                    <p:cond delay="10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par>
                          <p:cTn id="52" fill="hold">
                            <p:stCondLst>
                              <p:cond delay="3050"/>
                            </p:stCondLst>
                            <p:childTnLst>
                              <p:par>
                                <p:cTn id="53" presetID="10" presetClass="entr" presetSubtype="0"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750"/>
                                        <p:tgtEl>
                                          <p:spTgt spid="13"/>
                                        </p:tgtEl>
                                      </p:cBhvr>
                                    </p:animEffect>
                                  </p:childTnLst>
                                </p:cTn>
                              </p:par>
                              <p:par>
                                <p:cTn id="56" presetID="10" presetClass="entr" presetSubtype="0" fill="hold" grpId="0" nodeType="withEffect">
                                  <p:stCondLst>
                                    <p:cond delay="10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750"/>
                                        <p:tgtEl>
                                          <p:spTgt spid="14"/>
                                        </p:tgtEl>
                                      </p:cBhvr>
                                    </p:animEffect>
                                  </p:childTnLst>
                                </p:cTn>
                              </p:par>
                              <p:par>
                                <p:cTn id="59" presetID="10" presetClass="entr" presetSubtype="0" fill="hold" grpId="0" nodeType="withEffect">
                                  <p:stCondLst>
                                    <p:cond delay="20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750"/>
                                        <p:tgtEl>
                                          <p:spTgt spid="15"/>
                                        </p:tgtEl>
                                      </p:cBhvr>
                                    </p:animEffect>
                                  </p:childTnLst>
                                </p:cTn>
                              </p:par>
                              <p:par>
                                <p:cTn id="62" presetID="2" presetClass="entr" presetSubtype="1" decel="100000" fill="hold" grpId="1" nodeType="withEffect">
                                  <p:stCondLst>
                                    <p:cond delay="0"/>
                                  </p:stCondLst>
                                  <p:childTnLst>
                                    <p:set>
                                      <p:cBhvr>
                                        <p:cTn id="63" dur="1" fill="hold">
                                          <p:stCondLst>
                                            <p:cond delay="0"/>
                                          </p:stCondLst>
                                        </p:cTn>
                                        <p:tgtEl>
                                          <p:spTgt spid="13"/>
                                        </p:tgtEl>
                                        <p:attrNameLst>
                                          <p:attrName>style.visibility</p:attrName>
                                        </p:attrNameLst>
                                      </p:cBhvr>
                                      <p:to>
                                        <p:strVal val="visible"/>
                                      </p:to>
                                    </p:set>
                                    <p:anim calcmode="lin" valueType="num">
                                      <p:cBhvr additive="base">
                                        <p:cTn id="64" dur="750" fill="hold"/>
                                        <p:tgtEl>
                                          <p:spTgt spid="13"/>
                                        </p:tgtEl>
                                        <p:attrNameLst>
                                          <p:attrName>ppt_x</p:attrName>
                                        </p:attrNameLst>
                                      </p:cBhvr>
                                      <p:tavLst>
                                        <p:tav tm="0">
                                          <p:val>
                                            <p:strVal val="#ppt_x"/>
                                          </p:val>
                                        </p:tav>
                                        <p:tav tm="100000">
                                          <p:val>
                                            <p:strVal val="#ppt_x"/>
                                          </p:val>
                                        </p:tav>
                                      </p:tavLst>
                                    </p:anim>
                                    <p:anim calcmode="lin" valueType="num">
                                      <p:cBhvr additive="base">
                                        <p:cTn id="65" dur="750" fill="hold"/>
                                        <p:tgtEl>
                                          <p:spTgt spid="13"/>
                                        </p:tgtEl>
                                        <p:attrNameLst>
                                          <p:attrName>ppt_y</p:attrName>
                                        </p:attrNameLst>
                                      </p:cBhvr>
                                      <p:tavLst>
                                        <p:tav tm="0">
                                          <p:val>
                                            <p:strVal val="0-#ppt_h/2"/>
                                          </p:val>
                                        </p:tav>
                                        <p:tav tm="100000">
                                          <p:val>
                                            <p:strVal val="#ppt_y"/>
                                          </p:val>
                                        </p:tav>
                                      </p:tavLst>
                                    </p:anim>
                                  </p:childTnLst>
                                </p:cTn>
                              </p:par>
                              <p:par>
                                <p:cTn id="66" presetID="2" presetClass="entr" presetSubtype="1" decel="100000" fill="hold" grpId="1" nodeType="withEffect">
                                  <p:stCondLst>
                                    <p:cond delay="100"/>
                                  </p:stCondLst>
                                  <p:childTnLst>
                                    <p:set>
                                      <p:cBhvr>
                                        <p:cTn id="67" dur="1" fill="hold">
                                          <p:stCondLst>
                                            <p:cond delay="0"/>
                                          </p:stCondLst>
                                        </p:cTn>
                                        <p:tgtEl>
                                          <p:spTgt spid="14"/>
                                        </p:tgtEl>
                                        <p:attrNameLst>
                                          <p:attrName>style.visibility</p:attrName>
                                        </p:attrNameLst>
                                      </p:cBhvr>
                                      <p:to>
                                        <p:strVal val="visible"/>
                                      </p:to>
                                    </p:set>
                                    <p:anim calcmode="lin" valueType="num">
                                      <p:cBhvr additive="base">
                                        <p:cTn id="68" dur="750" fill="hold"/>
                                        <p:tgtEl>
                                          <p:spTgt spid="14"/>
                                        </p:tgtEl>
                                        <p:attrNameLst>
                                          <p:attrName>ppt_x</p:attrName>
                                        </p:attrNameLst>
                                      </p:cBhvr>
                                      <p:tavLst>
                                        <p:tav tm="0">
                                          <p:val>
                                            <p:strVal val="#ppt_x"/>
                                          </p:val>
                                        </p:tav>
                                        <p:tav tm="100000">
                                          <p:val>
                                            <p:strVal val="#ppt_x"/>
                                          </p:val>
                                        </p:tav>
                                      </p:tavLst>
                                    </p:anim>
                                    <p:anim calcmode="lin" valueType="num">
                                      <p:cBhvr additive="base">
                                        <p:cTn id="69" dur="750" fill="hold"/>
                                        <p:tgtEl>
                                          <p:spTgt spid="14"/>
                                        </p:tgtEl>
                                        <p:attrNameLst>
                                          <p:attrName>ppt_y</p:attrName>
                                        </p:attrNameLst>
                                      </p:cBhvr>
                                      <p:tavLst>
                                        <p:tav tm="0">
                                          <p:val>
                                            <p:strVal val="0-#ppt_h/2"/>
                                          </p:val>
                                        </p:tav>
                                        <p:tav tm="100000">
                                          <p:val>
                                            <p:strVal val="#ppt_y"/>
                                          </p:val>
                                        </p:tav>
                                      </p:tavLst>
                                    </p:anim>
                                  </p:childTnLst>
                                </p:cTn>
                              </p:par>
                              <p:par>
                                <p:cTn id="70" presetID="2" presetClass="entr" presetSubtype="1" decel="100000" fill="hold" grpId="1" nodeType="withEffect">
                                  <p:stCondLst>
                                    <p:cond delay="20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750" fill="hold"/>
                                        <p:tgtEl>
                                          <p:spTgt spid="15"/>
                                        </p:tgtEl>
                                        <p:attrNameLst>
                                          <p:attrName>ppt_x</p:attrName>
                                        </p:attrNameLst>
                                      </p:cBhvr>
                                      <p:tavLst>
                                        <p:tav tm="0">
                                          <p:val>
                                            <p:strVal val="#ppt_x"/>
                                          </p:val>
                                        </p:tav>
                                        <p:tav tm="100000">
                                          <p:val>
                                            <p:strVal val="#ppt_x"/>
                                          </p:val>
                                        </p:tav>
                                      </p:tavLst>
                                    </p:anim>
                                    <p:anim calcmode="lin" valueType="num">
                                      <p:cBhvr additive="base">
                                        <p:cTn id="73" dur="750" fill="hold"/>
                                        <p:tgtEl>
                                          <p:spTgt spid="15"/>
                                        </p:tgtEl>
                                        <p:attrNameLst>
                                          <p:attrName>ppt_y</p:attrName>
                                        </p:attrNameLst>
                                      </p:cBhvr>
                                      <p:tavLst>
                                        <p:tav tm="0">
                                          <p:val>
                                            <p:strVal val="0-#ppt_h/2"/>
                                          </p:val>
                                        </p:tav>
                                        <p:tav tm="100000">
                                          <p:val>
                                            <p:strVal val="#ppt_y"/>
                                          </p:val>
                                        </p:tav>
                                      </p:tavLst>
                                    </p:anim>
                                  </p:childTnLst>
                                </p:cTn>
                              </p:par>
                            </p:childTnLst>
                          </p:cTn>
                        </p:par>
                        <p:par>
                          <p:cTn id="74" fill="hold">
                            <p:stCondLst>
                              <p:cond delay="4000"/>
                            </p:stCondLst>
                            <p:childTnLst>
                              <p:par>
                                <p:cTn id="75" presetID="2" presetClass="entr" presetSubtype="4" decel="100000" fill="hold" grpId="0" nodeType="afterEffect">
                                  <p:stCondLst>
                                    <p:cond delay="0"/>
                                  </p:stCondLst>
                                  <p:childTnLst>
                                    <p:set>
                                      <p:cBhvr>
                                        <p:cTn id="76" dur="1" fill="hold">
                                          <p:stCondLst>
                                            <p:cond delay="0"/>
                                          </p:stCondLst>
                                        </p:cTn>
                                        <p:tgtEl>
                                          <p:spTgt spid="25">
                                            <p:txEl>
                                              <p:pRg st="0" end="0"/>
                                            </p:txEl>
                                          </p:spTgt>
                                        </p:tgtEl>
                                        <p:attrNameLst>
                                          <p:attrName>style.visibility</p:attrName>
                                        </p:attrNameLst>
                                      </p:cBhvr>
                                      <p:to>
                                        <p:strVal val="visible"/>
                                      </p:to>
                                    </p:set>
                                    <p:anim calcmode="lin" valueType="num">
                                      <p:cBhvr additive="base">
                                        <p:cTn id="77"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par>
                          <p:cTn id="79" fill="hold">
                            <p:stCondLst>
                              <p:cond delay="4500"/>
                            </p:stCondLst>
                            <p:childTnLst>
                              <p:par>
                                <p:cTn id="80" presetID="22" presetClass="entr" presetSubtype="8" fill="hold" grpId="0" nodeType="afterEffect">
                                  <p:stCondLst>
                                    <p:cond delay="0"/>
                                  </p:stCondLst>
                                  <p:childTnLst>
                                    <p:set>
                                      <p:cBhvr>
                                        <p:cTn id="81" dur="1" fill="hold">
                                          <p:stCondLst>
                                            <p:cond delay="0"/>
                                          </p:stCondLst>
                                        </p:cTn>
                                        <p:tgtEl>
                                          <p:spTgt spid="35">
                                            <p:txEl>
                                              <p:pRg st="0" end="0"/>
                                            </p:txEl>
                                          </p:spTgt>
                                        </p:tgtEl>
                                        <p:attrNameLst>
                                          <p:attrName>style.visibility</p:attrName>
                                        </p:attrNameLst>
                                      </p:cBhvr>
                                      <p:to>
                                        <p:strVal val="visible"/>
                                      </p:to>
                                    </p:set>
                                    <p:animEffect transition="in" filter="wipe(left)">
                                      <p:cBhvr>
                                        <p:cTn id="82" dur="500"/>
                                        <p:tgtEl>
                                          <p:spTgt spid="35">
                                            <p:txEl>
                                              <p:pRg st="0" end="0"/>
                                            </p:txEl>
                                          </p:spTgt>
                                        </p:tgtEl>
                                      </p:cBhvr>
                                    </p:animEffect>
                                  </p:childTnLst>
                                </p:cTn>
                              </p:par>
                            </p:childTnLst>
                          </p:cTn>
                        </p:par>
                        <p:par>
                          <p:cTn id="83" fill="hold">
                            <p:stCondLst>
                              <p:cond delay="5000"/>
                            </p:stCondLst>
                            <p:childTnLst>
                              <p:par>
                                <p:cTn id="84" presetID="2" presetClass="entr" presetSubtype="4" decel="100000" fill="hold" grpId="0" nodeType="after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1+#ppt_h/2"/>
                                          </p:val>
                                        </p:tav>
                                        <p:tav tm="100000">
                                          <p:val>
                                            <p:strVal val="#ppt_y"/>
                                          </p:val>
                                        </p:tav>
                                      </p:tavLst>
                                    </p:anim>
                                  </p:childTnLst>
                                </p:cTn>
                              </p:par>
                              <p:par>
                                <p:cTn id="88" presetID="2" presetClass="entr" presetSubtype="4" decel="100000" fill="hold" grpId="0" nodeType="withEffect">
                                  <p:stCondLst>
                                    <p:cond delay="100"/>
                                  </p:stCondLst>
                                  <p:childTnLst>
                                    <p:set>
                                      <p:cBhvr>
                                        <p:cTn id="89" dur="1" fill="hold">
                                          <p:stCondLst>
                                            <p:cond delay="0"/>
                                          </p:stCondLst>
                                        </p:cTn>
                                        <p:tgtEl>
                                          <p:spTgt spid="26">
                                            <p:txEl>
                                              <p:pRg st="0" end="0"/>
                                            </p:txEl>
                                          </p:spTgt>
                                        </p:tgtEl>
                                        <p:attrNameLst>
                                          <p:attrName>style.visibility</p:attrName>
                                        </p:attrNameLst>
                                      </p:cBhvr>
                                      <p:to>
                                        <p:strVal val="visible"/>
                                      </p:to>
                                    </p:set>
                                    <p:anim calcmode="lin" valueType="num">
                                      <p:cBhvr additive="base">
                                        <p:cTn id="90"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26">
                                            <p:txEl>
                                              <p:pRg st="0" end="0"/>
                                            </p:txEl>
                                          </p:spTgt>
                                        </p:tgtEl>
                                        <p:attrNameLst>
                                          <p:attrName>ppt_y</p:attrName>
                                        </p:attrNameLst>
                                      </p:cBhvr>
                                      <p:tavLst>
                                        <p:tav tm="0">
                                          <p:val>
                                            <p:strVal val="1+#ppt_h/2"/>
                                          </p:val>
                                        </p:tav>
                                        <p:tav tm="100000">
                                          <p:val>
                                            <p:strVal val="#ppt_y"/>
                                          </p:val>
                                        </p:tav>
                                      </p:tavLst>
                                    </p:anim>
                                  </p:childTnLst>
                                </p:cTn>
                              </p:par>
                            </p:childTnLst>
                          </p:cTn>
                        </p:par>
                        <p:par>
                          <p:cTn id="92" fill="hold">
                            <p:stCondLst>
                              <p:cond delay="5600"/>
                            </p:stCondLst>
                            <p:childTnLst>
                              <p:par>
                                <p:cTn id="93" presetID="10" presetClass="entr" presetSubtype="0" fill="hold" grpId="0" nodeType="afterEffect">
                                  <p:stCondLst>
                                    <p:cond delay="0"/>
                                  </p:stCondLst>
                                  <p:childTnLst>
                                    <p:set>
                                      <p:cBhvr>
                                        <p:cTn id="94" dur="1" fill="hold">
                                          <p:stCondLst>
                                            <p:cond delay="0"/>
                                          </p:stCondLst>
                                        </p:cTn>
                                        <p:tgtEl>
                                          <p:spTgt spid="16"/>
                                        </p:tgtEl>
                                        <p:attrNameLst>
                                          <p:attrName>style.visibility</p:attrName>
                                        </p:attrNameLst>
                                      </p:cBhvr>
                                      <p:to>
                                        <p:strVal val="visible"/>
                                      </p:to>
                                    </p:set>
                                    <p:animEffect transition="in" filter="fade">
                                      <p:cBhvr>
                                        <p:cTn id="95" dur="750"/>
                                        <p:tgtEl>
                                          <p:spTgt spid="16"/>
                                        </p:tgtEl>
                                      </p:cBhvr>
                                    </p:animEffect>
                                  </p:childTnLst>
                                </p:cTn>
                              </p:par>
                              <p:par>
                                <p:cTn id="96" presetID="10" presetClass="entr" presetSubtype="0" fill="hold" grpId="0" nodeType="withEffect">
                                  <p:stCondLst>
                                    <p:cond delay="100"/>
                                  </p:stCondLst>
                                  <p:childTnLst>
                                    <p:set>
                                      <p:cBhvr>
                                        <p:cTn id="97" dur="1" fill="hold">
                                          <p:stCondLst>
                                            <p:cond delay="0"/>
                                          </p:stCondLst>
                                        </p:cTn>
                                        <p:tgtEl>
                                          <p:spTgt spid="17"/>
                                        </p:tgtEl>
                                        <p:attrNameLst>
                                          <p:attrName>style.visibility</p:attrName>
                                        </p:attrNameLst>
                                      </p:cBhvr>
                                      <p:to>
                                        <p:strVal val="visible"/>
                                      </p:to>
                                    </p:set>
                                    <p:animEffect transition="in" filter="fade">
                                      <p:cBhvr>
                                        <p:cTn id="98" dur="750"/>
                                        <p:tgtEl>
                                          <p:spTgt spid="17"/>
                                        </p:tgtEl>
                                      </p:cBhvr>
                                    </p:animEffect>
                                  </p:childTnLst>
                                </p:cTn>
                              </p:par>
                              <p:par>
                                <p:cTn id="99" presetID="10" presetClass="entr" presetSubtype="0" fill="hold" grpId="0" nodeType="withEffect">
                                  <p:stCondLst>
                                    <p:cond delay="20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1" dur="750"/>
                                        <p:tgtEl>
                                          <p:spTgt spid="18"/>
                                        </p:tgtEl>
                                      </p:cBhvr>
                                    </p:animEffect>
                                  </p:childTnLst>
                                </p:cTn>
                              </p:par>
                              <p:par>
                                <p:cTn id="102" presetID="2" presetClass="entr" presetSubtype="1" decel="100000" fill="hold" grpId="1" nodeType="withEffect">
                                  <p:stCondLst>
                                    <p:cond delay="0"/>
                                  </p:stCondLst>
                                  <p:childTnLst>
                                    <p:set>
                                      <p:cBhvr>
                                        <p:cTn id="103" dur="1" fill="hold">
                                          <p:stCondLst>
                                            <p:cond delay="0"/>
                                          </p:stCondLst>
                                        </p:cTn>
                                        <p:tgtEl>
                                          <p:spTgt spid="16"/>
                                        </p:tgtEl>
                                        <p:attrNameLst>
                                          <p:attrName>style.visibility</p:attrName>
                                        </p:attrNameLst>
                                      </p:cBhvr>
                                      <p:to>
                                        <p:strVal val="visible"/>
                                      </p:to>
                                    </p:set>
                                    <p:anim calcmode="lin" valueType="num">
                                      <p:cBhvr additive="base">
                                        <p:cTn id="104" dur="750" fill="hold"/>
                                        <p:tgtEl>
                                          <p:spTgt spid="16"/>
                                        </p:tgtEl>
                                        <p:attrNameLst>
                                          <p:attrName>ppt_x</p:attrName>
                                        </p:attrNameLst>
                                      </p:cBhvr>
                                      <p:tavLst>
                                        <p:tav tm="0">
                                          <p:val>
                                            <p:strVal val="#ppt_x"/>
                                          </p:val>
                                        </p:tav>
                                        <p:tav tm="100000">
                                          <p:val>
                                            <p:strVal val="#ppt_x"/>
                                          </p:val>
                                        </p:tav>
                                      </p:tavLst>
                                    </p:anim>
                                    <p:anim calcmode="lin" valueType="num">
                                      <p:cBhvr additive="base">
                                        <p:cTn id="105" dur="750" fill="hold"/>
                                        <p:tgtEl>
                                          <p:spTgt spid="16"/>
                                        </p:tgtEl>
                                        <p:attrNameLst>
                                          <p:attrName>ppt_y</p:attrName>
                                        </p:attrNameLst>
                                      </p:cBhvr>
                                      <p:tavLst>
                                        <p:tav tm="0">
                                          <p:val>
                                            <p:strVal val="0-#ppt_h/2"/>
                                          </p:val>
                                        </p:tav>
                                        <p:tav tm="100000">
                                          <p:val>
                                            <p:strVal val="#ppt_y"/>
                                          </p:val>
                                        </p:tav>
                                      </p:tavLst>
                                    </p:anim>
                                  </p:childTnLst>
                                </p:cTn>
                              </p:par>
                              <p:par>
                                <p:cTn id="106" presetID="2" presetClass="entr" presetSubtype="1" decel="100000" fill="hold" grpId="1" nodeType="withEffect">
                                  <p:stCondLst>
                                    <p:cond delay="100"/>
                                  </p:stCondLst>
                                  <p:childTnLst>
                                    <p:set>
                                      <p:cBhvr>
                                        <p:cTn id="107" dur="1" fill="hold">
                                          <p:stCondLst>
                                            <p:cond delay="0"/>
                                          </p:stCondLst>
                                        </p:cTn>
                                        <p:tgtEl>
                                          <p:spTgt spid="17"/>
                                        </p:tgtEl>
                                        <p:attrNameLst>
                                          <p:attrName>style.visibility</p:attrName>
                                        </p:attrNameLst>
                                      </p:cBhvr>
                                      <p:to>
                                        <p:strVal val="visible"/>
                                      </p:to>
                                    </p:set>
                                    <p:anim calcmode="lin" valueType="num">
                                      <p:cBhvr additive="base">
                                        <p:cTn id="108" dur="750" fill="hold"/>
                                        <p:tgtEl>
                                          <p:spTgt spid="17"/>
                                        </p:tgtEl>
                                        <p:attrNameLst>
                                          <p:attrName>ppt_x</p:attrName>
                                        </p:attrNameLst>
                                      </p:cBhvr>
                                      <p:tavLst>
                                        <p:tav tm="0">
                                          <p:val>
                                            <p:strVal val="#ppt_x"/>
                                          </p:val>
                                        </p:tav>
                                        <p:tav tm="100000">
                                          <p:val>
                                            <p:strVal val="#ppt_x"/>
                                          </p:val>
                                        </p:tav>
                                      </p:tavLst>
                                    </p:anim>
                                    <p:anim calcmode="lin" valueType="num">
                                      <p:cBhvr additive="base">
                                        <p:cTn id="109" dur="750" fill="hold"/>
                                        <p:tgtEl>
                                          <p:spTgt spid="17"/>
                                        </p:tgtEl>
                                        <p:attrNameLst>
                                          <p:attrName>ppt_y</p:attrName>
                                        </p:attrNameLst>
                                      </p:cBhvr>
                                      <p:tavLst>
                                        <p:tav tm="0">
                                          <p:val>
                                            <p:strVal val="0-#ppt_h/2"/>
                                          </p:val>
                                        </p:tav>
                                        <p:tav tm="100000">
                                          <p:val>
                                            <p:strVal val="#ppt_y"/>
                                          </p:val>
                                        </p:tav>
                                      </p:tavLst>
                                    </p:anim>
                                  </p:childTnLst>
                                </p:cTn>
                              </p:par>
                              <p:par>
                                <p:cTn id="110" presetID="2" presetClass="entr" presetSubtype="1" decel="100000" fill="hold" grpId="1" nodeType="withEffect">
                                  <p:stCondLst>
                                    <p:cond delay="200"/>
                                  </p:stCondLst>
                                  <p:childTnLst>
                                    <p:set>
                                      <p:cBhvr>
                                        <p:cTn id="111" dur="1" fill="hold">
                                          <p:stCondLst>
                                            <p:cond delay="0"/>
                                          </p:stCondLst>
                                        </p:cTn>
                                        <p:tgtEl>
                                          <p:spTgt spid="18"/>
                                        </p:tgtEl>
                                        <p:attrNameLst>
                                          <p:attrName>style.visibility</p:attrName>
                                        </p:attrNameLst>
                                      </p:cBhvr>
                                      <p:to>
                                        <p:strVal val="visible"/>
                                      </p:to>
                                    </p:set>
                                    <p:anim calcmode="lin" valueType="num">
                                      <p:cBhvr additive="base">
                                        <p:cTn id="112" dur="750" fill="hold"/>
                                        <p:tgtEl>
                                          <p:spTgt spid="18"/>
                                        </p:tgtEl>
                                        <p:attrNameLst>
                                          <p:attrName>ppt_x</p:attrName>
                                        </p:attrNameLst>
                                      </p:cBhvr>
                                      <p:tavLst>
                                        <p:tav tm="0">
                                          <p:val>
                                            <p:strVal val="#ppt_x"/>
                                          </p:val>
                                        </p:tav>
                                        <p:tav tm="100000">
                                          <p:val>
                                            <p:strVal val="#ppt_x"/>
                                          </p:val>
                                        </p:tav>
                                      </p:tavLst>
                                    </p:anim>
                                    <p:anim calcmode="lin" valueType="num">
                                      <p:cBhvr additive="base">
                                        <p:cTn id="113" dur="750" fill="hold"/>
                                        <p:tgtEl>
                                          <p:spTgt spid="18"/>
                                        </p:tgtEl>
                                        <p:attrNameLst>
                                          <p:attrName>ppt_y</p:attrName>
                                        </p:attrNameLst>
                                      </p:cBhvr>
                                      <p:tavLst>
                                        <p:tav tm="0">
                                          <p:val>
                                            <p:strVal val="0-#ppt_h/2"/>
                                          </p:val>
                                        </p:tav>
                                        <p:tav tm="100000">
                                          <p:val>
                                            <p:strVal val="#ppt_y"/>
                                          </p:val>
                                        </p:tav>
                                      </p:tavLst>
                                    </p:anim>
                                  </p:childTnLst>
                                </p:cTn>
                              </p:par>
                            </p:childTnLst>
                          </p:cTn>
                        </p:par>
                        <p:par>
                          <p:cTn id="114" fill="hold">
                            <p:stCondLst>
                              <p:cond delay="6550"/>
                            </p:stCondLst>
                            <p:childTnLst>
                              <p:par>
                                <p:cTn id="115" presetID="2" presetClass="entr" presetSubtype="4" decel="100000" fill="hold" grpId="0" nodeType="afterEffect">
                                  <p:stCondLst>
                                    <p:cond delay="0"/>
                                  </p:stCondLst>
                                  <p:childTnLst>
                                    <p:set>
                                      <p:cBhvr>
                                        <p:cTn id="116" dur="1" fill="hold">
                                          <p:stCondLst>
                                            <p:cond delay="0"/>
                                          </p:stCondLst>
                                        </p:cTn>
                                        <p:tgtEl>
                                          <p:spTgt spid="28">
                                            <p:txEl>
                                              <p:pRg st="0" end="0"/>
                                            </p:txEl>
                                          </p:spTgt>
                                        </p:tgtEl>
                                        <p:attrNameLst>
                                          <p:attrName>style.visibility</p:attrName>
                                        </p:attrNameLst>
                                      </p:cBhvr>
                                      <p:to>
                                        <p:strVal val="visible"/>
                                      </p:to>
                                    </p:set>
                                    <p:anim calcmode="lin" valueType="num">
                                      <p:cBhvr additive="base">
                                        <p:cTn id="117"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119" fill="hold">
                            <p:stCondLst>
                              <p:cond delay="7050"/>
                            </p:stCondLst>
                            <p:childTnLst>
                              <p:par>
                                <p:cTn id="120" presetID="22" presetClass="entr" presetSubtype="8" fill="hold" grpId="0" nodeType="afterEffect">
                                  <p:stCondLst>
                                    <p:cond delay="0"/>
                                  </p:stCondLst>
                                  <p:childTnLst>
                                    <p:set>
                                      <p:cBhvr>
                                        <p:cTn id="121" dur="1" fill="hold">
                                          <p:stCondLst>
                                            <p:cond delay="0"/>
                                          </p:stCondLst>
                                        </p:cTn>
                                        <p:tgtEl>
                                          <p:spTgt spid="36">
                                            <p:txEl>
                                              <p:pRg st="0" end="0"/>
                                            </p:txEl>
                                          </p:spTgt>
                                        </p:tgtEl>
                                        <p:attrNameLst>
                                          <p:attrName>style.visibility</p:attrName>
                                        </p:attrNameLst>
                                      </p:cBhvr>
                                      <p:to>
                                        <p:strVal val="visible"/>
                                      </p:to>
                                    </p:set>
                                    <p:animEffect transition="in" filter="wipe(left)">
                                      <p:cBhvr>
                                        <p:cTn id="122" dur="500"/>
                                        <p:tgtEl>
                                          <p:spTgt spid="36">
                                            <p:txEl>
                                              <p:pRg st="0" end="0"/>
                                            </p:txEl>
                                          </p:spTgt>
                                        </p:tgtEl>
                                      </p:cBhvr>
                                    </p:animEffect>
                                  </p:childTnLst>
                                </p:cTn>
                              </p:par>
                            </p:childTnLst>
                          </p:cTn>
                        </p:par>
                        <p:par>
                          <p:cTn id="123" fill="hold">
                            <p:stCondLst>
                              <p:cond delay="7550"/>
                            </p:stCondLst>
                            <p:childTnLst>
                              <p:par>
                                <p:cTn id="124" presetID="2" presetClass="entr" presetSubtype="4" decel="100000" fill="hold" grpId="0" nodeType="afterEffect">
                                  <p:stCondLst>
                                    <p:cond delay="0"/>
                                  </p:stCondLst>
                                  <p:childTnLst>
                                    <p:set>
                                      <p:cBhvr>
                                        <p:cTn id="125" dur="1" fill="hold">
                                          <p:stCondLst>
                                            <p:cond delay="0"/>
                                          </p:stCondLst>
                                        </p:cTn>
                                        <p:tgtEl>
                                          <p:spTgt spid="30"/>
                                        </p:tgtEl>
                                        <p:attrNameLst>
                                          <p:attrName>style.visibility</p:attrName>
                                        </p:attrNameLst>
                                      </p:cBhvr>
                                      <p:to>
                                        <p:strVal val="visible"/>
                                      </p:to>
                                    </p:set>
                                    <p:anim calcmode="lin" valueType="num">
                                      <p:cBhvr additive="base">
                                        <p:cTn id="126" dur="500" fill="hold"/>
                                        <p:tgtEl>
                                          <p:spTgt spid="30"/>
                                        </p:tgtEl>
                                        <p:attrNameLst>
                                          <p:attrName>ppt_x</p:attrName>
                                        </p:attrNameLst>
                                      </p:cBhvr>
                                      <p:tavLst>
                                        <p:tav tm="0">
                                          <p:val>
                                            <p:strVal val="#ppt_x"/>
                                          </p:val>
                                        </p:tav>
                                        <p:tav tm="100000">
                                          <p:val>
                                            <p:strVal val="#ppt_x"/>
                                          </p:val>
                                        </p:tav>
                                      </p:tavLst>
                                    </p:anim>
                                    <p:anim calcmode="lin" valueType="num">
                                      <p:cBhvr additive="base">
                                        <p:cTn id="127" dur="500" fill="hold"/>
                                        <p:tgtEl>
                                          <p:spTgt spid="30"/>
                                        </p:tgtEl>
                                        <p:attrNameLst>
                                          <p:attrName>ppt_y</p:attrName>
                                        </p:attrNameLst>
                                      </p:cBhvr>
                                      <p:tavLst>
                                        <p:tav tm="0">
                                          <p:val>
                                            <p:strVal val="1+#ppt_h/2"/>
                                          </p:val>
                                        </p:tav>
                                        <p:tav tm="100000">
                                          <p:val>
                                            <p:strVal val="#ppt_y"/>
                                          </p:val>
                                        </p:tav>
                                      </p:tavLst>
                                    </p:anim>
                                  </p:childTnLst>
                                </p:cTn>
                              </p:par>
                              <p:par>
                                <p:cTn id="128" presetID="2" presetClass="entr" presetSubtype="4" decel="100000" fill="hold" grpId="0" nodeType="withEffect">
                                  <p:stCondLst>
                                    <p:cond delay="100"/>
                                  </p:stCondLst>
                                  <p:childTnLst>
                                    <p:set>
                                      <p:cBhvr>
                                        <p:cTn id="129" dur="1" fill="hold">
                                          <p:stCondLst>
                                            <p:cond delay="0"/>
                                          </p:stCondLst>
                                        </p:cTn>
                                        <p:tgtEl>
                                          <p:spTgt spid="29">
                                            <p:txEl>
                                              <p:pRg st="0" end="0"/>
                                            </p:txEl>
                                          </p:spTgt>
                                        </p:tgtEl>
                                        <p:attrNameLst>
                                          <p:attrName>style.visibility</p:attrName>
                                        </p:attrNameLst>
                                      </p:cBhvr>
                                      <p:to>
                                        <p:strVal val="visible"/>
                                      </p:to>
                                    </p:set>
                                    <p:anim calcmode="lin" valueType="num">
                                      <p:cBhvr additive="base">
                                        <p:cTn id="130"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31"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par>
                          <p:cTn id="132" fill="hold">
                            <p:stCondLst>
                              <p:cond delay="8150"/>
                            </p:stCondLst>
                            <p:childTnLst>
                              <p:par>
                                <p:cTn id="133" presetID="10" presetClass="entr" presetSubtype="0" fill="hold" grpId="0" nodeType="afterEffect">
                                  <p:stCondLst>
                                    <p:cond delay="0"/>
                                  </p:stCondLst>
                                  <p:childTnLst>
                                    <p:set>
                                      <p:cBhvr>
                                        <p:cTn id="134" dur="1" fill="hold">
                                          <p:stCondLst>
                                            <p:cond delay="0"/>
                                          </p:stCondLst>
                                        </p:cTn>
                                        <p:tgtEl>
                                          <p:spTgt spid="19"/>
                                        </p:tgtEl>
                                        <p:attrNameLst>
                                          <p:attrName>style.visibility</p:attrName>
                                        </p:attrNameLst>
                                      </p:cBhvr>
                                      <p:to>
                                        <p:strVal val="visible"/>
                                      </p:to>
                                    </p:set>
                                    <p:animEffect transition="in" filter="fade">
                                      <p:cBhvr>
                                        <p:cTn id="135" dur="750"/>
                                        <p:tgtEl>
                                          <p:spTgt spid="19"/>
                                        </p:tgtEl>
                                      </p:cBhvr>
                                    </p:animEffect>
                                  </p:childTnLst>
                                </p:cTn>
                              </p:par>
                              <p:par>
                                <p:cTn id="136" presetID="10" presetClass="entr" presetSubtype="0" fill="hold" grpId="0" nodeType="withEffect">
                                  <p:stCondLst>
                                    <p:cond delay="100"/>
                                  </p:stCondLst>
                                  <p:childTnLst>
                                    <p:set>
                                      <p:cBhvr>
                                        <p:cTn id="137" dur="1" fill="hold">
                                          <p:stCondLst>
                                            <p:cond delay="0"/>
                                          </p:stCondLst>
                                        </p:cTn>
                                        <p:tgtEl>
                                          <p:spTgt spid="20"/>
                                        </p:tgtEl>
                                        <p:attrNameLst>
                                          <p:attrName>style.visibility</p:attrName>
                                        </p:attrNameLst>
                                      </p:cBhvr>
                                      <p:to>
                                        <p:strVal val="visible"/>
                                      </p:to>
                                    </p:set>
                                    <p:animEffect transition="in" filter="fade">
                                      <p:cBhvr>
                                        <p:cTn id="138" dur="750"/>
                                        <p:tgtEl>
                                          <p:spTgt spid="20"/>
                                        </p:tgtEl>
                                      </p:cBhvr>
                                    </p:animEffect>
                                  </p:childTnLst>
                                </p:cTn>
                              </p:par>
                              <p:par>
                                <p:cTn id="139" presetID="10" presetClass="entr" presetSubtype="0" fill="hold" grpId="0" nodeType="withEffect">
                                  <p:stCondLst>
                                    <p:cond delay="200"/>
                                  </p:stCondLst>
                                  <p:childTnLst>
                                    <p:set>
                                      <p:cBhvr>
                                        <p:cTn id="140" dur="1" fill="hold">
                                          <p:stCondLst>
                                            <p:cond delay="0"/>
                                          </p:stCondLst>
                                        </p:cTn>
                                        <p:tgtEl>
                                          <p:spTgt spid="21"/>
                                        </p:tgtEl>
                                        <p:attrNameLst>
                                          <p:attrName>style.visibility</p:attrName>
                                        </p:attrNameLst>
                                      </p:cBhvr>
                                      <p:to>
                                        <p:strVal val="visible"/>
                                      </p:to>
                                    </p:set>
                                    <p:animEffect transition="in" filter="fade">
                                      <p:cBhvr>
                                        <p:cTn id="141" dur="750"/>
                                        <p:tgtEl>
                                          <p:spTgt spid="21"/>
                                        </p:tgtEl>
                                      </p:cBhvr>
                                    </p:animEffect>
                                  </p:childTnLst>
                                </p:cTn>
                              </p:par>
                              <p:par>
                                <p:cTn id="142" presetID="2" presetClass="entr" presetSubtype="1" decel="100000" fill="hold" grpId="1" nodeType="withEffect">
                                  <p:stCondLst>
                                    <p:cond delay="0"/>
                                  </p:stCondLst>
                                  <p:childTnLst>
                                    <p:set>
                                      <p:cBhvr>
                                        <p:cTn id="143" dur="1" fill="hold">
                                          <p:stCondLst>
                                            <p:cond delay="0"/>
                                          </p:stCondLst>
                                        </p:cTn>
                                        <p:tgtEl>
                                          <p:spTgt spid="19"/>
                                        </p:tgtEl>
                                        <p:attrNameLst>
                                          <p:attrName>style.visibility</p:attrName>
                                        </p:attrNameLst>
                                      </p:cBhvr>
                                      <p:to>
                                        <p:strVal val="visible"/>
                                      </p:to>
                                    </p:set>
                                    <p:anim calcmode="lin" valueType="num">
                                      <p:cBhvr additive="base">
                                        <p:cTn id="144" dur="750" fill="hold"/>
                                        <p:tgtEl>
                                          <p:spTgt spid="19"/>
                                        </p:tgtEl>
                                        <p:attrNameLst>
                                          <p:attrName>ppt_x</p:attrName>
                                        </p:attrNameLst>
                                      </p:cBhvr>
                                      <p:tavLst>
                                        <p:tav tm="0">
                                          <p:val>
                                            <p:strVal val="#ppt_x"/>
                                          </p:val>
                                        </p:tav>
                                        <p:tav tm="100000">
                                          <p:val>
                                            <p:strVal val="#ppt_x"/>
                                          </p:val>
                                        </p:tav>
                                      </p:tavLst>
                                    </p:anim>
                                    <p:anim calcmode="lin" valueType="num">
                                      <p:cBhvr additive="base">
                                        <p:cTn id="145" dur="750" fill="hold"/>
                                        <p:tgtEl>
                                          <p:spTgt spid="19"/>
                                        </p:tgtEl>
                                        <p:attrNameLst>
                                          <p:attrName>ppt_y</p:attrName>
                                        </p:attrNameLst>
                                      </p:cBhvr>
                                      <p:tavLst>
                                        <p:tav tm="0">
                                          <p:val>
                                            <p:strVal val="0-#ppt_h/2"/>
                                          </p:val>
                                        </p:tav>
                                        <p:tav tm="100000">
                                          <p:val>
                                            <p:strVal val="#ppt_y"/>
                                          </p:val>
                                        </p:tav>
                                      </p:tavLst>
                                    </p:anim>
                                  </p:childTnLst>
                                </p:cTn>
                              </p:par>
                              <p:par>
                                <p:cTn id="146" presetID="2" presetClass="entr" presetSubtype="1" decel="100000" fill="hold" grpId="1" nodeType="withEffect">
                                  <p:stCondLst>
                                    <p:cond delay="100"/>
                                  </p:stCondLst>
                                  <p:childTnLst>
                                    <p:set>
                                      <p:cBhvr>
                                        <p:cTn id="147" dur="1" fill="hold">
                                          <p:stCondLst>
                                            <p:cond delay="0"/>
                                          </p:stCondLst>
                                        </p:cTn>
                                        <p:tgtEl>
                                          <p:spTgt spid="20"/>
                                        </p:tgtEl>
                                        <p:attrNameLst>
                                          <p:attrName>style.visibility</p:attrName>
                                        </p:attrNameLst>
                                      </p:cBhvr>
                                      <p:to>
                                        <p:strVal val="visible"/>
                                      </p:to>
                                    </p:set>
                                    <p:anim calcmode="lin" valueType="num">
                                      <p:cBhvr additive="base">
                                        <p:cTn id="148" dur="750" fill="hold"/>
                                        <p:tgtEl>
                                          <p:spTgt spid="20"/>
                                        </p:tgtEl>
                                        <p:attrNameLst>
                                          <p:attrName>ppt_x</p:attrName>
                                        </p:attrNameLst>
                                      </p:cBhvr>
                                      <p:tavLst>
                                        <p:tav tm="0">
                                          <p:val>
                                            <p:strVal val="#ppt_x"/>
                                          </p:val>
                                        </p:tav>
                                        <p:tav tm="100000">
                                          <p:val>
                                            <p:strVal val="#ppt_x"/>
                                          </p:val>
                                        </p:tav>
                                      </p:tavLst>
                                    </p:anim>
                                    <p:anim calcmode="lin" valueType="num">
                                      <p:cBhvr additive="base">
                                        <p:cTn id="149" dur="750" fill="hold"/>
                                        <p:tgtEl>
                                          <p:spTgt spid="20"/>
                                        </p:tgtEl>
                                        <p:attrNameLst>
                                          <p:attrName>ppt_y</p:attrName>
                                        </p:attrNameLst>
                                      </p:cBhvr>
                                      <p:tavLst>
                                        <p:tav tm="0">
                                          <p:val>
                                            <p:strVal val="0-#ppt_h/2"/>
                                          </p:val>
                                        </p:tav>
                                        <p:tav tm="100000">
                                          <p:val>
                                            <p:strVal val="#ppt_y"/>
                                          </p:val>
                                        </p:tav>
                                      </p:tavLst>
                                    </p:anim>
                                  </p:childTnLst>
                                </p:cTn>
                              </p:par>
                              <p:par>
                                <p:cTn id="150" presetID="2" presetClass="entr" presetSubtype="1" decel="100000" fill="hold" grpId="1" nodeType="withEffect">
                                  <p:stCondLst>
                                    <p:cond delay="200"/>
                                  </p:stCondLst>
                                  <p:childTnLst>
                                    <p:set>
                                      <p:cBhvr>
                                        <p:cTn id="151" dur="1" fill="hold">
                                          <p:stCondLst>
                                            <p:cond delay="0"/>
                                          </p:stCondLst>
                                        </p:cTn>
                                        <p:tgtEl>
                                          <p:spTgt spid="21"/>
                                        </p:tgtEl>
                                        <p:attrNameLst>
                                          <p:attrName>style.visibility</p:attrName>
                                        </p:attrNameLst>
                                      </p:cBhvr>
                                      <p:to>
                                        <p:strVal val="visible"/>
                                      </p:to>
                                    </p:set>
                                    <p:anim calcmode="lin" valueType="num">
                                      <p:cBhvr additive="base">
                                        <p:cTn id="152" dur="750" fill="hold"/>
                                        <p:tgtEl>
                                          <p:spTgt spid="21"/>
                                        </p:tgtEl>
                                        <p:attrNameLst>
                                          <p:attrName>ppt_x</p:attrName>
                                        </p:attrNameLst>
                                      </p:cBhvr>
                                      <p:tavLst>
                                        <p:tav tm="0">
                                          <p:val>
                                            <p:strVal val="#ppt_x"/>
                                          </p:val>
                                        </p:tav>
                                        <p:tav tm="100000">
                                          <p:val>
                                            <p:strVal val="#ppt_x"/>
                                          </p:val>
                                        </p:tav>
                                      </p:tavLst>
                                    </p:anim>
                                    <p:anim calcmode="lin" valueType="num">
                                      <p:cBhvr additive="base">
                                        <p:cTn id="153" dur="750" fill="hold"/>
                                        <p:tgtEl>
                                          <p:spTgt spid="21"/>
                                        </p:tgtEl>
                                        <p:attrNameLst>
                                          <p:attrName>ppt_y</p:attrName>
                                        </p:attrNameLst>
                                      </p:cBhvr>
                                      <p:tavLst>
                                        <p:tav tm="0">
                                          <p:val>
                                            <p:strVal val="0-#ppt_h/2"/>
                                          </p:val>
                                        </p:tav>
                                        <p:tav tm="100000">
                                          <p:val>
                                            <p:strVal val="#ppt_y"/>
                                          </p:val>
                                        </p:tav>
                                      </p:tavLst>
                                    </p:anim>
                                  </p:childTnLst>
                                </p:cTn>
                              </p:par>
                            </p:childTnLst>
                          </p:cTn>
                        </p:par>
                        <p:par>
                          <p:cTn id="154" fill="hold">
                            <p:stCondLst>
                              <p:cond delay="9100"/>
                            </p:stCondLst>
                            <p:childTnLst>
                              <p:par>
                                <p:cTn id="155" presetID="2" presetClass="entr" presetSubtype="4" decel="100000" fill="hold" grpId="0" nodeType="afterEffect">
                                  <p:stCondLst>
                                    <p:cond delay="0"/>
                                  </p:stCondLst>
                                  <p:childTnLst>
                                    <p:set>
                                      <p:cBhvr>
                                        <p:cTn id="156" dur="1" fill="hold">
                                          <p:stCondLst>
                                            <p:cond delay="0"/>
                                          </p:stCondLst>
                                        </p:cTn>
                                        <p:tgtEl>
                                          <p:spTgt spid="31">
                                            <p:txEl>
                                              <p:pRg st="0" end="0"/>
                                            </p:txEl>
                                          </p:spTgt>
                                        </p:tgtEl>
                                        <p:attrNameLst>
                                          <p:attrName>style.visibility</p:attrName>
                                        </p:attrNameLst>
                                      </p:cBhvr>
                                      <p:to>
                                        <p:strVal val="visible"/>
                                      </p:to>
                                    </p:set>
                                    <p:anim calcmode="lin" valueType="num">
                                      <p:cBhvr additive="base">
                                        <p:cTn id="157"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158"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par>
                          <p:cTn id="159" fill="hold">
                            <p:stCondLst>
                              <p:cond delay="9600"/>
                            </p:stCondLst>
                            <p:childTnLst>
                              <p:par>
                                <p:cTn id="160" presetID="22" presetClass="entr" presetSubtype="8" fill="hold" grpId="0" nodeType="afterEffect">
                                  <p:stCondLst>
                                    <p:cond delay="0"/>
                                  </p:stCondLst>
                                  <p:childTnLst>
                                    <p:set>
                                      <p:cBhvr>
                                        <p:cTn id="161" dur="1" fill="hold">
                                          <p:stCondLst>
                                            <p:cond delay="0"/>
                                          </p:stCondLst>
                                        </p:cTn>
                                        <p:tgtEl>
                                          <p:spTgt spid="37">
                                            <p:txEl>
                                              <p:pRg st="0" end="0"/>
                                            </p:txEl>
                                          </p:spTgt>
                                        </p:tgtEl>
                                        <p:attrNameLst>
                                          <p:attrName>style.visibility</p:attrName>
                                        </p:attrNameLst>
                                      </p:cBhvr>
                                      <p:to>
                                        <p:strVal val="visible"/>
                                      </p:to>
                                    </p:set>
                                    <p:animEffect transition="in" filter="wipe(left)">
                                      <p:cBhvr>
                                        <p:cTn id="162" dur="500"/>
                                        <p:tgtEl>
                                          <p:spTgt spid="37">
                                            <p:txEl>
                                              <p:pRg st="0" end="0"/>
                                            </p:txEl>
                                          </p:spTgt>
                                        </p:tgtEl>
                                      </p:cBhvr>
                                    </p:animEffect>
                                  </p:childTnLst>
                                </p:cTn>
                              </p:par>
                            </p:childTnLst>
                          </p:cTn>
                        </p:par>
                        <p:par>
                          <p:cTn id="163" fill="hold">
                            <p:stCondLst>
                              <p:cond delay="10100"/>
                            </p:stCondLst>
                            <p:childTnLst>
                              <p:par>
                                <p:cTn id="164" presetID="2" presetClass="entr" presetSubtype="4" decel="100000" fill="hold" grpId="0" nodeType="afterEffect">
                                  <p:stCondLst>
                                    <p:cond delay="0"/>
                                  </p:stCondLst>
                                  <p:childTnLst>
                                    <p:set>
                                      <p:cBhvr>
                                        <p:cTn id="165" dur="1" fill="hold">
                                          <p:stCondLst>
                                            <p:cond delay="0"/>
                                          </p:stCondLst>
                                        </p:cTn>
                                        <p:tgtEl>
                                          <p:spTgt spid="33"/>
                                        </p:tgtEl>
                                        <p:attrNameLst>
                                          <p:attrName>style.visibility</p:attrName>
                                        </p:attrNameLst>
                                      </p:cBhvr>
                                      <p:to>
                                        <p:strVal val="visible"/>
                                      </p:to>
                                    </p:set>
                                    <p:anim calcmode="lin" valueType="num">
                                      <p:cBhvr additive="base">
                                        <p:cTn id="166" dur="500" fill="hold"/>
                                        <p:tgtEl>
                                          <p:spTgt spid="33"/>
                                        </p:tgtEl>
                                        <p:attrNameLst>
                                          <p:attrName>ppt_x</p:attrName>
                                        </p:attrNameLst>
                                      </p:cBhvr>
                                      <p:tavLst>
                                        <p:tav tm="0">
                                          <p:val>
                                            <p:strVal val="#ppt_x"/>
                                          </p:val>
                                        </p:tav>
                                        <p:tav tm="100000">
                                          <p:val>
                                            <p:strVal val="#ppt_x"/>
                                          </p:val>
                                        </p:tav>
                                      </p:tavLst>
                                    </p:anim>
                                    <p:anim calcmode="lin" valueType="num">
                                      <p:cBhvr additive="base">
                                        <p:cTn id="167" dur="500" fill="hold"/>
                                        <p:tgtEl>
                                          <p:spTgt spid="33"/>
                                        </p:tgtEl>
                                        <p:attrNameLst>
                                          <p:attrName>ppt_y</p:attrName>
                                        </p:attrNameLst>
                                      </p:cBhvr>
                                      <p:tavLst>
                                        <p:tav tm="0">
                                          <p:val>
                                            <p:strVal val="1+#ppt_h/2"/>
                                          </p:val>
                                        </p:tav>
                                        <p:tav tm="100000">
                                          <p:val>
                                            <p:strVal val="#ppt_y"/>
                                          </p:val>
                                        </p:tav>
                                      </p:tavLst>
                                    </p:anim>
                                  </p:childTnLst>
                                </p:cTn>
                              </p:par>
                              <p:par>
                                <p:cTn id="168" presetID="2" presetClass="entr" presetSubtype="4" decel="100000" fill="hold" grpId="0" nodeType="withEffect">
                                  <p:stCondLst>
                                    <p:cond delay="100"/>
                                  </p:stCondLst>
                                  <p:childTnLst>
                                    <p:set>
                                      <p:cBhvr>
                                        <p:cTn id="169" dur="1" fill="hold">
                                          <p:stCondLst>
                                            <p:cond delay="0"/>
                                          </p:stCondLst>
                                        </p:cTn>
                                        <p:tgtEl>
                                          <p:spTgt spid="32">
                                            <p:txEl>
                                              <p:pRg st="0" end="0"/>
                                            </p:txEl>
                                          </p:spTgt>
                                        </p:tgtEl>
                                        <p:attrNameLst>
                                          <p:attrName>style.visibility</p:attrName>
                                        </p:attrNameLst>
                                      </p:cBhvr>
                                      <p:to>
                                        <p:strVal val="visible"/>
                                      </p:to>
                                    </p:set>
                                    <p:anim calcmode="lin" valueType="num">
                                      <p:cBhvr additive="base">
                                        <p:cTn id="170"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171" dur="50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build="p">
        <p:tmplLst>
          <p:tmpl lvl="1">
            <p:tnLst>
              <p:par>
                <p:cTn presetID="2" presetClass="entr" presetSubtype="4" decel="10000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3" grpId="0" build="p">
        <p:tmplLst>
          <p:tmpl lvl="1">
            <p:tnLst>
              <p:par>
                <p:cTn presetID="2" presetClass="entr" presetSubtype="4" decel="100000" fill="hold" nodeType="withEffect">
                  <p:stCondLst>
                    <p:cond delay="1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4" grpId="0" animBg="1"/>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build="p">
        <p:tmplLst>
          <p:tmpl lvl="1">
            <p:tnLst>
              <p:par>
                <p:cTn presetID="2" presetClass="entr" presetSubtype="4" decel="100000" fill="hold" nodeType="withEffect">
                  <p:stCondLst>
                    <p:cond delay="1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7" grpId="0" animBg="1"/>
      <p:bldP spid="28" grpId="0" build="p">
        <p:tmplLst>
          <p:tmpl lvl="1">
            <p:tnLst>
              <p:par>
                <p:cTn presetID="2" presetClass="entr" presetSubtype="4" decel="10000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29" grpId="0" build="p">
        <p:tmplLst>
          <p:tmpl lvl="1">
            <p:tnLst>
              <p:par>
                <p:cTn presetID="2" presetClass="entr" presetSubtype="4" decel="100000" fill="hold" nodeType="withEffect">
                  <p:stCondLst>
                    <p:cond delay="10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0" grpId="0" animBg="1"/>
      <p:bldP spid="31" grpId="0" build="p">
        <p:tmplLst>
          <p:tmpl lvl="1">
            <p:tnLst>
              <p:par>
                <p:cTn presetID="2" presetClass="entr" presetSubtype="4" decel="10000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ppt_x"/>
                          </p:val>
                        </p:tav>
                        <p:tav tm="100000">
                          <p:val>
                            <p:strVal val="#ppt_x"/>
                          </p:val>
                        </p:tav>
                      </p:tavLst>
                    </p:anim>
                    <p:anim calcmode="lin" valueType="num">
                      <p:cBhvr additive="base">
                        <p:cTn dur="500" fill="hold"/>
                        <p:tgtEl>
                          <p:spTgt spid="31"/>
                        </p:tgtEl>
                        <p:attrNameLst>
                          <p:attrName>ppt_y</p:attrName>
                        </p:attrNameLst>
                      </p:cBhvr>
                      <p:tavLst>
                        <p:tav tm="0">
                          <p:val>
                            <p:strVal val="1+#ppt_h/2"/>
                          </p:val>
                        </p:tav>
                        <p:tav tm="100000">
                          <p:val>
                            <p:strVal val="#ppt_y"/>
                          </p:val>
                        </p:tav>
                      </p:tavLst>
                    </p:anim>
                  </p:childTnLst>
                </p:cTn>
              </p:par>
            </p:tnLst>
          </p:tmpl>
        </p:tmplLst>
      </p:bldP>
      <p:bldP spid="32" grpId="0" build="p">
        <p:tmplLst>
          <p:tmpl lvl="1">
            <p:tnLst>
              <p:par>
                <p:cTn presetID="2" presetClass="entr" presetSubtype="4" decel="100000" fill="hold" nodeType="withEffect">
                  <p:stCondLst>
                    <p:cond delay="1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animBg="1"/>
      <p:bldP spid="34" grpId="0" build="p">
        <p:tmplLst>
          <p:tmpl lvl="1">
            <p:tnLst>
              <p:par>
                <p:cTn presetID="22" presetClass="entr" presetSubtype="8"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wipe(left)">
                      <p:cBhvr>
                        <p:cTn dur="500"/>
                        <p:tgtEl>
                          <p:spTgt spid="34"/>
                        </p:tgtEl>
                      </p:cBhvr>
                    </p:animEffect>
                  </p:childTnLst>
                </p:cTn>
              </p:par>
            </p:tnLst>
          </p:tmpl>
        </p:tmplLst>
      </p:bldP>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build="p">
        <p:tmplLst>
          <p:tmpl lvl="1">
            <p:tnLst>
              <p:par>
                <p:cTn presetID="22" presetClass="entr" presetSubtype="8"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wipe(left)">
                      <p:cBhvr>
                        <p:cTn dur="500"/>
                        <p:tgtEl>
                          <p:spTgt spid="36"/>
                        </p:tgtEl>
                      </p:cBhvr>
                    </p:animEffect>
                  </p:childTnLst>
                </p:cTn>
              </p:par>
            </p:tnLst>
          </p:tmpl>
        </p:tmplLst>
      </p:bldP>
      <p:bldP spid="37" grpId="0" build="p">
        <p:tmplLst>
          <p:tmpl lvl="1">
            <p:tnLst>
              <p:par>
                <p:cTn presetID="22" presetClass="entr" presetSubtype="8"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Images 1">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1382135" y="2742860"/>
            <a:ext cx="3152799" cy="3152799"/>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1218250" y="2618713"/>
            <a:ext cx="3152799" cy="3152799"/>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図プレースホルダー 5"/>
          <p:cNvSpPr>
            <a:spLocks noGrp="1"/>
          </p:cNvSpPr>
          <p:nvPr>
            <p:ph type="pic" sz="quarter" idx="14" hasCustomPrompt="1"/>
          </p:nvPr>
        </p:nvSpPr>
        <p:spPr>
          <a:xfrm>
            <a:off x="1353999" y="2700656"/>
            <a:ext cx="3063073" cy="306307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3" name="円/楕円 12"/>
          <p:cNvSpPr/>
          <p:nvPr userDrawn="1"/>
        </p:nvSpPr>
        <p:spPr>
          <a:xfrm>
            <a:off x="5539138" y="2742860"/>
            <a:ext cx="3152799" cy="3152799"/>
          </a:xfrm>
          <a:prstGeom prst="ellipse">
            <a:avLst/>
          </a:prstGeom>
          <a:solidFill>
            <a:schemeClr val="accent3">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p:cNvSpPr/>
          <p:nvPr userDrawn="1"/>
        </p:nvSpPr>
        <p:spPr>
          <a:xfrm>
            <a:off x="5375253" y="2618713"/>
            <a:ext cx="3152799" cy="3152799"/>
          </a:xfrm>
          <a:prstGeom prst="ellipse">
            <a:avLst/>
          </a:prstGeom>
          <a:solidFill>
            <a:schemeClr val="accent3">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図プレースホルダー 5"/>
          <p:cNvSpPr>
            <a:spLocks noGrp="1"/>
          </p:cNvSpPr>
          <p:nvPr>
            <p:ph type="pic" sz="quarter" idx="15" hasCustomPrompt="1"/>
          </p:nvPr>
        </p:nvSpPr>
        <p:spPr>
          <a:xfrm>
            <a:off x="5511002" y="2700656"/>
            <a:ext cx="3063073" cy="3063073"/>
          </a:xfrm>
          <a:prstGeom prst="ellipse">
            <a:avLst/>
          </a:prstGeom>
          <a:solidFill>
            <a:schemeClr val="bg1"/>
          </a:solidFill>
          <a:ln w="28575" cmpd="sng">
            <a:solidFill>
              <a:schemeClr val="accent3"/>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6" name="円/楕円 15"/>
          <p:cNvSpPr/>
          <p:nvPr userDrawn="1"/>
        </p:nvSpPr>
        <p:spPr>
          <a:xfrm>
            <a:off x="9696141" y="2742860"/>
            <a:ext cx="3152799" cy="3152799"/>
          </a:xfrm>
          <a:prstGeom prst="ellipse">
            <a:avLst/>
          </a:prstGeom>
          <a:solidFill>
            <a:schemeClr val="accent2">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9532256" y="2618713"/>
            <a:ext cx="3152799" cy="3152799"/>
          </a:xfrm>
          <a:prstGeom prst="ellipse">
            <a:avLst/>
          </a:prstGeom>
          <a:solidFill>
            <a:schemeClr val="accent2">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図プレースホルダー 5"/>
          <p:cNvSpPr>
            <a:spLocks noGrp="1"/>
          </p:cNvSpPr>
          <p:nvPr>
            <p:ph type="pic" sz="quarter" idx="16" hasCustomPrompt="1"/>
          </p:nvPr>
        </p:nvSpPr>
        <p:spPr>
          <a:xfrm>
            <a:off x="9668005" y="2700656"/>
            <a:ext cx="3063073" cy="3063073"/>
          </a:xfrm>
          <a:prstGeom prst="ellipse">
            <a:avLst/>
          </a:prstGeom>
          <a:solidFill>
            <a:schemeClr val="bg1"/>
          </a:solidFill>
          <a:ln w="28575" cmpd="sng">
            <a:solidFill>
              <a:schemeClr val="accent2"/>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9" name="円/楕円 18"/>
          <p:cNvSpPr/>
          <p:nvPr userDrawn="1"/>
        </p:nvSpPr>
        <p:spPr>
          <a:xfrm>
            <a:off x="13853145" y="2742860"/>
            <a:ext cx="3152799" cy="3152799"/>
          </a:xfrm>
          <a:prstGeom prst="ellipse">
            <a:avLst/>
          </a:prstGeom>
          <a:solidFill>
            <a:schemeClr val="accent4">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3689260" y="2618713"/>
            <a:ext cx="3152799" cy="3152799"/>
          </a:xfrm>
          <a:prstGeom prst="ellipse">
            <a:avLst/>
          </a:prstGeom>
          <a:solidFill>
            <a:schemeClr val="accent4">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図プレースホルダー 5"/>
          <p:cNvSpPr>
            <a:spLocks noGrp="1"/>
          </p:cNvSpPr>
          <p:nvPr>
            <p:ph type="pic" sz="quarter" idx="17" hasCustomPrompt="1"/>
          </p:nvPr>
        </p:nvSpPr>
        <p:spPr>
          <a:xfrm>
            <a:off x="13825009" y="2700656"/>
            <a:ext cx="3063073" cy="3063073"/>
          </a:xfrm>
          <a:prstGeom prst="ellipse">
            <a:avLst/>
          </a:prstGeom>
          <a:solidFill>
            <a:schemeClr val="bg1"/>
          </a:solidFill>
          <a:ln w="28575" cmpd="sng">
            <a:solidFill>
              <a:schemeClr val="accent4"/>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22" name="テキスト プレースホルダー 6"/>
          <p:cNvSpPr>
            <a:spLocks noGrp="1"/>
          </p:cNvSpPr>
          <p:nvPr>
            <p:ph type="body" sz="quarter" idx="21" hasCustomPrompt="1"/>
          </p:nvPr>
        </p:nvSpPr>
        <p:spPr>
          <a:xfrm>
            <a:off x="882803" y="5988137"/>
            <a:ext cx="3977631" cy="720080"/>
          </a:xfrm>
        </p:spPr>
        <p:txBody>
          <a:bodyPr anchor="t">
            <a:noAutofit/>
          </a:bodyPr>
          <a:lstStyle>
            <a:lvl1pPr algn="ct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3" name="テキスト プレースホルダー 6"/>
          <p:cNvSpPr>
            <a:spLocks noGrp="1"/>
          </p:cNvSpPr>
          <p:nvPr>
            <p:ph type="body" sz="quarter" idx="24" hasCustomPrompt="1"/>
          </p:nvPr>
        </p:nvSpPr>
        <p:spPr>
          <a:xfrm>
            <a:off x="1035285" y="6781868"/>
            <a:ext cx="3715678" cy="1898306"/>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4" name="正方形/長方形 23"/>
          <p:cNvSpPr/>
          <p:nvPr userDrawn="1"/>
        </p:nvSpPr>
        <p:spPr>
          <a:xfrm>
            <a:off x="1272944" y="6680535"/>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6"/>
          <p:cNvSpPr>
            <a:spLocks noGrp="1"/>
          </p:cNvSpPr>
          <p:nvPr>
            <p:ph type="body" sz="quarter" idx="25" hasCustomPrompt="1"/>
          </p:nvPr>
        </p:nvSpPr>
        <p:spPr>
          <a:xfrm>
            <a:off x="5020318" y="5985793"/>
            <a:ext cx="4012911" cy="720080"/>
          </a:xfrm>
        </p:spPr>
        <p:txBody>
          <a:bodyPr anchor="t">
            <a:noAutofit/>
          </a:bodyPr>
          <a:lstStyle>
            <a:lvl1pPr algn="ct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6" hasCustomPrompt="1"/>
          </p:nvPr>
        </p:nvSpPr>
        <p:spPr>
          <a:xfrm>
            <a:off x="5200268" y="6779524"/>
            <a:ext cx="3715678" cy="1898306"/>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7" name="正方形/長方形 26"/>
          <p:cNvSpPr/>
          <p:nvPr userDrawn="1"/>
        </p:nvSpPr>
        <p:spPr>
          <a:xfrm>
            <a:off x="5437927" y="6678191"/>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プレースホルダー 6"/>
          <p:cNvSpPr>
            <a:spLocks noGrp="1"/>
          </p:cNvSpPr>
          <p:nvPr>
            <p:ph type="body" sz="quarter" idx="27" hasCustomPrompt="1"/>
          </p:nvPr>
        </p:nvSpPr>
        <p:spPr>
          <a:xfrm>
            <a:off x="9190501" y="5988137"/>
            <a:ext cx="4012911" cy="720080"/>
          </a:xfrm>
        </p:spPr>
        <p:txBody>
          <a:bodyPr anchor="t">
            <a:noAutofit/>
          </a:bodyPr>
          <a:lstStyle>
            <a:lvl1pPr algn="ct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8" hasCustomPrompt="1"/>
          </p:nvPr>
        </p:nvSpPr>
        <p:spPr>
          <a:xfrm>
            <a:off x="9365251" y="6781868"/>
            <a:ext cx="3715678" cy="1898306"/>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0" name="正方形/長方形 29"/>
          <p:cNvSpPr/>
          <p:nvPr userDrawn="1"/>
        </p:nvSpPr>
        <p:spPr>
          <a:xfrm>
            <a:off x="9602910" y="6680535"/>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プレースホルダー 6"/>
          <p:cNvSpPr>
            <a:spLocks noGrp="1"/>
          </p:cNvSpPr>
          <p:nvPr>
            <p:ph type="body" sz="quarter" idx="29" hasCustomPrompt="1"/>
          </p:nvPr>
        </p:nvSpPr>
        <p:spPr>
          <a:xfrm>
            <a:off x="13360684" y="5988137"/>
            <a:ext cx="4012911" cy="720080"/>
          </a:xfrm>
        </p:spPr>
        <p:txBody>
          <a:bodyPr anchor="t">
            <a:noAutofit/>
          </a:bodyPr>
          <a:lstStyle>
            <a:lvl1pPr algn="ct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30" hasCustomPrompt="1"/>
          </p:nvPr>
        </p:nvSpPr>
        <p:spPr>
          <a:xfrm>
            <a:off x="13530235" y="6781868"/>
            <a:ext cx="3715678" cy="1898306"/>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3" name="正方形/長方形 32"/>
          <p:cNvSpPr/>
          <p:nvPr userDrawn="1"/>
        </p:nvSpPr>
        <p:spPr>
          <a:xfrm>
            <a:off x="13767894" y="6680535"/>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スライド番号プレースホルダー 3"/>
          <p:cNvSpPr>
            <a:spLocks noGrp="1"/>
          </p:cNvSpPr>
          <p:nvPr>
            <p:ph type="sldNum" sz="quarter" idx="11"/>
          </p:nvPr>
        </p:nvSpPr>
        <p:spPr>
          <a:xfrm>
            <a:off x="17151170" y="9432788"/>
            <a:ext cx="1080120" cy="547688"/>
          </a:xfrm>
        </p:spPr>
        <p:txBody>
          <a:body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194417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50"/>
                                        <p:tgtEl>
                                          <p:spTgt spid="10"/>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50"/>
                                        <p:tgtEl>
                                          <p:spTgt spid="11"/>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2" presetClass="entr" presetSubtype="1" decel="100000" fill="hold" grpId="1"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750" fill="hold"/>
                                        <p:tgtEl>
                                          <p:spTgt spid="10"/>
                                        </p:tgtEl>
                                        <p:attrNameLst>
                                          <p:attrName>ppt_x</p:attrName>
                                        </p:attrNameLst>
                                      </p:cBhvr>
                                      <p:tavLst>
                                        <p:tav tm="0">
                                          <p:val>
                                            <p:strVal val="#ppt_x"/>
                                          </p:val>
                                        </p:tav>
                                        <p:tav tm="100000">
                                          <p:val>
                                            <p:strVal val="#ppt_x"/>
                                          </p:val>
                                        </p:tav>
                                      </p:tavLst>
                                    </p:anim>
                                    <p:anim calcmode="lin" valueType="num">
                                      <p:cBhvr additive="base">
                                        <p:cTn id="25" dur="750" fill="hold"/>
                                        <p:tgtEl>
                                          <p:spTgt spid="10"/>
                                        </p:tgtEl>
                                        <p:attrNameLst>
                                          <p:attrName>ppt_y</p:attrName>
                                        </p:attrNameLst>
                                      </p:cBhvr>
                                      <p:tavLst>
                                        <p:tav tm="0">
                                          <p:val>
                                            <p:strVal val="0-#ppt_h/2"/>
                                          </p:val>
                                        </p:tav>
                                        <p:tav tm="100000">
                                          <p:val>
                                            <p:strVal val="#ppt_y"/>
                                          </p:val>
                                        </p:tav>
                                      </p:tavLst>
                                    </p:anim>
                                  </p:childTnLst>
                                </p:cTn>
                              </p:par>
                              <p:par>
                                <p:cTn id="26" presetID="2" presetClass="entr" presetSubtype="1" decel="100000" fill="hold" grpId="1" nodeType="withEffect">
                                  <p:stCondLst>
                                    <p:cond delay="10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750" fill="hold"/>
                                        <p:tgtEl>
                                          <p:spTgt spid="11"/>
                                        </p:tgtEl>
                                        <p:attrNameLst>
                                          <p:attrName>ppt_x</p:attrName>
                                        </p:attrNameLst>
                                      </p:cBhvr>
                                      <p:tavLst>
                                        <p:tav tm="0">
                                          <p:val>
                                            <p:strVal val="#ppt_x"/>
                                          </p:val>
                                        </p:tav>
                                        <p:tav tm="100000">
                                          <p:val>
                                            <p:strVal val="#ppt_x"/>
                                          </p:val>
                                        </p:tav>
                                      </p:tavLst>
                                    </p:anim>
                                    <p:anim calcmode="lin" valueType="num">
                                      <p:cBhvr additive="base">
                                        <p:cTn id="29" dur="750" fill="hold"/>
                                        <p:tgtEl>
                                          <p:spTgt spid="11"/>
                                        </p:tgtEl>
                                        <p:attrNameLst>
                                          <p:attrName>ppt_y</p:attrName>
                                        </p:attrNameLst>
                                      </p:cBhvr>
                                      <p:tavLst>
                                        <p:tav tm="0">
                                          <p:val>
                                            <p:strVal val="0-#ppt_h/2"/>
                                          </p:val>
                                        </p:tav>
                                        <p:tav tm="100000">
                                          <p:val>
                                            <p:strVal val="#ppt_y"/>
                                          </p:val>
                                        </p:tav>
                                      </p:tavLst>
                                    </p:anim>
                                  </p:childTnLst>
                                </p:cTn>
                              </p:par>
                              <p:par>
                                <p:cTn id="30" presetID="2" presetClass="entr" presetSubtype="1" decel="100000" fill="hold" grpId="1" nodeType="withEffect">
                                  <p:stCondLst>
                                    <p:cond delay="20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750" fill="hold"/>
                                        <p:tgtEl>
                                          <p:spTgt spid="12"/>
                                        </p:tgtEl>
                                        <p:attrNameLst>
                                          <p:attrName>ppt_x</p:attrName>
                                        </p:attrNameLst>
                                      </p:cBhvr>
                                      <p:tavLst>
                                        <p:tav tm="0">
                                          <p:val>
                                            <p:strVal val="#ppt_x"/>
                                          </p:val>
                                        </p:tav>
                                        <p:tav tm="100000">
                                          <p:val>
                                            <p:strVal val="#ppt_x"/>
                                          </p:val>
                                        </p:tav>
                                      </p:tavLst>
                                    </p:anim>
                                    <p:anim calcmode="lin" valueType="num">
                                      <p:cBhvr additive="base">
                                        <p:cTn id="33" dur="750" fill="hold"/>
                                        <p:tgtEl>
                                          <p:spTgt spid="12"/>
                                        </p:tgtEl>
                                        <p:attrNameLst>
                                          <p:attrName>ppt_y</p:attrName>
                                        </p:attrNameLst>
                                      </p:cBhvr>
                                      <p:tavLst>
                                        <p:tav tm="0">
                                          <p:val>
                                            <p:strVal val="0-#ppt_h/2"/>
                                          </p:val>
                                        </p:tav>
                                        <p:tav tm="100000">
                                          <p:val>
                                            <p:strVal val="#ppt_y"/>
                                          </p:val>
                                        </p:tav>
                                      </p:tavLst>
                                    </p:anim>
                                  </p:childTnLst>
                                </p:cTn>
                              </p:par>
                            </p:childTnLst>
                          </p:cTn>
                        </p:par>
                        <p:par>
                          <p:cTn id="34" fill="hold">
                            <p:stCondLst>
                              <p:cond delay="1450"/>
                            </p:stCondLst>
                            <p:childTnLst>
                              <p:par>
                                <p:cTn id="35" presetID="2" presetClass="entr" presetSubtype="4" decel="100000" fill="hold" grpId="0" nodeType="afterEffect">
                                  <p:stCondLst>
                                    <p:cond delay="0"/>
                                  </p:stCondLst>
                                  <p:childTnLst>
                                    <p:set>
                                      <p:cBhvr>
                                        <p:cTn id="36" dur="1" fill="hold">
                                          <p:stCondLst>
                                            <p:cond delay="0"/>
                                          </p:stCondLst>
                                        </p:cTn>
                                        <p:tgtEl>
                                          <p:spTgt spid="22">
                                            <p:txEl>
                                              <p:pRg st="0" end="0"/>
                                            </p:txEl>
                                          </p:spTgt>
                                        </p:tgtEl>
                                        <p:attrNameLst>
                                          <p:attrName>style.visibility</p:attrName>
                                        </p:attrNameLst>
                                      </p:cBhvr>
                                      <p:to>
                                        <p:strVal val="visible"/>
                                      </p:to>
                                    </p:set>
                                    <p:anim calcmode="lin" valueType="num">
                                      <p:cBhvr additive="base">
                                        <p:cTn id="37"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par>
                          <p:cTn id="39" fill="hold">
                            <p:stCondLst>
                              <p:cond delay="1950"/>
                            </p:stCondLst>
                            <p:childTnLst>
                              <p:par>
                                <p:cTn id="40" presetID="2" presetClass="entr" presetSubtype="4" decel="100000" fill="hold" grpId="0" nodeType="after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additive="base">
                                        <p:cTn id="42" dur="500" fill="hold"/>
                                        <p:tgtEl>
                                          <p:spTgt spid="24"/>
                                        </p:tgtEl>
                                        <p:attrNameLst>
                                          <p:attrName>ppt_x</p:attrName>
                                        </p:attrNameLst>
                                      </p:cBhvr>
                                      <p:tavLst>
                                        <p:tav tm="0">
                                          <p:val>
                                            <p:strVal val="#ppt_x"/>
                                          </p:val>
                                        </p:tav>
                                        <p:tav tm="100000">
                                          <p:val>
                                            <p:strVal val="#ppt_x"/>
                                          </p:val>
                                        </p:tav>
                                      </p:tavLst>
                                    </p:anim>
                                    <p:anim calcmode="lin" valueType="num">
                                      <p:cBhvr additive="base">
                                        <p:cTn id="43" dur="500" fill="hold"/>
                                        <p:tgtEl>
                                          <p:spTgt spid="24"/>
                                        </p:tgtEl>
                                        <p:attrNameLst>
                                          <p:attrName>ppt_y</p:attrName>
                                        </p:attrNameLst>
                                      </p:cBhvr>
                                      <p:tavLst>
                                        <p:tav tm="0">
                                          <p:val>
                                            <p:strVal val="1+#ppt_h/2"/>
                                          </p:val>
                                        </p:tav>
                                        <p:tav tm="100000">
                                          <p:val>
                                            <p:strVal val="#ppt_y"/>
                                          </p:val>
                                        </p:tav>
                                      </p:tavLst>
                                    </p:anim>
                                  </p:childTnLst>
                                </p:cTn>
                              </p:par>
                              <p:par>
                                <p:cTn id="44" presetID="2" presetClass="entr" presetSubtype="4" decel="100000" fill="hold" grpId="0" nodeType="withEffect">
                                  <p:stCondLst>
                                    <p:cond delay="100"/>
                                  </p:stCondLst>
                                  <p:childTnLst>
                                    <p:set>
                                      <p:cBhvr>
                                        <p:cTn id="45" dur="1" fill="hold">
                                          <p:stCondLst>
                                            <p:cond delay="0"/>
                                          </p:stCondLst>
                                        </p:cTn>
                                        <p:tgtEl>
                                          <p:spTgt spid="23">
                                            <p:txEl>
                                              <p:pRg st="0" end="0"/>
                                            </p:txEl>
                                          </p:spTgt>
                                        </p:tgtEl>
                                        <p:attrNameLst>
                                          <p:attrName>style.visibility</p:attrName>
                                        </p:attrNameLst>
                                      </p:cBhvr>
                                      <p:to>
                                        <p:strVal val="visible"/>
                                      </p:to>
                                    </p:set>
                                    <p:anim calcmode="lin" valueType="num">
                                      <p:cBhvr additive="base">
                                        <p:cTn id="46"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par>
                          <p:cTn id="48" fill="hold">
                            <p:stCondLst>
                              <p:cond delay="2550"/>
                            </p:stCondLst>
                            <p:childTnLst>
                              <p:par>
                                <p:cTn id="49" presetID="10"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750"/>
                                        <p:tgtEl>
                                          <p:spTgt spid="13"/>
                                        </p:tgtEl>
                                      </p:cBhvr>
                                    </p:animEffect>
                                  </p:childTnLst>
                                </p:cTn>
                              </p:par>
                              <p:par>
                                <p:cTn id="52" presetID="10" presetClass="entr" presetSubtype="0" fill="hold" grpId="0" nodeType="withEffect">
                                  <p:stCondLst>
                                    <p:cond delay="10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750"/>
                                        <p:tgtEl>
                                          <p:spTgt spid="14"/>
                                        </p:tgtEl>
                                      </p:cBhvr>
                                    </p:animEffect>
                                  </p:childTnLst>
                                </p:cTn>
                              </p:par>
                              <p:par>
                                <p:cTn id="55" presetID="10" presetClass="entr" presetSubtype="0" fill="hold" grpId="0" nodeType="withEffect">
                                  <p:stCondLst>
                                    <p:cond delay="2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750"/>
                                        <p:tgtEl>
                                          <p:spTgt spid="15"/>
                                        </p:tgtEl>
                                      </p:cBhvr>
                                    </p:animEffect>
                                  </p:childTnLst>
                                </p:cTn>
                              </p:par>
                              <p:par>
                                <p:cTn id="58" presetID="2" presetClass="entr" presetSubtype="1" decel="100000" fill="hold" grpId="1" nodeType="with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additive="base">
                                        <p:cTn id="60" dur="750" fill="hold"/>
                                        <p:tgtEl>
                                          <p:spTgt spid="13"/>
                                        </p:tgtEl>
                                        <p:attrNameLst>
                                          <p:attrName>ppt_x</p:attrName>
                                        </p:attrNameLst>
                                      </p:cBhvr>
                                      <p:tavLst>
                                        <p:tav tm="0">
                                          <p:val>
                                            <p:strVal val="#ppt_x"/>
                                          </p:val>
                                        </p:tav>
                                        <p:tav tm="100000">
                                          <p:val>
                                            <p:strVal val="#ppt_x"/>
                                          </p:val>
                                        </p:tav>
                                      </p:tavLst>
                                    </p:anim>
                                    <p:anim calcmode="lin" valueType="num">
                                      <p:cBhvr additive="base">
                                        <p:cTn id="61" dur="750" fill="hold"/>
                                        <p:tgtEl>
                                          <p:spTgt spid="13"/>
                                        </p:tgtEl>
                                        <p:attrNameLst>
                                          <p:attrName>ppt_y</p:attrName>
                                        </p:attrNameLst>
                                      </p:cBhvr>
                                      <p:tavLst>
                                        <p:tav tm="0">
                                          <p:val>
                                            <p:strVal val="0-#ppt_h/2"/>
                                          </p:val>
                                        </p:tav>
                                        <p:tav tm="100000">
                                          <p:val>
                                            <p:strVal val="#ppt_y"/>
                                          </p:val>
                                        </p:tav>
                                      </p:tavLst>
                                    </p:anim>
                                  </p:childTnLst>
                                </p:cTn>
                              </p:par>
                              <p:par>
                                <p:cTn id="62" presetID="2" presetClass="entr" presetSubtype="1" decel="100000" fill="hold" grpId="1" nodeType="withEffect">
                                  <p:stCondLst>
                                    <p:cond delay="10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750" fill="hold"/>
                                        <p:tgtEl>
                                          <p:spTgt spid="14"/>
                                        </p:tgtEl>
                                        <p:attrNameLst>
                                          <p:attrName>ppt_x</p:attrName>
                                        </p:attrNameLst>
                                      </p:cBhvr>
                                      <p:tavLst>
                                        <p:tav tm="0">
                                          <p:val>
                                            <p:strVal val="#ppt_x"/>
                                          </p:val>
                                        </p:tav>
                                        <p:tav tm="100000">
                                          <p:val>
                                            <p:strVal val="#ppt_x"/>
                                          </p:val>
                                        </p:tav>
                                      </p:tavLst>
                                    </p:anim>
                                    <p:anim calcmode="lin" valueType="num">
                                      <p:cBhvr additive="base">
                                        <p:cTn id="65" dur="750" fill="hold"/>
                                        <p:tgtEl>
                                          <p:spTgt spid="14"/>
                                        </p:tgtEl>
                                        <p:attrNameLst>
                                          <p:attrName>ppt_y</p:attrName>
                                        </p:attrNameLst>
                                      </p:cBhvr>
                                      <p:tavLst>
                                        <p:tav tm="0">
                                          <p:val>
                                            <p:strVal val="0-#ppt_h/2"/>
                                          </p:val>
                                        </p:tav>
                                        <p:tav tm="100000">
                                          <p:val>
                                            <p:strVal val="#ppt_y"/>
                                          </p:val>
                                        </p:tav>
                                      </p:tavLst>
                                    </p:anim>
                                  </p:childTnLst>
                                </p:cTn>
                              </p:par>
                              <p:par>
                                <p:cTn id="66" presetID="2" presetClass="entr" presetSubtype="1" decel="100000" fill="hold" grpId="1" nodeType="withEffect">
                                  <p:stCondLst>
                                    <p:cond delay="200"/>
                                  </p:stCondLst>
                                  <p:childTnLst>
                                    <p:set>
                                      <p:cBhvr>
                                        <p:cTn id="67" dur="1" fill="hold">
                                          <p:stCondLst>
                                            <p:cond delay="0"/>
                                          </p:stCondLst>
                                        </p:cTn>
                                        <p:tgtEl>
                                          <p:spTgt spid="15"/>
                                        </p:tgtEl>
                                        <p:attrNameLst>
                                          <p:attrName>style.visibility</p:attrName>
                                        </p:attrNameLst>
                                      </p:cBhvr>
                                      <p:to>
                                        <p:strVal val="visible"/>
                                      </p:to>
                                    </p:set>
                                    <p:anim calcmode="lin" valueType="num">
                                      <p:cBhvr additive="base">
                                        <p:cTn id="68" dur="750" fill="hold"/>
                                        <p:tgtEl>
                                          <p:spTgt spid="15"/>
                                        </p:tgtEl>
                                        <p:attrNameLst>
                                          <p:attrName>ppt_x</p:attrName>
                                        </p:attrNameLst>
                                      </p:cBhvr>
                                      <p:tavLst>
                                        <p:tav tm="0">
                                          <p:val>
                                            <p:strVal val="#ppt_x"/>
                                          </p:val>
                                        </p:tav>
                                        <p:tav tm="100000">
                                          <p:val>
                                            <p:strVal val="#ppt_x"/>
                                          </p:val>
                                        </p:tav>
                                      </p:tavLst>
                                    </p:anim>
                                    <p:anim calcmode="lin" valueType="num">
                                      <p:cBhvr additive="base">
                                        <p:cTn id="69" dur="750" fill="hold"/>
                                        <p:tgtEl>
                                          <p:spTgt spid="15"/>
                                        </p:tgtEl>
                                        <p:attrNameLst>
                                          <p:attrName>ppt_y</p:attrName>
                                        </p:attrNameLst>
                                      </p:cBhvr>
                                      <p:tavLst>
                                        <p:tav tm="0">
                                          <p:val>
                                            <p:strVal val="0-#ppt_h/2"/>
                                          </p:val>
                                        </p:tav>
                                        <p:tav tm="100000">
                                          <p:val>
                                            <p:strVal val="#ppt_y"/>
                                          </p:val>
                                        </p:tav>
                                      </p:tavLst>
                                    </p:anim>
                                  </p:childTnLst>
                                </p:cTn>
                              </p:par>
                            </p:childTnLst>
                          </p:cTn>
                        </p:par>
                        <p:par>
                          <p:cTn id="70" fill="hold">
                            <p:stCondLst>
                              <p:cond delay="3500"/>
                            </p:stCondLst>
                            <p:childTnLst>
                              <p:par>
                                <p:cTn id="71" presetID="2" presetClass="entr" presetSubtype="4" decel="100000" fill="hold" grpId="0" nodeType="afterEffect">
                                  <p:stCondLst>
                                    <p:cond delay="0"/>
                                  </p:stCondLst>
                                  <p:childTnLst>
                                    <p:set>
                                      <p:cBhvr>
                                        <p:cTn id="72" dur="1" fill="hold">
                                          <p:stCondLst>
                                            <p:cond delay="0"/>
                                          </p:stCondLst>
                                        </p:cTn>
                                        <p:tgtEl>
                                          <p:spTgt spid="25">
                                            <p:txEl>
                                              <p:pRg st="0" end="0"/>
                                            </p:txEl>
                                          </p:spTgt>
                                        </p:tgtEl>
                                        <p:attrNameLst>
                                          <p:attrName>style.visibility</p:attrName>
                                        </p:attrNameLst>
                                      </p:cBhvr>
                                      <p:to>
                                        <p:strVal val="visible"/>
                                      </p:to>
                                    </p:set>
                                    <p:anim calcmode="lin" valueType="num">
                                      <p:cBhvr additive="base">
                                        <p:cTn id="73"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par>
                          <p:cTn id="75" fill="hold">
                            <p:stCondLst>
                              <p:cond delay="4000"/>
                            </p:stCondLst>
                            <p:childTnLst>
                              <p:par>
                                <p:cTn id="76" presetID="2" presetClass="entr" presetSubtype="4" decel="100000" fill="hold" grpId="0" nodeType="after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1+#ppt_h/2"/>
                                          </p:val>
                                        </p:tav>
                                        <p:tav tm="100000">
                                          <p:val>
                                            <p:strVal val="#ppt_y"/>
                                          </p:val>
                                        </p:tav>
                                      </p:tavLst>
                                    </p:anim>
                                  </p:childTnLst>
                                </p:cTn>
                              </p:par>
                              <p:par>
                                <p:cTn id="80" presetID="2" presetClass="entr" presetSubtype="4" decel="100000" fill="hold" grpId="0" nodeType="withEffect">
                                  <p:stCondLst>
                                    <p:cond delay="100"/>
                                  </p:stCondLst>
                                  <p:childTnLst>
                                    <p:set>
                                      <p:cBhvr>
                                        <p:cTn id="81" dur="1" fill="hold">
                                          <p:stCondLst>
                                            <p:cond delay="0"/>
                                          </p:stCondLst>
                                        </p:cTn>
                                        <p:tgtEl>
                                          <p:spTgt spid="26">
                                            <p:txEl>
                                              <p:pRg st="0" end="0"/>
                                            </p:txEl>
                                          </p:spTgt>
                                        </p:tgtEl>
                                        <p:attrNameLst>
                                          <p:attrName>style.visibility</p:attrName>
                                        </p:attrNameLst>
                                      </p:cBhvr>
                                      <p:to>
                                        <p:strVal val="visible"/>
                                      </p:to>
                                    </p:set>
                                    <p:anim calcmode="lin" valueType="num">
                                      <p:cBhvr additive="base">
                                        <p:cTn id="82"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26">
                                            <p:txEl>
                                              <p:pRg st="0" end="0"/>
                                            </p:txEl>
                                          </p:spTgt>
                                        </p:tgtEl>
                                        <p:attrNameLst>
                                          <p:attrName>ppt_y</p:attrName>
                                        </p:attrNameLst>
                                      </p:cBhvr>
                                      <p:tavLst>
                                        <p:tav tm="0">
                                          <p:val>
                                            <p:strVal val="1+#ppt_h/2"/>
                                          </p:val>
                                        </p:tav>
                                        <p:tav tm="100000">
                                          <p:val>
                                            <p:strVal val="#ppt_y"/>
                                          </p:val>
                                        </p:tav>
                                      </p:tavLst>
                                    </p:anim>
                                  </p:childTnLst>
                                </p:cTn>
                              </p:par>
                            </p:childTnLst>
                          </p:cTn>
                        </p:par>
                        <p:par>
                          <p:cTn id="84" fill="hold">
                            <p:stCondLst>
                              <p:cond delay="4600"/>
                            </p:stCondLst>
                            <p:childTnLst>
                              <p:par>
                                <p:cTn id="85" presetID="10" presetClass="entr" presetSubtype="0" fill="hold" grpId="0" nodeType="afterEffect">
                                  <p:stCondLst>
                                    <p:cond delay="0"/>
                                  </p:stCondLst>
                                  <p:childTnLst>
                                    <p:set>
                                      <p:cBhvr>
                                        <p:cTn id="86" dur="1" fill="hold">
                                          <p:stCondLst>
                                            <p:cond delay="0"/>
                                          </p:stCondLst>
                                        </p:cTn>
                                        <p:tgtEl>
                                          <p:spTgt spid="16"/>
                                        </p:tgtEl>
                                        <p:attrNameLst>
                                          <p:attrName>style.visibility</p:attrName>
                                        </p:attrNameLst>
                                      </p:cBhvr>
                                      <p:to>
                                        <p:strVal val="visible"/>
                                      </p:to>
                                    </p:set>
                                    <p:animEffect transition="in" filter="fade">
                                      <p:cBhvr>
                                        <p:cTn id="87" dur="750"/>
                                        <p:tgtEl>
                                          <p:spTgt spid="16"/>
                                        </p:tgtEl>
                                      </p:cBhvr>
                                    </p:animEffect>
                                  </p:childTnLst>
                                </p:cTn>
                              </p:par>
                              <p:par>
                                <p:cTn id="88" presetID="10" presetClass="entr" presetSubtype="0" fill="hold" grpId="0" nodeType="withEffect">
                                  <p:stCondLst>
                                    <p:cond delay="10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750"/>
                                        <p:tgtEl>
                                          <p:spTgt spid="17"/>
                                        </p:tgtEl>
                                      </p:cBhvr>
                                    </p:animEffect>
                                  </p:childTnLst>
                                </p:cTn>
                              </p:par>
                              <p:par>
                                <p:cTn id="91" presetID="10" presetClass="entr" presetSubtype="0" fill="hold" grpId="0" nodeType="withEffect">
                                  <p:stCondLst>
                                    <p:cond delay="200"/>
                                  </p:stCondLst>
                                  <p:childTnLst>
                                    <p:set>
                                      <p:cBhvr>
                                        <p:cTn id="92" dur="1" fill="hold">
                                          <p:stCondLst>
                                            <p:cond delay="0"/>
                                          </p:stCondLst>
                                        </p:cTn>
                                        <p:tgtEl>
                                          <p:spTgt spid="18"/>
                                        </p:tgtEl>
                                        <p:attrNameLst>
                                          <p:attrName>style.visibility</p:attrName>
                                        </p:attrNameLst>
                                      </p:cBhvr>
                                      <p:to>
                                        <p:strVal val="visible"/>
                                      </p:to>
                                    </p:set>
                                    <p:animEffect transition="in" filter="fade">
                                      <p:cBhvr>
                                        <p:cTn id="93" dur="750"/>
                                        <p:tgtEl>
                                          <p:spTgt spid="18"/>
                                        </p:tgtEl>
                                      </p:cBhvr>
                                    </p:animEffect>
                                  </p:childTnLst>
                                </p:cTn>
                              </p:par>
                              <p:par>
                                <p:cTn id="94" presetID="2" presetClass="entr" presetSubtype="1" decel="100000" fill="hold" grpId="1" nodeType="withEffect">
                                  <p:stCondLst>
                                    <p:cond delay="0"/>
                                  </p:stCondLst>
                                  <p:childTnLst>
                                    <p:set>
                                      <p:cBhvr>
                                        <p:cTn id="95" dur="1" fill="hold">
                                          <p:stCondLst>
                                            <p:cond delay="0"/>
                                          </p:stCondLst>
                                        </p:cTn>
                                        <p:tgtEl>
                                          <p:spTgt spid="16"/>
                                        </p:tgtEl>
                                        <p:attrNameLst>
                                          <p:attrName>style.visibility</p:attrName>
                                        </p:attrNameLst>
                                      </p:cBhvr>
                                      <p:to>
                                        <p:strVal val="visible"/>
                                      </p:to>
                                    </p:set>
                                    <p:anim calcmode="lin" valueType="num">
                                      <p:cBhvr additive="base">
                                        <p:cTn id="96" dur="750" fill="hold"/>
                                        <p:tgtEl>
                                          <p:spTgt spid="16"/>
                                        </p:tgtEl>
                                        <p:attrNameLst>
                                          <p:attrName>ppt_x</p:attrName>
                                        </p:attrNameLst>
                                      </p:cBhvr>
                                      <p:tavLst>
                                        <p:tav tm="0">
                                          <p:val>
                                            <p:strVal val="#ppt_x"/>
                                          </p:val>
                                        </p:tav>
                                        <p:tav tm="100000">
                                          <p:val>
                                            <p:strVal val="#ppt_x"/>
                                          </p:val>
                                        </p:tav>
                                      </p:tavLst>
                                    </p:anim>
                                    <p:anim calcmode="lin" valueType="num">
                                      <p:cBhvr additive="base">
                                        <p:cTn id="97" dur="750" fill="hold"/>
                                        <p:tgtEl>
                                          <p:spTgt spid="16"/>
                                        </p:tgtEl>
                                        <p:attrNameLst>
                                          <p:attrName>ppt_y</p:attrName>
                                        </p:attrNameLst>
                                      </p:cBhvr>
                                      <p:tavLst>
                                        <p:tav tm="0">
                                          <p:val>
                                            <p:strVal val="0-#ppt_h/2"/>
                                          </p:val>
                                        </p:tav>
                                        <p:tav tm="100000">
                                          <p:val>
                                            <p:strVal val="#ppt_y"/>
                                          </p:val>
                                        </p:tav>
                                      </p:tavLst>
                                    </p:anim>
                                  </p:childTnLst>
                                </p:cTn>
                              </p:par>
                              <p:par>
                                <p:cTn id="98" presetID="2" presetClass="entr" presetSubtype="1" decel="100000" fill="hold" grpId="1" nodeType="withEffect">
                                  <p:stCondLst>
                                    <p:cond delay="100"/>
                                  </p:stCondLst>
                                  <p:childTnLst>
                                    <p:set>
                                      <p:cBhvr>
                                        <p:cTn id="99" dur="1" fill="hold">
                                          <p:stCondLst>
                                            <p:cond delay="0"/>
                                          </p:stCondLst>
                                        </p:cTn>
                                        <p:tgtEl>
                                          <p:spTgt spid="17"/>
                                        </p:tgtEl>
                                        <p:attrNameLst>
                                          <p:attrName>style.visibility</p:attrName>
                                        </p:attrNameLst>
                                      </p:cBhvr>
                                      <p:to>
                                        <p:strVal val="visible"/>
                                      </p:to>
                                    </p:set>
                                    <p:anim calcmode="lin" valueType="num">
                                      <p:cBhvr additive="base">
                                        <p:cTn id="100" dur="750" fill="hold"/>
                                        <p:tgtEl>
                                          <p:spTgt spid="17"/>
                                        </p:tgtEl>
                                        <p:attrNameLst>
                                          <p:attrName>ppt_x</p:attrName>
                                        </p:attrNameLst>
                                      </p:cBhvr>
                                      <p:tavLst>
                                        <p:tav tm="0">
                                          <p:val>
                                            <p:strVal val="#ppt_x"/>
                                          </p:val>
                                        </p:tav>
                                        <p:tav tm="100000">
                                          <p:val>
                                            <p:strVal val="#ppt_x"/>
                                          </p:val>
                                        </p:tav>
                                      </p:tavLst>
                                    </p:anim>
                                    <p:anim calcmode="lin" valueType="num">
                                      <p:cBhvr additive="base">
                                        <p:cTn id="101" dur="750" fill="hold"/>
                                        <p:tgtEl>
                                          <p:spTgt spid="17"/>
                                        </p:tgtEl>
                                        <p:attrNameLst>
                                          <p:attrName>ppt_y</p:attrName>
                                        </p:attrNameLst>
                                      </p:cBhvr>
                                      <p:tavLst>
                                        <p:tav tm="0">
                                          <p:val>
                                            <p:strVal val="0-#ppt_h/2"/>
                                          </p:val>
                                        </p:tav>
                                        <p:tav tm="100000">
                                          <p:val>
                                            <p:strVal val="#ppt_y"/>
                                          </p:val>
                                        </p:tav>
                                      </p:tavLst>
                                    </p:anim>
                                  </p:childTnLst>
                                </p:cTn>
                              </p:par>
                              <p:par>
                                <p:cTn id="102" presetID="2" presetClass="entr" presetSubtype="1" decel="100000" fill="hold" grpId="1" nodeType="withEffect">
                                  <p:stCondLst>
                                    <p:cond delay="200"/>
                                  </p:stCondLst>
                                  <p:childTnLst>
                                    <p:set>
                                      <p:cBhvr>
                                        <p:cTn id="103" dur="1" fill="hold">
                                          <p:stCondLst>
                                            <p:cond delay="0"/>
                                          </p:stCondLst>
                                        </p:cTn>
                                        <p:tgtEl>
                                          <p:spTgt spid="18"/>
                                        </p:tgtEl>
                                        <p:attrNameLst>
                                          <p:attrName>style.visibility</p:attrName>
                                        </p:attrNameLst>
                                      </p:cBhvr>
                                      <p:to>
                                        <p:strVal val="visible"/>
                                      </p:to>
                                    </p:set>
                                    <p:anim calcmode="lin" valueType="num">
                                      <p:cBhvr additive="base">
                                        <p:cTn id="104" dur="750" fill="hold"/>
                                        <p:tgtEl>
                                          <p:spTgt spid="18"/>
                                        </p:tgtEl>
                                        <p:attrNameLst>
                                          <p:attrName>ppt_x</p:attrName>
                                        </p:attrNameLst>
                                      </p:cBhvr>
                                      <p:tavLst>
                                        <p:tav tm="0">
                                          <p:val>
                                            <p:strVal val="#ppt_x"/>
                                          </p:val>
                                        </p:tav>
                                        <p:tav tm="100000">
                                          <p:val>
                                            <p:strVal val="#ppt_x"/>
                                          </p:val>
                                        </p:tav>
                                      </p:tavLst>
                                    </p:anim>
                                    <p:anim calcmode="lin" valueType="num">
                                      <p:cBhvr additive="base">
                                        <p:cTn id="105" dur="750" fill="hold"/>
                                        <p:tgtEl>
                                          <p:spTgt spid="18"/>
                                        </p:tgtEl>
                                        <p:attrNameLst>
                                          <p:attrName>ppt_y</p:attrName>
                                        </p:attrNameLst>
                                      </p:cBhvr>
                                      <p:tavLst>
                                        <p:tav tm="0">
                                          <p:val>
                                            <p:strVal val="0-#ppt_h/2"/>
                                          </p:val>
                                        </p:tav>
                                        <p:tav tm="100000">
                                          <p:val>
                                            <p:strVal val="#ppt_y"/>
                                          </p:val>
                                        </p:tav>
                                      </p:tavLst>
                                    </p:anim>
                                  </p:childTnLst>
                                </p:cTn>
                              </p:par>
                            </p:childTnLst>
                          </p:cTn>
                        </p:par>
                        <p:par>
                          <p:cTn id="106" fill="hold">
                            <p:stCondLst>
                              <p:cond delay="5550"/>
                            </p:stCondLst>
                            <p:childTnLst>
                              <p:par>
                                <p:cTn id="107" presetID="2" presetClass="entr" presetSubtype="4" decel="100000" fill="hold" grpId="0" nodeType="afterEffect">
                                  <p:stCondLst>
                                    <p:cond delay="0"/>
                                  </p:stCondLst>
                                  <p:childTnLst>
                                    <p:set>
                                      <p:cBhvr>
                                        <p:cTn id="108" dur="1" fill="hold">
                                          <p:stCondLst>
                                            <p:cond delay="0"/>
                                          </p:stCondLst>
                                        </p:cTn>
                                        <p:tgtEl>
                                          <p:spTgt spid="28">
                                            <p:txEl>
                                              <p:pRg st="0" end="0"/>
                                            </p:txEl>
                                          </p:spTgt>
                                        </p:tgtEl>
                                        <p:attrNameLst>
                                          <p:attrName>style.visibility</p:attrName>
                                        </p:attrNameLst>
                                      </p:cBhvr>
                                      <p:to>
                                        <p:strVal val="visible"/>
                                      </p:to>
                                    </p:set>
                                    <p:anim calcmode="lin" valueType="num">
                                      <p:cBhvr additive="base">
                                        <p:cTn id="109"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111" fill="hold">
                            <p:stCondLst>
                              <p:cond delay="6050"/>
                            </p:stCondLst>
                            <p:childTnLst>
                              <p:par>
                                <p:cTn id="112" presetID="2" presetClass="entr" presetSubtype="4" decel="10000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 calcmode="lin" valueType="num">
                                      <p:cBhvr additive="base">
                                        <p:cTn id="114" dur="500" fill="hold"/>
                                        <p:tgtEl>
                                          <p:spTgt spid="30"/>
                                        </p:tgtEl>
                                        <p:attrNameLst>
                                          <p:attrName>ppt_x</p:attrName>
                                        </p:attrNameLst>
                                      </p:cBhvr>
                                      <p:tavLst>
                                        <p:tav tm="0">
                                          <p:val>
                                            <p:strVal val="#ppt_x"/>
                                          </p:val>
                                        </p:tav>
                                        <p:tav tm="100000">
                                          <p:val>
                                            <p:strVal val="#ppt_x"/>
                                          </p:val>
                                        </p:tav>
                                      </p:tavLst>
                                    </p:anim>
                                    <p:anim calcmode="lin" valueType="num">
                                      <p:cBhvr additive="base">
                                        <p:cTn id="115" dur="500" fill="hold"/>
                                        <p:tgtEl>
                                          <p:spTgt spid="30"/>
                                        </p:tgtEl>
                                        <p:attrNameLst>
                                          <p:attrName>ppt_y</p:attrName>
                                        </p:attrNameLst>
                                      </p:cBhvr>
                                      <p:tavLst>
                                        <p:tav tm="0">
                                          <p:val>
                                            <p:strVal val="1+#ppt_h/2"/>
                                          </p:val>
                                        </p:tav>
                                        <p:tav tm="100000">
                                          <p:val>
                                            <p:strVal val="#ppt_y"/>
                                          </p:val>
                                        </p:tav>
                                      </p:tavLst>
                                    </p:anim>
                                  </p:childTnLst>
                                </p:cTn>
                              </p:par>
                              <p:par>
                                <p:cTn id="116" presetID="2" presetClass="entr" presetSubtype="4" decel="100000" fill="hold" grpId="0" nodeType="withEffect">
                                  <p:stCondLst>
                                    <p:cond delay="100"/>
                                  </p:stCondLst>
                                  <p:childTnLst>
                                    <p:set>
                                      <p:cBhvr>
                                        <p:cTn id="117" dur="1" fill="hold">
                                          <p:stCondLst>
                                            <p:cond delay="0"/>
                                          </p:stCondLst>
                                        </p:cTn>
                                        <p:tgtEl>
                                          <p:spTgt spid="29">
                                            <p:txEl>
                                              <p:pRg st="0" end="0"/>
                                            </p:txEl>
                                          </p:spTgt>
                                        </p:tgtEl>
                                        <p:attrNameLst>
                                          <p:attrName>style.visibility</p:attrName>
                                        </p:attrNameLst>
                                      </p:cBhvr>
                                      <p:to>
                                        <p:strVal val="visible"/>
                                      </p:to>
                                    </p:set>
                                    <p:anim calcmode="lin" valueType="num">
                                      <p:cBhvr additive="base">
                                        <p:cTn id="118"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par>
                          <p:cTn id="120" fill="hold">
                            <p:stCondLst>
                              <p:cond delay="6650"/>
                            </p:stCondLst>
                            <p:childTnLst>
                              <p:par>
                                <p:cTn id="121" presetID="10" presetClass="entr" presetSubtype="0" fill="hold" grpId="0" nodeType="afterEffect">
                                  <p:stCondLst>
                                    <p:cond delay="0"/>
                                  </p:stCondLst>
                                  <p:childTnLst>
                                    <p:set>
                                      <p:cBhvr>
                                        <p:cTn id="122" dur="1" fill="hold">
                                          <p:stCondLst>
                                            <p:cond delay="0"/>
                                          </p:stCondLst>
                                        </p:cTn>
                                        <p:tgtEl>
                                          <p:spTgt spid="19"/>
                                        </p:tgtEl>
                                        <p:attrNameLst>
                                          <p:attrName>style.visibility</p:attrName>
                                        </p:attrNameLst>
                                      </p:cBhvr>
                                      <p:to>
                                        <p:strVal val="visible"/>
                                      </p:to>
                                    </p:set>
                                    <p:animEffect transition="in" filter="fade">
                                      <p:cBhvr>
                                        <p:cTn id="123" dur="750"/>
                                        <p:tgtEl>
                                          <p:spTgt spid="19"/>
                                        </p:tgtEl>
                                      </p:cBhvr>
                                    </p:animEffect>
                                  </p:childTnLst>
                                </p:cTn>
                              </p:par>
                              <p:par>
                                <p:cTn id="124" presetID="10" presetClass="entr" presetSubtype="0" fill="hold" grpId="0" nodeType="withEffect">
                                  <p:stCondLst>
                                    <p:cond delay="100"/>
                                  </p:stCondLst>
                                  <p:childTnLst>
                                    <p:set>
                                      <p:cBhvr>
                                        <p:cTn id="125" dur="1" fill="hold">
                                          <p:stCondLst>
                                            <p:cond delay="0"/>
                                          </p:stCondLst>
                                        </p:cTn>
                                        <p:tgtEl>
                                          <p:spTgt spid="20"/>
                                        </p:tgtEl>
                                        <p:attrNameLst>
                                          <p:attrName>style.visibility</p:attrName>
                                        </p:attrNameLst>
                                      </p:cBhvr>
                                      <p:to>
                                        <p:strVal val="visible"/>
                                      </p:to>
                                    </p:set>
                                    <p:animEffect transition="in" filter="fade">
                                      <p:cBhvr>
                                        <p:cTn id="126" dur="750"/>
                                        <p:tgtEl>
                                          <p:spTgt spid="20"/>
                                        </p:tgtEl>
                                      </p:cBhvr>
                                    </p:animEffect>
                                  </p:childTnLst>
                                </p:cTn>
                              </p:par>
                              <p:par>
                                <p:cTn id="127" presetID="10" presetClass="entr" presetSubtype="0" fill="hold" grpId="0" nodeType="withEffect">
                                  <p:stCondLst>
                                    <p:cond delay="200"/>
                                  </p:stCondLst>
                                  <p:childTnLst>
                                    <p:set>
                                      <p:cBhvr>
                                        <p:cTn id="128" dur="1" fill="hold">
                                          <p:stCondLst>
                                            <p:cond delay="0"/>
                                          </p:stCondLst>
                                        </p:cTn>
                                        <p:tgtEl>
                                          <p:spTgt spid="21"/>
                                        </p:tgtEl>
                                        <p:attrNameLst>
                                          <p:attrName>style.visibility</p:attrName>
                                        </p:attrNameLst>
                                      </p:cBhvr>
                                      <p:to>
                                        <p:strVal val="visible"/>
                                      </p:to>
                                    </p:set>
                                    <p:animEffect transition="in" filter="fade">
                                      <p:cBhvr>
                                        <p:cTn id="129" dur="750"/>
                                        <p:tgtEl>
                                          <p:spTgt spid="21"/>
                                        </p:tgtEl>
                                      </p:cBhvr>
                                    </p:animEffect>
                                  </p:childTnLst>
                                </p:cTn>
                              </p:par>
                              <p:par>
                                <p:cTn id="130" presetID="2" presetClass="entr" presetSubtype="1" decel="100000" fill="hold" grpId="1" nodeType="withEffect">
                                  <p:stCondLst>
                                    <p:cond delay="0"/>
                                  </p:stCondLst>
                                  <p:childTnLst>
                                    <p:set>
                                      <p:cBhvr>
                                        <p:cTn id="131" dur="1" fill="hold">
                                          <p:stCondLst>
                                            <p:cond delay="0"/>
                                          </p:stCondLst>
                                        </p:cTn>
                                        <p:tgtEl>
                                          <p:spTgt spid="19"/>
                                        </p:tgtEl>
                                        <p:attrNameLst>
                                          <p:attrName>style.visibility</p:attrName>
                                        </p:attrNameLst>
                                      </p:cBhvr>
                                      <p:to>
                                        <p:strVal val="visible"/>
                                      </p:to>
                                    </p:set>
                                    <p:anim calcmode="lin" valueType="num">
                                      <p:cBhvr additive="base">
                                        <p:cTn id="132" dur="750" fill="hold"/>
                                        <p:tgtEl>
                                          <p:spTgt spid="19"/>
                                        </p:tgtEl>
                                        <p:attrNameLst>
                                          <p:attrName>ppt_x</p:attrName>
                                        </p:attrNameLst>
                                      </p:cBhvr>
                                      <p:tavLst>
                                        <p:tav tm="0">
                                          <p:val>
                                            <p:strVal val="#ppt_x"/>
                                          </p:val>
                                        </p:tav>
                                        <p:tav tm="100000">
                                          <p:val>
                                            <p:strVal val="#ppt_x"/>
                                          </p:val>
                                        </p:tav>
                                      </p:tavLst>
                                    </p:anim>
                                    <p:anim calcmode="lin" valueType="num">
                                      <p:cBhvr additive="base">
                                        <p:cTn id="133" dur="750" fill="hold"/>
                                        <p:tgtEl>
                                          <p:spTgt spid="19"/>
                                        </p:tgtEl>
                                        <p:attrNameLst>
                                          <p:attrName>ppt_y</p:attrName>
                                        </p:attrNameLst>
                                      </p:cBhvr>
                                      <p:tavLst>
                                        <p:tav tm="0">
                                          <p:val>
                                            <p:strVal val="0-#ppt_h/2"/>
                                          </p:val>
                                        </p:tav>
                                        <p:tav tm="100000">
                                          <p:val>
                                            <p:strVal val="#ppt_y"/>
                                          </p:val>
                                        </p:tav>
                                      </p:tavLst>
                                    </p:anim>
                                  </p:childTnLst>
                                </p:cTn>
                              </p:par>
                              <p:par>
                                <p:cTn id="134" presetID="2" presetClass="entr" presetSubtype="1" decel="100000" fill="hold" grpId="1" nodeType="withEffect">
                                  <p:stCondLst>
                                    <p:cond delay="100"/>
                                  </p:stCondLst>
                                  <p:childTnLst>
                                    <p:set>
                                      <p:cBhvr>
                                        <p:cTn id="135" dur="1" fill="hold">
                                          <p:stCondLst>
                                            <p:cond delay="0"/>
                                          </p:stCondLst>
                                        </p:cTn>
                                        <p:tgtEl>
                                          <p:spTgt spid="20"/>
                                        </p:tgtEl>
                                        <p:attrNameLst>
                                          <p:attrName>style.visibility</p:attrName>
                                        </p:attrNameLst>
                                      </p:cBhvr>
                                      <p:to>
                                        <p:strVal val="visible"/>
                                      </p:to>
                                    </p:set>
                                    <p:anim calcmode="lin" valueType="num">
                                      <p:cBhvr additive="base">
                                        <p:cTn id="136" dur="750" fill="hold"/>
                                        <p:tgtEl>
                                          <p:spTgt spid="20"/>
                                        </p:tgtEl>
                                        <p:attrNameLst>
                                          <p:attrName>ppt_x</p:attrName>
                                        </p:attrNameLst>
                                      </p:cBhvr>
                                      <p:tavLst>
                                        <p:tav tm="0">
                                          <p:val>
                                            <p:strVal val="#ppt_x"/>
                                          </p:val>
                                        </p:tav>
                                        <p:tav tm="100000">
                                          <p:val>
                                            <p:strVal val="#ppt_x"/>
                                          </p:val>
                                        </p:tav>
                                      </p:tavLst>
                                    </p:anim>
                                    <p:anim calcmode="lin" valueType="num">
                                      <p:cBhvr additive="base">
                                        <p:cTn id="137" dur="750" fill="hold"/>
                                        <p:tgtEl>
                                          <p:spTgt spid="20"/>
                                        </p:tgtEl>
                                        <p:attrNameLst>
                                          <p:attrName>ppt_y</p:attrName>
                                        </p:attrNameLst>
                                      </p:cBhvr>
                                      <p:tavLst>
                                        <p:tav tm="0">
                                          <p:val>
                                            <p:strVal val="0-#ppt_h/2"/>
                                          </p:val>
                                        </p:tav>
                                        <p:tav tm="100000">
                                          <p:val>
                                            <p:strVal val="#ppt_y"/>
                                          </p:val>
                                        </p:tav>
                                      </p:tavLst>
                                    </p:anim>
                                  </p:childTnLst>
                                </p:cTn>
                              </p:par>
                              <p:par>
                                <p:cTn id="138" presetID="2" presetClass="entr" presetSubtype="1" decel="100000" fill="hold" grpId="1" nodeType="withEffect">
                                  <p:stCondLst>
                                    <p:cond delay="200"/>
                                  </p:stCondLst>
                                  <p:childTnLst>
                                    <p:set>
                                      <p:cBhvr>
                                        <p:cTn id="139" dur="1" fill="hold">
                                          <p:stCondLst>
                                            <p:cond delay="0"/>
                                          </p:stCondLst>
                                        </p:cTn>
                                        <p:tgtEl>
                                          <p:spTgt spid="21"/>
                                        </p:tgtEl>
                                        <p:attrNameLst>
                                          <p:attrName>style.visibility</p:attrName>
                                        </p:attrNameLst>
                                      </p:cBhvr>
                                      <p:to>
                                        <p:strVal val="visible"/>
                                      </p:to>
                                    </p:set>
                                    <p:anim calcmode="lin" valueType="num">
                                      <p:cBhvr additive="base">
                                        <p:cTn id="140" dur="750" fill="hold"/>
                                        <p:tgtEl>
                                          <p:spTgt spid="21"/>
                                        </p:tgtEl>
                                        <p:attrNameLst>
                                          <p:attrName>ppt_x</p:attrName>
                                        </p:attrNameLst>
                                      </p:cBhvr>
                                      <p:tavLst>
                                        <p:tav tm="0">
                                          <p:val>
                                            <p:strVal val="#ppt_x"/>
                                          </p:val>
                                        </p:tav>
                                        <p:tav tm="100000">
                                          <p:val>
                                            <p:strVal val="#ppt_x"/>
                                          </p:val>
                                        </p:tav>
                                      </p:tavLst>
                                    </p:anim>
                                    <p:anim calcmode="lin" valueType="num">
                                      <p:cBhvr additive="base">
                                        <p:cTn id="141" dur="750" fill="hold"/>
                                        <p:tgtEl>
                                          <p:spTgt spid="21"/>
                                        </p:tgtEl>
                                        <p:attrNameLst>
                                          <p:attrName>ppt_y</p:attrName>
                                        </p:attrNameLst>
                                      </p:cBhvr>
                                      <p:tavLst>
                                        <p:tav tm="0">
                                          <p:val>
                                            <p:strVal val="0-#ppt_h/2"/>
                                          </p:val>
                                        </p:tav>
                                        <p:tav tm="100000">
                                          <p:val>
                                            <p:strVal val="#ppt_y"/>
                                          </p:val>
                                        </p:tav>
                                      </p:tavLst>
                                    </p:anim>
                                  </p:childTnLst>
                                </p:cTn>
                              </p:par>
                            </p:childTnLst>
                          </p:cTn>
                        </p:par>
                        <p:par>
                          <p:cTn id="142" fill="hold">
                            <p:stCondLst>
                              <p:cond delay="7600"/>
                            </p:stCondLst>
                            <p:childTnLst>
                              <p:par>
                                <p:cTn id="143" presetID="2" presetClass="entr" presetSubtype="4" decel="100000" fill="hold" grpId="0" nodeType="afterEffect">
                                  <p:stCondLst>
                                    <p:cond delay="0"/>
                                  </p:stCondLst>
                                  <p:childTnLst>
                                    <p:set>
                                      <p:cBhvr>
                                        <p:cTn id="144" dur="1" fill="hold">
                                          <p:stCondLst>
                                            <p:cond delay="0"/>
                                          </p:stCondLst>
                                        </p:cTn>
                                        <p:tgtEl>
                                          <p:spTgt spid="31">
                                            <p:txEl>
                                              <p:pRg st="0" end="0"/>
                                            </p:txEl>
                                          </p:spTgt>
                                        </p:tgtEl>
                                        <p:attrNameLst>
                                          <p:attrName>style.visibility</p:attrName>
                                        </p:attrNameLst>
                                      </p:cBhvr>
                                      <p:to>
                                        <p:strVal val="visible"/>
                                      </p:to>
                                    </p:set>
                                    <p:anim calcmode="lin" valueType="num">
                                      <p:cBhvr additive="base">
                                        <p:cTn id="145"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par>
                          <p:cTn id="147" fill="hold">
                            <p:stCondLst>
                              <p:cond delay="8100"/>
                            </p:stCondLst>
                            <p:childTnLst>
                              <p:par>
                                <p:cTn id="148" presetID="2" presetClass="entr" presetSubtype="4" decel="100000" fill="hold" grpId="0" nodeType="afterEffect">
                                  <p:stCondLst>
                                    <p:cond delay="0"/>
                                  </p:stCondLst>
                                  <p:childTnLst>
                                    <p:set>
                                      <p:cBhvr>
                                        <p:cTn id="149" dur="1" fill="hold">
                                          <p:stCondLst>
                                            <p:cond delay="0"/>
                                          </p:stCondLst>
                                        </p:cTn>
                                        <p:tgtEl>
                                          <p:spTgt spid="33"/>
                                        </p:tgtEl>
                                        <p:attrNameLst>
                                          <p:attrName>style.visibility</p:attrName>
                                        </p:attrNameLst>
                                      </p:cBhvr>
                                      <p:to>
                                        <p:strVal val="visible"/>
                                      </p:to>
                                    </p:set>
                                    <p:anim calcmode="lin" valueType="num">
                                      <p:cBhvr additive="base">
                                        <p:cTn id="150" dur="500" fill="hold"/>
                                        <p:tgtEl>
                                          <p:spTgt spid="33"/>
                                        </p:tgtEl>
                                        <p:attrNameLst>
                                          <p:attrName>ppt_x</p:attrName>
                                        </p:attrNameLst>
                                      </p:cBhvr>
                                      <p:tavLst>
                                        <p:tav tm="0">
                                          <p:val>
                                            <p:strVal val="#ppt_x"/>
                                          </p:val>
                                        </p:tav>
                                        <p:tav tm="100000">
                                          <p:val>
                                            <p:strVal val="#ppt_x"/>
                                          </p:val>
                                        </p:tav>
                                      </p:tavLst>
                                    </p:anim>
                                    <p:anim calcmode="lin" valueType="num">
                                      <p:cBhvr additive="base">
                                        <p:cTn id="151" dur="500" fill="hold"/>
                                        <p:tgtEl>
                                          <p:spTgt spid="33"/>
                                        </p:tgtEl>
                                        <p:attrNameLst>
                                          <p:attrName>ppt_y</p:attrName>
                                        </p:attrNameLst>
                                      </p:cBhvr>
                                      <p:tavLst>
                                        <p:tav tm="0">
                                          <p:val>
                                            <p:strVal val="1+#ppt_h/2"/>
                                          </p:val>
                                        </p:tav>
                                        <p:tav tm="100000">
                                          <p:val>
                                            <p:strVal val="#ppt_y"/>
                                          </p:val>
                                        </p:tav>
                                      </p:tavLst>
                                    </p:anim>
                                  </p:childTnLst>
                                </p:cTn>
                              </p:par>
                              <p:par>
                                <p:cTn id="152" presetID="2" presetClass="entr" presetSubtype="4" decel="100000" fill="hold" grpId="0" nodeType="withEffect">
                                  <p:stCondLst>
                                    <p:cond delay="100"/>
                                  </p:stCondLst>
                                  <p:childTnLst>
                                    <p:set>
                                      <p:cBhvr>
                                        <p:cTn id="153" dur="1" fill="hold">
                                          <p:stCondLst>
                                            <p:cond delay="0"/>
                                          </p:stCondLst>
                                        </p:cTn>
                                        <p:tgtEl>
                                          <p:spTgt spid="32">
                                            <p:txEl>
                                              <p:pRg st="0" end="0"/>
                                            </p:txEl>
                                          </p:spTgt>
                                        </p:tgtEl>
                                        <p:attrNameLst>
                                          <p:attrName>style.visibility</p:attrName>
                                        </p:attrNameLst>
                                      </p:cBhvr>
                                      <p:to>
                                        <p:strVal val="visible"/>
                                      </p:to>
                                    </p:set>
                                    <p:anim calcmode="lin" valueType="num">
                                      <p:cBhvr additive="base">
                                        <p:cTn id="154"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155" dur="50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build="p">
        <p:tmplLst>
          <p:tmpl lvl="1">
            <p:tnLst>
              <p:par>
                <p:cTn presetID="2" presetClass="entr" presetSubtype="4" decel="10000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3" grpId="0" build="p">
        <p:tmplLst>
          <p:tmpl lvl="1">
            <p:tnLst>
              <p:par>
                <p:cTn presetID="2" presetClass="entr" presetSubtype="4" decel="100000" fill="hold" nodeType="withEffect">
                  <p:stCondLst>
                    <p:cond delay="1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4" grpId="0" animBg="1"/>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build="p">
        <p:tmplLst>
          <p:tmpl lvl="1">
            <p:tnLst>
              <p:par>
                <p:cTn presetID="2" presetClass="entr" presetSubtype="4" decel="100000" fill="hold" nodeType="withEffect">
                  <p:stCondLst>
                    <p:cond delay="1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7" grpId="0" animBg="1"/>
      <p:bldP spid="28" grpId="0" build="p">
        <p:tmplLst>
          <p:tmpl lvl="1">
            <p:tnLst>
              <p:par>
                <p:cTn presetID="2" presetClass="entr" presetSubtype="4" decel="10000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29" grpId="0" build="p">
        <p:tmplLst>
          <p:tmpl lvl="1">
            <p:tnLst>
              <p:par>
                <p:cTn presetID="2" presetClass="entr" presetSubtype="4" decel="100000" fill="hold" nodeType="withEffect">
                  <p:stCondLst>
                    <p:cond delay="10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0" grpId="0" animBg="1"/>
      <p:bldP spid="31" grpId="0" build="p">
        <p:tmplLst>
          <p:tmpl lvl="1">
            <p:tnLst>
              <p:par>
                <p:cTn presetID="2" presetClass="entr" presetSubtype="4" decel="10000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ppt_x"/>
                          </p:val>
                        </p:tav>
                        <p:tav tm="100000">
                          <p:val>
                            <p:strVal val="#ppt_x"/>
                          </p:val>
                        </p:tav>
                      </p:tavLst>
                    </p:anim>
                    <p:anim calcmode="lin" valueType="num">
                      <p:cBhvr additive="base">
                        <p:cTn dur="500" fill="hold"/>
                        <p:tgtEl>
                          <p:spTgt spid="31"/>
                        </p:tgtEl>
                        <p:attrNameLst>
                          <p:attrName>ppt_y</p:attrName>
                        </p:attrNameLst>
                      </p:cBhvr>
                      <p:tavLst>
                        <p:tav tm="0">
                          <p:val>
                            <p:strVal val="1+#ppt_h/2"/>
                          </p:val>
                        </p:tav>
                        <p:tav tm="100000">
                          <p:val>
                            <p:strVal val="#ppt_y"/>
                          </p:val>
                        </p:tav>
                      </p:tavLst>
                    </p:anim>
                  </p:childTnLst>
                </p:cTn>
              </p:par>
            </p:tnLst>
          </p:tmpl>
        </p:tmplLst>
      </p:bldP>
      <p:bldP spid="32" grpId="0" build="p">
        <p:tmplLst>
          <p:tmpl lvl="1">
            <p:tnLst>
              <p:par>
                <p:cTn presetID="2" presetClass="entr" presetSubtype="4" decel="100000" fill="hold" nodeType="withEffect">
                  <p:stCondLst>
                    <p:cond delay="1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ersonal skill">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p:cNvSpPr/>
          <p:nvPr userDrawn="1"/>
        </p:nvSpPr>
        <p:spPr>
          <a:xfrm>
            <a:off x="4684657" y="5560522"/>
            <a:ext cx="1032497" cy="10324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0" name="円/楕円 9"/>
          <p:cNvSpPr/>
          <p:nvPr userDrawn="1"/>
        </p:nvSpPr>
        <p:spPr>
          <a:xfrm>
            <a:off x="5706494" y="6515035"/>
            <a:ext cx="405980" cy="4059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11" name="円/楕円 10"/>
          <p:cNvSpPr/>
          <p:nvPr userDrawn="1"/>
        </p:nvSpPr>
        <p:spPr>
          <a:xfrm>
            <a:off x="1357412" y="2815601"/>
            <a:ext cx="4163054" cy="4163054"/>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996836" y="2898945"/>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3" name="円/楕円 12"/>
          <p:cNvSpPr/>
          <p:nvPr userDrawn="1"/>
        </p:nvSpPr>
        <p:spPr>
          <a:xfrm>
            <a:off x="1193527" y="2691454"/>
            <a:ext cx="4163054" cy="4163054"/>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図プレースホルダー 5"/>
          <p:cNvSpPr>
            <a:spLocks noGrp="1"/>
          </p:cNvSpPr>
          <p:nvPr>
            <p:ph type="pic" sz="quarter" idx="14" hasCustomPrompt="1"/>
          </p:nvPr>
        </p:nvSpPr>
        <p:spPr>
          <a:xfrm>
            <a:off x="1329275" y="2815600"/>
            <a:ext cx="4044577" cy="4044577"/>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6" name="円/楕円 15"/>
          <p:cNvSpPr/>
          <p:nvPr userDrawn="1"/>
        </p:nvSpPr>
        <p:spPr>
          <a:xfrm>
            <a:off x="627840" y="2220419"/>
            <a:ext cx="565687" cy="56568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 name="テキスト プレースホルダー 6"/>
          <p:cNvSpPr>
            <a:spLocks noGrp="1"/>
          </p:cNvSpPr>
          <p:nvPr>
            <p:ph type="body" sz="quarter" idx="21" hasCustomPrompt="1"/>
          </p:nvPr>
        </p:nvSpPr>
        <p:spPr>
          <a:xfrm>
            <a:off x="541846" y="7178630"/>
            <a:ext cx="5663368" cy="720080"/>
          </a:xfrm>
        </p:spPr>
        <p:txBody>
          <a:bodyPr anchor="t">
            <a:noAutofit/>
          </a:bodyPr>
          <a:lstStyle>
            <a:lvl1pPr algn="ct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9" name="テキスト プレースホルダー 6"/>
          <p:cNvSpPr>
            <a:spLocks noGrp="1"/>
          </p:cNvSpPr>
          <p:nvPr>
            <p:ph type="body" sz="quarter" idx="31" hasCustomPrompt="1"/>
          </p:nvPr>
        </p:nvSpPr>
        <p:spPr>
          <a:xfrm>
            <a:off x="799793" y="7802411"/>
            <a:ext cx="5147474" cy="573935"/>
          </a:xfrm>
        </p:spPr>
        <p:txBody>
          <a:bodyPr anchor="t">
            <a:noAutofit/>
          </a:bodyPr>
          <a:lstStyle>
            <a:lvl1pPr algn="ctr">
              <a:defRPr sz="2000" i="1" baseline="0">
                <a:solidFill>
                  <a:schemeClr val="accent1">
                    <a:lumMod val="50000"/>
                  </a:schemeClr>
                </a:solidFill>
                <a:latin typeface="+mn-lt"/>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26" hasCustomPrompt="1"/>
          </p:nvPr>
        </p:nvSpPr>
        <p:spPr>
          <a:xfrm>
            <a:off x="6185744" y="2506652"/>
            <a:ext cx="5627977" cy="720080"/>
          </a:xfrm>
        </p:spPr>
        <p:txBody>
          <a:bodyPr anchor="t">
            <a:noAutofit/>
          </a:bodyPr>
          <a:lstStyle>
            <a:lvl1pPr algn="l">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1" name="テキスト プレースホルダー 6"/>
          <p:cNvSpPr>
            <a:spLocks noGrp="1"/>
          </p:cNvSpPr>
          <p:nvPr>
            <p:ph type="body" sz="quarter" idx="27" hasCustomPrompt="1"/>
          </p:nvPr>
        </p:nvSpPr>
        <p:spPr>
          <a:xfrm>
            <a:off x="6212228" y="3386005"/>
            <a:ext cx="5586604" cy="2174517"/>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2" name="正方形/長方形 21"/>
          <p:cNvSpPr/>
          <p:nvPr userDrawn="1"/>
        </p:nvSpPr>
        <p:spPr>
          <a:xfrm>
            <a:off x="6356244" y="3298740"/>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p:cNvSpPr/>
          <p:nvPr userDrawn="1"/>
        </p:nvSpPr>
        <p:spPr>
          <a:xfrm>
            <a:off x="6356244" y="5763825"/>
            <a:ext cx="829194" cy="82919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図プレースホルダー 12"/>
          <p:cNvSpPr>
            <a:spLocks noGrp="1"/>
          </p:cNvSpPr>
          <p:nvPr>
            <p:ph type="pic" sz="quarter" idx="20" hasCustomPrompt="1"/>
          </p:nvPr>
        </p:nvSpPr>
        <p:spPr>
          <a:xfrm>
            <a:off x="6484144" y="5891725"/>
            <a:ext cx="573395" cy="573395"/>
          </a:xfrm>
        </p:spPr>
        <p:txBody>
          <a:bodyPr>
            <a:normAutofit/>
          </a:bodyPr>
          <a:lstStyle>
            <a:lvl1pPr>
              <a:defRPr sz="1600"/>
            </a:lvl1pPr>
          </a:lstStyle>
          <a:p>
            <a:r>
              <a:rPr kumimoji="1" lang="en-US" altLang="ja-JP" dirty="0"/>
              <a:t> </a:t>
            </a:r>
            <a:endParaRPr kumimoji="1" lang="ja-JP" altLang="en-US" dirty="0"/>
          </a:p>
        </p:txBody>
      </p:sp>
      <p:sp>
        <p:nvSpPr>
          <p:cNvPr id="25" name="円/楕円 24"/>
          <p:cNvSpPr/>
          <p:nvPr userDrawn="1"/>
        </p:nvSpPr>
        <p:spPr>
          <a:xfrm>
            <a:off x="6356243" y="6831797"/>
            <a:ext cx="829194" cy="8291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図プレースホルダー 12"/>
          <p:cNvSpPr>
            <a:spLocks noGrp="1"/>
          </p:cNvSpPr>
          <p:nvPr>
            <p:ph type="pic" sz="quarter" idx="32" hasCustomPrompt="1"/>
          </p:nvPr>
        </p:nvSpPr>
        <p:spPr>
          <a:xfrm>
            <a:off x="6484143" y="6959697"/>
            <a:ext cx="573395" cy="573395"/>
          </a:xfrm>
        </p:spPr>
        <p:txBody>
          <a:bodyPr>
            <a:normAutofit/>
          </a:bodyPr>
          <a:lstStyle>
            <a:lvl1pPr>
              <a:defRPr sz="1600"/>
            </a:lvl1pPr>
          </a:lstStyle>
          <a:p>
            <a:r>
              <a:rPr kumimoji="1" lang="en-US" altLang="ja-JP" dirty="0"/>
              <a:t> </a:t>
            </a:r>
            <a:endParaRPr kumimoji="1" lang="ja-JP" altLang="en-US" dirty="0"/>
          </a:p>
        </p:txBody>
      </p:sp>
      <p:sp>
        <p:nvSpPr>
          <p:cNvPr id="27" name="円/楕円 26"/>
          <p:cNvSpPr/>
          <p:nvPr userDrawn="1"/>
        </p:nvSpPr>
        <p:spPr>
          <a:xfrm>
            <a:off x="6356244" y="7899770"/>
            <a:ext cx="829194" cy="8291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図プレースホルダー 12"/>
          <p:cNvSpPr>
            <a:spLocks noGrp="1"/>
          </p:cNvSpPr>
          <p:nvPr>
            <p:ph type="pic" sz="quarter" idx="33" hasCustomPrompt="1"/>
          </p:nvPr>
        </p:nvSpPr>
        <p:spPr>
          <a:xfrm>
            <a:off x="6484144" y="8027670"/>
            <a:ext cx="573395" cy="573395"/>
          </a:xfrm>
        </p:spPr>
        <p:txBody>
          <a:bodyPr>
            <a:normAutofit/>
          </a:bodyPr>
          <a:lstStyle>
            <a:lvl1pPr>
              <a:defRPr sz="1600"/>
            </a:lvl1pPr>
          </a:lstStyle>
          <a:p>
            <a:r>
              <a:rPr kumimoji="1" lang="en-US" altLang="ja-JP" dirty="0"/>
              <a:t> </a:t>
            </a:r>
            <a:endParaRPr kumimoji="1" lang="ja-JP" altLang="en-US" dirty="0"/>
          </a:p>
        </p:txBody>
      </p:sp>
      <p:sp>
        <p:nvSpPr>
          <p:cNvPr id="29" name="テキスト プレースホルダー 6"/>
          <p:cNvSpPr>
            <a:spLocks noGrp="1"/>
          </p:cNvSpPr>
          <p:nvPr>
            <p:ph type="body" sz="quarter" idx="34" hasCustomPrompt="1"/>
          </p:nvPr>
        </p:nvSpPr>
        <p:spPr>
          <a:xfrm>
            <a:off x="7185438" y="5818382"/>
            <a:ext cx="4629197" cy="720080"/>
          </a:xfrm>
        </p:spPr>
        <p:txBody>
          <a:bodyPr anchor="ctr">
            <a:noAutofit/>
          </a:bodyPr>
          <a:lstStyle>
            <a:lvl1pPr algn="l">
              <a:defRPr sz="1800" i="0" baseline="0">
                <a:solidFill>
                  <a:schemeClr val="accent1"/>
                </a:solidFill>
                <a:latin typeface="+mn-lt"/>
              </a:defRPr>
            </a:lvl1pPr>
          </a:lstStyle>
          <a:p>
            <a:pPr lvl="0"/>
            <a:r>
              <a:rPr kumimoji="1" lang="en-US" altLang="ja-JP" dirty="0"/>
              <a:t>Text goes here</a:t>
            </a:r>
            <a:endParaRPr kumimoji="1" lang="ja-JP" altLang="en-US" dirty="0"/>
          </a:p>
        </p:txBody>
      </p:sp>
      <p:sp>
        <p:nvSpPr>
          <p:cNvPr id="30" name="テキスト プレースホルダー 6"/>
          <p:cNvSpPr>
            <a:spLocks noGrp="1"/>
          </p:cNvSpPr>
          <p:nvPr>
            <p:ph type="body" sz="quarter" idx="35" hasCustomPrompt="1"/>
          </p:nvPr>
        </p:nvSpPr>
        <p:spPr>
          <a:xfrm>
            <a:off x="7185438" y="6886354"/>
            <a:ext cx="4629197" cy="720080"/>
          </a:xfrm>
        </p:spPr>
        <p:txBody>
          <a:bodyPr anchor="ctr">
            <a:noAutofit/>
          </a:bodyPr>
          <a:lstStyle>
            <a:lvl1pPr algn="l">
              <a:defRPr sz="1800" i="0" baseline="0">
                <a:solidFill>
                  <a:schemeClr val="accent6"/>
                </a:solidFill>
                <a:latin typeface="+mn-lt"/>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p:ph type="body" sz="quarter" idx="36" hasCustomPrompt="1"/>
          </p:nvPr>
        </p:nvSpPr>
        <p:spPr>
          <a:xfrm>
            <a:off x="7185438" y="7954327"/>
            <a:ext cx="4629197" cy="720080"/>
          </a:xfrm>
        </p:spPr>
        <p:txBody>
          <a:bodyPr anchor="ctr">
            <a:noAutofit/>
          </a:bodyPr>
          <a:lstStyle>
            <a:lvl1pPr algn="l">
              <a:defRPr sz="1800" i="0" baseline="0">
                <a:solidFill>
                  <a:schemeClr val="accent3"/>
                </a:solidFill>
                <a:latin typeface="+mn-lt"/>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37" hasCustomPrompt="1"/>
          </p:nvPr>
        </p:nvSpPr>
        <p:spPr>
          <a:xfrm>
            <a:off x="11978303" y="2503262"/>
            <a:ext cx="5061477" cy="720080"/>
          </a:xfrm>
        </p:spPr>
        <p:txBody>
          <a:bodyPr anchor="t">
            <a:noAutofit/>
          </a:bodyPr>
          <a:lstStyle>
            <a:lvl1pPr algn="l">
              <a:defRPr sz="32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33" name="正方形/長方形 32"/>
          <p:cNvSpPr/>
          <p:nvPr userDrawn="1"/>
        </p:nvSpPr>
        <p:spPr>
          <a:xfrm>
            <a:off x="12148803" y="3295350"/>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プレースホルダー 6"/>
          <p:cNvSpPr>
            <a:spLocks noGrp="1"/>
          </p:cNvSpPr>
          <p:nvPr>
            <p:ph type="body" sz="quarter" idx="38" hasCustomPrompt="1"/>
          </p:nvPr>
        </p:nvSpPr>
        <p:spPr>
          <a:xfrm>
            <a:off x="11968545" y="3606078"/>
            <a:ext cx="5147474" cy="573935"/>
          </a:xfrm>
        </p:spPr>
        <p:txBody>
          <a:bodyPr anchor="t">
            <a:noAutofit/>
          </a:bodyPr>
          <a:lstStyle>
            <a:lvl1pPr algn="l">
              <a:defRPr sz="2000" i="1" baseline="0">
                <a:solidFill>
                  <a:schemeClr val="accent5">
                    <a:lumMod val="75000"/>
                  </a:schemeClr>
                </a:solidFill>
                <a:latin typeface="+mn-lt"/>
              </a:defRPr>
            </a:lvl1pPr>
          </a:lstStyle>
          <a:p>
            <a:pPr lvl="0"/>
            <a:r>
              <a:rPr kumimoji="1" lang="en-US" altLang="ja-JP" dirty="0"/>
              <a:t>Text goes here</a:t>
            </a:r>
            <a:endParaRPr kumimoji="1" lang="ja-JP" altLang="en-US" dirty="0"/>
          </a:p>
        </p:txBody>
      </p:sp>
      <p:grpSp>
        <p:nvGrpSpPr>
          <p:cNvPr id="97" name="グループ化 96"/>
          <p:cNvGrpSpPr/>
          <p:nvPr userDrawn="1"/>
        </p:nvGrpSpPr>
        <p:grpSpPr>
          <a:xfrm>
            <a:off x="12099171" y="4206974"/>
            <a:ext cx="5138100" cy="430805"/>
            <a:chOff x="12418479" y="4395656"/>
            <a:chExt cx="5138100" cy="430805"/>
          </a:xfrm>
        </p:grpSpPr>
        <p:sp>
          <p:nvSpPr>
            <p:cNvPr id="37" name="円/楕円 36"/>
            <p:cNvSpPr/>
            <p:nvPr userDrawn="1"/>
          </p:nvSpPr>
          <p:spPr>
            <a:xfrm>
              <a:off x="12418479"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楕円 37"/>
            <p:cNvSpPr/>
            <p:nvPr userDrawn="1"/>
          </p:nvSpPr>
          <p:spPr>
            <a:xfrm>
              <a:off x="12941512"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p:cNvSpPr/>
            <p:nvPr userDrawn="1"/>
          </p:nvSpPr>
          <p:spPr>
            <a:xfrm>
              <a:off x="13464545"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p:cNvSpPr/>
            <p:nvPr userDrawn="1"/>
          </p:nvSpPr>
          <p:spPr>
            <a:xfrm>
              <a:off x="13987578"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p:cNvSpPr/>
            <p:nvPr userDrawn="1"/>
          </p:nvSpPr>
          <p:spPr>
            <a:xfrm>
              <a:off x="14510611"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円/楕円 41"/>
            <p:cNvSpPr/>
            <p:nvPr userDrawn="1"/>
          </p:nvSpPr>
          <p:spPr>
            <a:xfrm>
              <a:off x="15556677"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楕円 42"/>
            <p:cNvSpPr/>
            <p:nvPr userDrawn="1"/>
          </p:nvSpPr>
          <p:spPr>
            <a:xfrm>
              <a:off x="16079710"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43"/>
            <p:cNvSpPr/>
            <p:nvPr userDrawn="1"/>
          </p:nvSpPr>
          <p:spPr>
            <a:xfrm>
              <a:off x="17125774"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p:cNvSpPr/>
            <p:nvPr userDrawn="1"/>
          </p:nvSpPr>
          <p:spPr>
            <a:xfrm>
              <a:off x="15033644"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45"/>
            <p:cNvSpPr/>
            <p:nvPr userDrawn="1"/>
          </p:nvSpPr>
          <p:spPr>
            <a:xfrm>
              <a:off x="16602743"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1" name="テキスト プレースホルダー 6"/>
          <p:cNvSpPr>
            <a:spLocks noGrp="1"/>
          </p:cNvSpPr>
          <p:nvPr userDrawn="1">
            <p:ph type="body" sz="quarter" idx="39" hasCustomPrompt="1"/>
          </p:nvPr>
        </p:nvSpPr>
        <p:spPr>
          <a:xfrm>
            <a:off x="11968545" y="4912576"/>
            <a:ext cx="5147474" cy="573935"/>
          </a:xfrm>
        </p:spPr>
        <p:txBody>
          <a:bodyPr anchor="t">
            <a:noAutofit/>
          </a:bodyPr>
          <a:lstStyle>
            <a:lvl1pPr algn="l">
              <a:defRPr sz="2000" i="1" baseline="0">
                <a:solidFill>
                  <a:schemeClr val="accent5">
                    <a:lumMod val="75000"/>
                  </a:schemeClr>
                </a:solidFill>
                <a:latin typeface="+mn-lt"/>
              </a:defRPr>
            </a:lvl1pPr>
          </a:lstStyle>
          <a:p>
            <a:pPr lvl="0"/>
            <a:r>
              <a:rPr kumimoji="1" lang="en-US" altLang="ja-JP" dirty="0"/>
              <a:t>Text goes here</a:t>
            </a:r>
            <a:endParaRPr kumimoji="1" lang="ja-JP" altLang="en-US" dirty="0"/>
          </a:p>
        </p:txBody>
      </p:sp>
      <p:grpSp>
        <p:nvGrpSpPr>
          <p:cNvPr id="98" name="グループ化 97"/>
          <p:cNvGrpSpPr/>
          <p:nvPr userDrawn="1"/>
        </p:nvGrpSpPr>
        <p:grpSpPr>
          <a:xfrm>
            <a:off x="12099171" y="5513472"/>
            <a:ext cx="5138100" cy="430805"/>
            <a:chOff x="12418479" y="5702154"/>
            <a:chExt cx="5138100" cy="430805"/>
          </a:xfrm>
        </p:grpSpPr>
        <p:sp>
          <p:nvSpPr>
            <p:cNvPr id="63" name="円/楕円 62"/>
            <p:cNvSpPr/>
            <p:nvPr userDrawn="1"/>
          </p:nvSpPr>
          <p:spPr>
            <a:xfrm>
              <a:off x="12418479"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63"/>
            <p:cNvSpPr/>
            <p:nvPr userDrawn="1"/>
          </p:nvSpPr>
          <p:spPr>
            <a:xfrm>
              <a:off x="12941512"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円/楕円 64"/>
            <p:cNvSpPr/>
            <p:nvPr userDrawn="1"/>
          </p:nvSpPr>
          <p:spPr>
            <a:xfrm>
              <a:off x="13464545"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65"/>
            <p:cNvSpPr/>
            <p:nvPr userDrawn="1"/>
          </p:nvSpPr>
          <p:spPr>
            <a:xfrm>
              <a:off x="13987578"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楕円 66"/>
            <p:cNvSpPr/>
            <p:nvPr userDrawn="1"/>
          </p:nvSpPr>
          <p:spPr>
            <a:xfrm>
              <a:off x="14510611"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円/楕円 67"/>
            <p:cNvSpPr/>
            <p:nvPr userDrawn="1"/>
          </p:nvSpPr>
          <p:spPr>
            <a:xfrm>
              <a:off x="15556677"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円/楕円 68"/>
            <p:cNvSpPr/>
            <p:nvPr userDrawn="1"/>
          </p:nvSpPr>
          <p:spPr>
            <a:xfrm>
              <a:off x="16079710"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円/楕円 69"/>
            <p:cNvSpPr/>
            <p:nvPr userDrawn="1"/>
          </p:nvSpPr>
          <p:spPr>
            <a:xfrm>
              <a:off x="17125774"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円/楕円 70"/>
            <p:cNvSpPr/>
            <p:nvPr userDrawn="1"/>
          </p:nvSpPr>
          <p:spPr>
            <a:xfrm>
              <a:off x="15033644"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楕円 71"/>
            <p:cNvSpPr/>
            <p:nvPr userDrawn="1"/>
          </p:nvSpPr>
          <p:spPr>
            <a:xfrm>
              <a:off x="16602743"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3" name="テキスト プレースホルダー 6"/>
          <p:cNvSpPr>
            <a:spLocks noGrp="1"/>
          </p:cNvSpPr>
          <p:nvPr userDrawn="1">
            <p:ph type="body" sz="quarter" idx="40" hasCustomPrompt="1"/>
          </p:nvPr>
        </p:nvSpPr>
        <p:spPr>
          <a:xfrm>
            <a:off x="11968545" y="6219074"/>
            <a:ext cx="5147474" cy="573935"/>
          </a:xfrm>
        </p:spPr>
        <p:txBody>
          <a:bodyPr anchor="t">
            <a:noAutofit/>
          </a:bodyPr>
          <a:lstStyle>
            <a:lvl1pPr algn="l">
              <a:defRPr sz="2000" i="1" baseline="0">
                <a:solidFill>
                  <a:schemeClr val="accent5">
                    <a:lumMod val="75000"/>
                  </a:schemeClr>
                </a:solidFill>
                <a:latin typeface="+mn-lt"/>
              </a:defRPr>
            </a:lvl1pPr>
          </a:lstStyle>
          <a:p>
            <a:pPr lvl="0"/>
            <a:r>
              <a:rPr kumimoji="1" lang="en-US" altLang="ja-JP" dirty="0"/>
              <a:t>Text goes here</a:t>
            </a:r>
            <a:endParaRPr kumimoji="1" lang="ja-JP" altLang="en-US" dirty="0"/>
          </a:p>
        </p:txBody>
      </p:sp>
      <p:grpSp>
        <p:nvGrpSpPr>
          <p:cNvPr id="99" name="グループ化 98"/>
          <p:cNvGrpSpPr/>
          <p:nvPr userDrawn="1"/>
        </p:nvGrpSpPr>
        <p:grpSpPr>
          <a:xfrm>
            <a:off x="12099171" y="6819970"/>
            <a:ext cx="5138100" cy="430805"/>
            <a:chOff x="12418479" y="7008652"/>
            <a:chExt cx="5138100" cy="430805"/>
          </a:xfrm>
        </p:grpSpPr>
        <p:sp>
          <p:nvSpPr>
            <p:cNvPr id="75" name="円/楕円 74"/>
            <p:cNvSpPr/>
            <p:nvPr userDrawn="1"/>
          </p:nvSpPr>
          <p:spPr>
            <a:xfrm>
              <a:off x="12418479"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円/楕円 75"/>
            <p:cNvSpPr/>
            <p:nvPr userDrawn="1"/>
          </p:nvSpPr>
          <p:spPr>
            <a:xfrm>
              <a:off x="12941512"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円/楕円 76"/>
            <p:cNvSpPr/>
            <p:nvPr userDrawn="1"/>
          </p:nvSpPr>
          <p:spPr>
            <a:xfrm>
              <a:off x="13464545"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円/楕円 77"/>
            <p:cNvSpPr/>
            <p:nvPr userDrawn="1"/>
          </p:nvSpPr>
          <p:spPr>
            <a:xfrm>
              <a:off x="13987578"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円/楕円 78"/>
            <p:cNvSpPr/>
            <p:nvPr userDrawn="1"/>
          </p:nvSpPr>
          <p:spPr>
            <a:xfrm>
              <a:off x="14510611"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円/楕円 79"/>
            <p:cNvSpPr/>
            <p:nvPr userDrawn="1"/>
          </p:nvSpPr>
          <p:spPr>
            <a:xfrm>
              <a:off x="15556677"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円/楕円 80"/>
            <p:cNvSpPr/>
            <p:nvPr userDrawn="1"/>
          </p:nvSpPr>
          <p:spPr>
            <a:xfrm>
              <a:off x="16079710"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円/楕円 81"/>
            <p:cNvSpPr/>
            <p:nvPr userDrawn="1"/>
          </p:nvSpPr>
          <p:spPr>
            <a:xfrm>
              <a:off x="17125774"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円/楕円 82"/>
            <p:cNvSpPr/>
            <p:nvPr userDrawn="1"/>
          </p:nvSpPr>
          <p:spPr>
            <a:xfrm>
              <a:off x="15033644"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円/楕円 83"/>
            <p:cNvSpPr/>
            <p:nvPr userDrawn="1"/>
          </p:nvSpPr>
          <p:spPr>
            <a:xfrm>
              <a:off x="16602743"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5" name="テキスト プレースホルダー 6"/>
          <p:cNvSpPr>
            <a:spLocks noGrp="1"/>
          </p:cNvSpPr>
          <p:nvPr userDrawn="1">
            <p:ph type="body" sz="quarter" idx="41" hasCustomPrompt="1"/>
          </p:nvPr>
        </p:nvSpPr>
        <p:spPr>
          <a:xfrm>
            <a:off x="11968545" y="7525572"/>
            <a:ext cx="5147474" cy="573935"/>
          </a:xfrm>
        </p:spPr>
        <p:txBody>
          <a:bodyPr anchor="t">
            <a:noAutofit/>
          </a:bodyPr>
          <a:lstStyle>
            <a:lvl1pPr algn="l">
              <a:defRPr sz="2000" i="1" baseline="0">
                <a:solidFill>
                  <a:schemeClr val="accent5">
                    <a:lumMod val="75000"/>
                  </a:schemeClr>
                </a:solidFill>
                <a:latin typeface="+mn-lt"/>
              </a:defRPr>
            </a:lvl1pPr>
          </a:lstStyle>
          <a:p>
            <a:pPr lvl="0"/>
            <a:r>
              <a:rPr kumimoji="1" lang="en-US" altLang="ja-JP" dirty="0"/>
              <a:t>Text goes here</a:t>
            </a:r>
            <a:endParaRPr kumimoji="1" lang="ja-JP" altLang="en-US" dirty="0"/>
          </a:p>
        </p:txBody>
      </p:sp>
      <p:grpSp>
        <p:nvGrpSpPr>
          <p:cNvPr id="100" name="グループ化 99"/>
          <p:cNvGrpSpPr/>
          <p:nvPr userDrawn="1"/>
        </p:nvGrpSpPr>
        <p:grpSpPr>
          <a:xfrm>
            <a:off x="12099171" y="8126468"/>
            <a:ext cx="5138100" cy="430805"/>
            <a:chOff x="12418479" y="8315150"/>
            <a:chExt cx="5138100" cy="430805"/>
          </a:xfrm>
        </p:grpSpPr>
        <p:sp>
          <p:nvSpPr>
            <p:cNvPr id="87" name="円/楕円 86"/>
            <p:cNvSpPr/>
            <p:nvPr userDrawn="1"/>
          </p:nvSpPr>
          <p:spPr>
            <a:xfrm>
              <a:off x="12418479"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円/楕円 87"/>
            <p:cNvSpPr/>
            <p:nvPr userDrawn="1"/>
          </p:nvSpPr>
          <p:spPr>
            <a:xfrm>
              <a:off x="12941512"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円/楕円 88"/>
            <p:cNvSpPr/>
            <p:nvPr userDrawn="1"/>
          </p:nvSpPr>
          <p:spPr>
            <a:xfrm>
              <a:off x="13464545"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円/楕円 89"/>
            <p:cNvSpPr/>
            <p:nvPr userDrawn="1"/>
          </p:nvSpPr>
          <p:spPr>
            <a:xfrm>
              <a:off x="13987578"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円/楕円 90"/>
            <p:cNvSpPr/>
            <p:nvPr userDrawn="1"/>
          </p:nvSpPr>
          <p:spPr>
            <a:xfrm>
              <a:off x="14510611"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円/楕円 91"/>
            <p:cNvSpPr/>
            <p:nvPr userDrawn="1"/>
          </p:nvSpPr>
          <p:spPr>
            <a:xfrm>
              <a:off x="15556677"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円/楕円 92"/>
            <p:cNvSpPr/>
            <p:nvPr userDrawn="1"/>
          </p:nvSpPr>
          <p:spPr>
            <a:xfrm>
              <a:off x="16079710"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円/楕円 93"/>
            <p:cNvSpPr/>
            <p:nvPr userDrawn="1"/>
          </p:nvSpPr>
          <p:spPr>
            <a:xfrm>
              <a:off x="17125774"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円/楕円 94"/>
            <p:cNvSpPr/>
            <p:nvPr userDrawn="1"/>
          </p:nvSpPr>
          <p:spPr>
            <a:xfrm>
              <a:off x="15033644"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円/楕円 95"/>
            <p:cNvSpPr/>
            <p:nvPr userDrawn="1"/>
          </p:nvSpPr>
          <p:spPr>
            <a:xfrm>
              <a:off x="16602743"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01268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53" presetClass="entr" presetSubtype="16"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750" fill="hold"/>
                                        <p:tgtEl>
                                          <p:spTgt spid="12"/>
                                        </p:tgtEl>
                                        <p:attrNameLst>
                                          <p:attrName>ppt_w</p:attrName>
                                        </p:attrNameLst>
                                      </p:cBhvr>
                                      <p:tavLst>
                                        <p:tav tm="0">
                                          <p:val>
                                            <p:fltVal val="0"/>
                                          </p:val>
                                        </p:tav>
                                        <p:tav tm="100000">
                                          <p:val>
                                            <p:strVal val="#ppt_w"/>
                                          </p:val>
                                        </p:tav>
                                      </p:tavLst>
                                    </p:anim>
                                    <p:anim calcmode="lin" valueType="num">
                                      <p:cBhvr>
                                        <p:cTn id="16" dur="750" fill="hold"/>
                                        <p:tgtEl>
                                          <p:spTgt spid="12"/>
                                        </p:tgtEl>
                                        <p:attrNameLst>
                                          <p:attrName>ppt_h</p:attrName>
                                        </p:attrNameLst>
                                      </p:cBhvr>
                                      <p:tavLst>
                                        <p:tav tm="0">
                                          <p:val>
                                            <p:fltVal val="0"/>
                                          </p:val>
                                        </p:tav>
                                        <p:tav tm="100000">
                                          <p:val>
                                            <p:strVal val="#ppt_h"/>
                                          </p:val>
                                        </p:tav>
                                      </p:tavLst>
                                    </p:anim>
                                    <p:animEffect transition="in" filter="fade">
                                      <p:cBhvr>
                                        <p:cTn id="17" dur="750"/>
                                        <p:tgtEl>
                                          <p:spTgt spid="12"/>
                                        </p:tgtEl>
                                      </p:cBhvr>
                                    </p:animEffect>
                                  </p:childTnLst>
                                </p:cTn>
                              </p:par>
                              <p:par>
                                <p:cTn id="18" presetID="2" presetClass="entr" presetSubtype="12" decel="100000" fill="hold" grpId="1"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750" fill="hold"/>
                                        <p:tgtEl>
                                          <p:spTgt spid="12"/>
                                        </p:tgtEl>
                                        <p:attrNameLst>
                                          <p:attrName>ppt_x</p:attrName>
                                        </p:attrNameLst>
                                      </p:cBhvr>
                                      <p:tavLst>
                                        <p:tav tm="0">
                                          <p:val>
                                            <p:strVal val="0-#ppt_w/2"/>
                                          </p:val>
                                        </p:tav>
                                        <p:tav tm="100000">
                                          <p:val>
                                            <p:strVal val="#ppt_x"/>
                                          </p:val>
                                        </p:tav>
                                      </p:tavLst>
                                    </p:anim>
                                    <p:anim calcmode="lin" valueType="num">
                                      <p:cBhvr additive="base">
                                        <p:cTn id="21" dur="750" fill="hold"/>
                                        <p:tgtEl>
                                          <p:spTgt spid="12"/>
                                        </p:tgtEl>
                                        <p:attrNameLst>
                                          <p:attrName>ppt_y</p:attrName>
                                        </p:attrNameLst>
                                      </p:cBhvr>
                                      <p:tavLst>
                                        <p:tav tm="0">
                                          <p:val>
                                            <p:strVal val="1+#ppt_h/2"/>
                                          </p:val>
                                        </p:tav>
                                        <p:tav tm="100000">
                                          <p:val>
                                            <p:strVal val="#ppt_y"/>
                                          </p:val>
                                        </p:tav>
                                      </p:tavLst>
                                    </p:anim>
                                  </p:childTnLst>
                                </p:cTn>
                              </p:par>
                              <p:par>
                                <p:cTn id="22" presetID="53" presetClass="entr" presetSubtype="16" fill="hold" grpId="0" nodeType="withEffect">
                                  <p:stCondLst>
                                    <p:cond delay="100"/>
                                  </p:stCondLst>
                                  <p:childTnLst>
                                    <p:set>
                                      <p:cBhvr>
                                        <p:cTn id="23" dur="1" fill="hold">
                                          <p:stCondLst>
                                            <p:cond delay="0"/>
                                          </p:stCondLst>
                                        </p:cTn>
                                        <p:tgtEl>
                                          <p:spTgt spid="16"/>
                                        </p:tgtEl>
                                        <p:attrNameLst>
                                          <p:attrName>style.visibility</p:attrName>
                                        </p:attrNameLst>
                                      </p:cBhvr>
                                      <p:to>
                                        <p:strVal val="visible"/>
                                      </p:to>
                                    </p:set>
                                    <p:anim calcmode="lin" valueType="num">
                                      <p:cBhvr>
                                        <p:cTn id="24" dur="750" fill="hold"/>
                                        <p:tgtEl>
                                          <p:spTgt spid="16"/>
                                        </p:tgtEl>
                                        <p:attrNameLst>
                                          <p:attrName>ppt_w</p:attrName>
                                        </p:attrNameLst>
                                      </p:cBhvr>
                                      <p:tavLst>
                                        <p:tav tm="0">
                                          <p:val>
                                            <p:fltVal val="0"/>
                                          </p:val>
                                        </p:tav>
                                        <p:tav tm="100000">
                                          <p:val>
                                            <p:strVal val="#ppt_w"/>
                                          </p:val>
                                        </p:tav>
                                      </p:tavLst>
                                    </p:anim>
                                    <p:anim calcmode="lin" valueType="num">
                                      <p:cBhvr>
                                        <p:cTn id="25" dur="750" fill="hold"/>
                                        <p:tgtEl>
                                          <p:spTgt spid="16"/>
                                        </p:tgtEl>
                                        <p:attrNameLst>
                                          <p:attrName>ppt_h</p:attrName>
                                        </p:attrNameLst>
                                      </p:cBhvr>
                                      <p:tavLst>
                                        <p:tav tm="0">
                                          <p:val>
                                            <p:fltVal val="0"/>
                                          </p:val>
                                        </p:tav>
                                        <p:tav tm="100000">
                                          <p:val>
                                            <p:strVal val="#ppt_h"/>
                                          </p:val>
                                        </p:tav>
                                      </p:tavLst>
                                    </p:anim>
                                    <p:animEffect transition="in" filter="fade">
                                      <p:cBhvr>
                                        <p:cTn id="26" dur="750"/>
                                        <p:tgtEl>
                                          <p:spTgt spid="16"/>
                                        </p:tgtEl>
                                      </p:cBhvr>
                                    </p:animEffect>
                                  </p:childTnLst>
                                </p:cTn>
                              </p:par>
                              <p:par>
                                <p:cTn id="27" presetID="2" presetClass="entr" presetSubtype="12" decel="100000" fill="hold" grpId="1" nodeType="withEffect">
                                  <p:stCondLst>
                                    <p:cond delay="10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750" fill="hold"/>
                                        <p:tgtEl>
                                          <p:spTgt spid="16"/>
                                        </p:tgtEl>
                                        <p:attrNameLst>
                                          <p:attrName>ppt_x</p:attrName>
                                        </p:attrNameLst>
                                      </p:cBhvr>
                                      <p:tavLst>
                                        <p:tav tm="0">
                                          <p:val>
                                            <p:strVal val="0-#ppt_w/2"/>
                                          </p:val>
                                        </p:tav>
                                        <p:tav tm="100000">
                                          <p:val>
                                            <p:strVal val="#ppt_x"/>
                                          </p:val>
                                        </p:tav>
                                      </p:tavLst>
                                    </p:anim>
                                    <p:anim calcmode="lin" valueType="num">
                                      <p:cBhvr additive="base">
                                        <p:cTn id="30" dur="750" fill="hold"/>
                                        <p:tgtEl>
                                          <p:spTgt spid="16"/>
                                        </p:tgtEl>
                                        <p:attrNameLst>
                                          <p:attrName>ppt_y</p:attrName>
                                        </p:attrNameLst>
                                      </p:cBhvr>
                                      <p:tavLst>
                                        <p:tav tm="0">
                                          <p:val>
                                            <p:strVal val="1+#ppt_h/2"/>
                                          </p:val>
                                        </p:tav>
                                        <p:tav tm="100000">
                                          <p:val>
                                            <p:strVal val="#ppt_y"/>
                                          </p:val>
                                        </p:tav>
                                      </p:tavLst>
                                    </p:anim>
                                  </p:childTnLst>
                                </p:cTn>
                              </p:par>
                              <p:par>
                                <p:cTn id="31" presetID="53" presetClass="entr" presetSubtype="16" fill="hold" grpId="0" nodeType="withEffect">
                                  <p:stCondLst>
                                    <p:cond delay="200"/>
                                  </p:stCondLst>
                                  <p:childTnLst>
                                    <p:set>
                                      <p:cBhvr>
                                        <p:cTn id="32" dur="1" fill="hold">
                                          <p:stCondLst>
                                            <p:cond delay="0"/>
                                          </p:stCondLst>
                                        </p:cTn>
                                        <p:tgtEl>
                                          <p:spTgt spid="10"/>
                                        </p:tgtEl>
                                        <p:attrNameLst>
                                          <p:attrName>style.visibility</p:attrName>
                                        </p:attrNameLst>
                                      </p:cBhvr>
                                      <p:to>
                                        <p:strVal val="visible"/>
                                      </p:to>
                                    </p:set>
                                    <p:anim calcmode="lin" valueType="num">
                                      <p:cBhvr>
                                        <p:cTn id="33" dur="750" fill="hold"/>
                                        <p:tgtEl>
                                          <p:spTgt spid="10"/>
                                        </p:tgtEl>
                                        <p:attrNameLst>
                                          <p:attrName>ppt_w</p:attrName>
                                        </p:attrNameLst>
                                      </p:cBhvr>
                                      <p:tavLst>
                                        <p:tav tm="0">
                                          <p:val>
                                            <p:fltVal val="0"/>
                                          </p:val>
                                        </p:tav>
                                        <p:tav tm="100000">
                                          <p:val>
                                            <p:strVal val="#ppt_w"/>
                                          </p:val>
                                        </p:tav>
                                      </p:tavLst>
                                    </p:anim>
                                    <p:anim calcmode="lin" valueType="num">
                                      <p:cBhvr>
                                        <p:cTn id="34" dur="750" fill="hold"/>
                                        <p:tgtEl>
                                          <p:spTgt spid="10"/>
                                        </p:tgtEl>
                                        <p:attrNameLst>
                                          <p:attrName>ppt_h</p:attrName>
                                        </p:attrNameLst>
                                      </p:cBhvr>
                                      <p:tavLst>
                                        <p:tav tm="0">
                                          <p:val>
                                            <p:fltVal val="0"/>
                                          </p:val>
                                        </p:tav>
                                        <p:tav tm="100000">
                                          <p:val>
                                            <p:strVal val="#ppt_h"/>
                                          </p:val>
                                        </p:tav>
                                      </p:tavLst>
                                    </p:anim>
                                    <p:animEffect transition="in" filter="fade">
                                      <p:cBhvr>
                                        <p:cTn id="35" dur="750"/>
                                        <p:tgtEl>
                                          <p:spTgt spid="10"/>
                                        </p:tgtEl>
                                      </p:cBhvr>
                                    </p:animEffect>
                                  </p:childTnLst>
                                </p:cTn>
                              </p:par>
                              <p:par>
                                <p:cTn id="36" presetID="2" presetClass="entr" presetSubtype="12" decel="100000" fill="hold" grpId="1" nodeType="withEffect">
                                  <p:stCondLst>
                                    <p:cond delay="20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750" fill="hold"/>
                                        <p:tgtEl>
                                          <p:spTgt spid="10"/>
                                        </p:tgtEl>
                                        <p:attrNameLst>
                                          <p:attrName>ppt_x</p:attrName>
                                        </p:attrNameLst>
                                      </p:cBhvr>
                                      <p:tavLst>
                                        <p:tav tm="0">
                                          <p:val>
                                            <p:strVal val="0-#ppt_w/2"/>
                                          </p:val>
                                        </p:tav>
                                        <p:tav tm="100000">
                                          <p:val>
                                            <p:strVal val="#ppt_x"/>
                                          </p:val>
                                        </p:tav>
                                      </p:tavLst>
                                    </p:anim>
                                    <p:anim calcmode="lin" valueType="num">
                                      <p:cBhvr additive="base">
                                        <p:cTn id="39" dur="750" fill="hold"/>
                                        <p:tgtEl>
                                          <p:spTgt spid="10"/>
                                        </p:tgtEl>
                                        <p:attrNameLst>
                                          <p:attrName>ppt_y</p:attrName>
                                        </p:attrNameLst>
                                      </p:cBhvr>
                                      <p:tavLst>
                                        <p:tav tm="0">
                                          <p:val>
                                            <p:strVal val="1+#ppt_h/2"/>
                                          </p:val>
                                        </p:tav>
                                        <p:tav tm="100000">
                                          <p:val>
                                            <p:strVal val="#ppt_y"/>
                                          </p:val>
                                        </p:tav>
                                      </p:tavLst>
                                    </p:anim>
                                  </p:childTnLst>
                                </p:cTn>
                              </p:par>
                              <p:par>
                                <p:cTn id="40" presetID="53" presetClass="entr" presetSubtype="16" fill="hold" grpId="0" nodeType="withEffect">
                                  <p:stCondLst>
                                    <p:cond delay="300"/>
                                  </p:stCondLst>
                                  <p:childTnLst>
                                    <p:set>
                                      <p:cBhvr>
                                        <p:cTn id="41" dur="1" fill="hold">
                                          <p:stCondLst>
                                            <p:cond delay="0"/>
                                          </p:stCondLst>
                                        </p:cTn>
                                        <p:tgtEl>
                                          <p:spTgt spid="9"/>
                                        </p:tgtEl>
                                        <p:attrNameLst>
                                          <p:attrName>style.visibility</p:attrName>
                                        </p:attrNameLst>
                                      </p:cBhvr>
                                      <p:to>
                                        <p:strVal val="visible"/>
                                      </p:to>
                                    </p:set>
                                    <p:anim calcmode="lin" valueType="num">
                                      <p:cBhvr>
                                        <p:cTn id="42" dur="750" fill="hold"/>
                                        <p:tgtEl>
                                          <p:spTgt spid="9"/>
                                        </p:tgtEl>
                                        <p:attrNameLst>
                                          <p:attrName>ppt_w</p:attrName>
                                        </p:attrNameLst>
                                      </p:cBhvr>
                                      <p:tavLst>
                                        <p:tav tm="0">
                                          <p:val>
                                            <p:fltVal val="0"/>
                                          </p:val>
                                        </p:tav>
                                        <p:tav tm="100000">
                                          <p:val>
                                            <p:strVal val="#ppt_w"/>
                                          </p:val>
                                        </p:tav>
                                      </p:tavLst>
                                    </p:anim>
                                    <p:anim calcmode="lin" valueType="num">
                                      <p:cBhvr>
                                        <p:cTn id="43" dur="750" fill="hold"/>
                                        <p:tgtEl>
                                          <p:spTgt spid="9"/>
                                        </p:tgtEl>
                                        <p:attrNameLst>
                                          <p:attrName>ppt_h</p:attrName>
                                        </p:attrNameLst>
                                      </p:cBhvr>
                                      <p:tavLst>
                                        <p:tav tm="0">
                                          <p:val>
                                            <p:fltVal val="0"/>
                                          </p:val>
                                        </p:tav>
                                        <p:tav tm="100000">
                                          <p:val>
                                            <p:strVal val="#ppt_h"/>
                                          </p:val>
                                        </p:tav>
                                      </p:tavLst>
                                    </p:anim>
                                    <p:animEffect transition="in" filter="fade">
                                      <p:cBhvr>
                                        <p:cTn id="44" dur="750"/>
                                        <p:tgtEl>
                                          <p:spTgt spid="9"/>
                                        </p:tgtEl>
                                      </p:cBhvr>
                                    </p:animEffect>
                                  </p:childTnLst>
                                </p:cTn>
                              </p:par>
                              <p:par>
                                <p:cTn id="45" presetID="2" presetClass="entr" presetSubtype="12" decel="100000" fill="hold" grpId="1" nodeType="withEffect">
                                  <p:stCondLst>
                                    <p:cond delay="30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750" fill="hold"/>
                                        <p:tgtEl>
                                          <p:spTgt spid="9"/>
                                        </p:tgtEl>
                                        <p:attrNameLst>
                                          <p:attrName>ppt_x</p:attrName>
                                        </p:attrNameLst>
                                      </p:cBhvr>
                                      <p:tavLst>
                                        <p:tav tm="0">
                                          <p:val>
                                            <p:strVal val="0-#ppt_w/2"/>
                                          </p:val>
                                        </p:tav>
                                        <p:tav tm="100000">
                                          <p:val>
                                            <p:strVal val="#ppt_x"/>
                                          </p:val>
                                        </p:tav>
                                      </p:tavLst>
                                    </p:anim>
                                    <p:anim calcmode="lin" valueType="num">
                                      <p:cBhvr additive="base">
                                        <p:cTn id="48" dur="750" fill="hold"/>
                                        <p:tgtEl>
                                          <p:spTgt spid="9"/>
                                        </p:tgtEl>
                                        <p:attrNameLst>
                                          <p:attrName>ppt_y</p:attrName>
                                        </p:attrNameLst>
                                      </p:cBhvr>
                                      <p:tavLst>
                                        <p:tav tm="0">
                                          <p:val>
                                            <p:strVal val="1+#ppt_h/2"/>
                                          </p:val>
                                        </p:tav>
                                        <p:tav tm="100000">
                                          <p:val>
                                            <p:strVal val="#ppt_y"/>
                                          </p:val>
                                        </p:tav>
                                      </p:tavLst>
                                    </p:anim>
                                  </p:childTnLst>
                                </p:cTn>
                              </p:par>
                              <p:par>
                                <p:cTn id="49" presetID="10" presetClass="entr" presetSubtype="0" fill="hold" grpId="0" nodeType="withEffect">
                                  <p:stCondLst>
                                    <p:cond delay="30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1000"/>
                                        <p:tgtEl>
                                          <p:spTgt spid="11"/>
                                        </p:tgtEl>
                                      </p:cBhvr>
                                    </p:animEffect>
                                  </p:childTnLst>
                                </p:cTn>
                              </p:par>
                              <p:par>
                                <p:cTn id="52" presetID="2" presetClass="entr" presetSubtype="1" decel="100000" fill="hold" grpId="1" nodeType="withEffect">
                                  <p:stCondLst>
                                    <p:cond delay="30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1000" fill="hold"/>
                                        <p:tgtEl>
                                          <p:spTgt spid="11"/>
                                        </p:tgtEl>
                                        <p:attrNameLst>
                                          <p:attrName>ppt_x</p:attrName>
                                        </p:attrNameLst>
                                      </p:cBhvr>
                                      <p:tavLst>
                                        <p:tav tm="0">
                                          <p:val>
                                            <p:strVal val="#ppt_x"/>
                                          </p:val>
                                        </p:tav>
                                        <p:tav tm="100000">
                                          <p:val>
                                            <p:strVal val="#ppt_x"/>
                                          </p:val>
                                        </p:tav>
                                      </p:tavLst>
                                    </p:anim>
                                    <p:anim calcmode="lin" valueType="num">
                                      <p:cBhvr additive="base">
                                        <p:cTn id="55" dur="1000" fill="hold"/>
                                        <p:tgtEl>
                                          <p:spTgt spid="11"/>
                                        </p:tgtEl>
                                        <p:attrNameLst>
                                          <p:attrName>ppt_y</p:attrName>
                                        </p:attrNameLst>
                                      </p:cBhvr>
                                      <p:tavLst>
                                        <p:tav tm="0">
                                          <p:val>
                                            <p:strVal val="0-#ppt_h/2"/>
                                          </p:val>
                                        </p:tav>
                                        <p:tav tm="100000">
                                          <p:val>
                                            <p:strVal val="#ppt_y"/>
                                          </p:val>
                                        </p:tav>
                                      </p:tavLst>
                                    </p:anim>
                                  </p:childTnLst>
                                </p:cTn>
                              </p:par>
                              <p:par>
                                <p:cTn id="56" presetID="10" presetClass="entr" presetSubtype="0" fill="hold" grpId="0" nodeType="withEffect">
                                  <p:stCondLst>
                                    <p:cond delay="4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000"/>
                                        <p:tgtEl>
                                          <p:spTgt spid="13"/>
                                        </p:tgtEl>
                                      </p:cBhvr>
                                    </p:animEffect>
                                  </p:childTnLst>
                                </p:cTn>
                              </p:par>
                              <p:par>
                                <p:cTn id="59" presetID="2" presetClass="entr" presetSubtype="1" decel="100000" fill="hold" grpId="1" nodeType="withEffect">
                                  <p:stCondLst>
                                    <p:cond delay="40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1000" fill="hold"/>
                                        <p:tgtEl>
                                          <p:spTgt spid="13"/>
                                        </p:tgtEl>
                                        <p:attrNameLst>
                                          <p:attrName>ppt_x</p:attrName>
                                        </p:attrNameLst>
                                      </p:cBhvr>
                                      <p:tavLst>
                                        <p:tav tm="0">
                                          <p:val>
                                            <p:strVal val="#ppt_x"/>
                                          </p:val>
                                        </p:tav>
                                        <p:tav tm="100000">
                                          <p:val>
                                            <p:strVal val="#ppt_x"/>
                                          </p:val>
                                        </p:tav>
                                      </p:tavLst>
                                    </p:anim>
                                    <p:anim calcmode="lin" valueType="num">
                                      <p:cBhvr additive="base">
                                        <p:cTn id="62" dur="1000" fill="hold"/>
                                        <p:tgtEl>
                                          <p:spTgt spid="13"/>
                                        </p:tgtEl>
                                        <p:attrNameLst>
                                          <p:attrName>ppt_y</p:attrName>
                                        </p:attrNameLst>
                                      </p:cBhvr>
                                      <p:tavLst>
                                        <p:tav tm="0">
                                          <p:val>
                                            <p:strVal val="0-#ppt_h/2"/>
                                          </p:val>
                                        </p:tav>
                                        <p:tav tm="100000">
                                          <p:val>
                                            <p:strVal val="#ppt_y"/>
                                          </p:val>
                                        </p:tav>
                                      </p:tavLst>
                                    </p:anim>
                                  </p:childTnLst>
                                </p:cTn>
                              </p:par>
                              <p:par>
                                <p:cTn id="63" presetID="10" presetClass="entr" presetSubtype="0" fill="hold" grpId="0" nodeType="withEffect">
                                  <p:stCondLst>
                                    <p:cond delay="50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1000"/>
                                        <p:tgtEl>
                                          <p:spTgt spid="14"/>
                                        </p:tgtEl>
                                      </p:cBhvr>
                                    </p:animEffect>
                                  </p:childTnLst>
                                </p:cTn>
                              </p:par>
                              <p:par>
                                <p:cTn id="66" presetID="2" presetClass="entr" presetSubtype="1" decel="100000" fill="hold" grpId="1" nodeType="withEffect">
                                  <p:stCondLst>
                                    <p:cond delay="500"/>
                                  </p:stCondLst>
                                  <p:childTnLst>
                                    <p:set>
                                      <p:cBhvr>
                                        <p:cTn id="67" dur="1" fill="hold">
                                          <p:stCondLst>
                                            <p:cond delay="0"/>
                                          </p:stCondLst>
                                        </p:cTn>
                                        <p:tgtEl>
                                          <p:spTgt spid="14"/>
                                        </p:tgtEl>
                                        <p:attrNameLst>
                                          <p:attrName>style.visibility</p:attrName>
                                        </p:attrNameLst>
                                      </p:cBhvr>
                                      <p:to>
                                        <p:strVal val="visible"/>
                                      </p:to>
                                    </p:set>
                                    <p:anim calcmode="lin" valueType="num">
                                      <p:cBhvr additive="base">
                                        <p:cTn id="68" dur="1000" fill="hold"/>
                                        <p:tgtEl>
                                          <p:spTgt spid="14"/>
                                        </p:tgtEl>
                                        <p:attrNameLst>
                                          <p:attrName>ppt_x</p:attrName>
                                        </p:attrNameLst>
                                      </p:cBhvr>
                                      <p:tavLst>
                                        <p:tav tm="0">
                                          <p:val>
                                            <p:strVal val="#ppt_x"/>
                                          </p:val>
                                        </p:tav>
                                        <p:tav tm="100000">
                                          <p:val>
                                            <p:strVal val="#ppt_x"/>
                                          </p:val>
                                        </p:tav>
                                      </p:tavLst>
                                    </p:anim>
                                    <p:anim calcmode="lin" valueType="num">
                                      <p:cBhvr additive="base">
                                        <p:cTn id="69" dur="1000" fill="hold"/>
                                        <p:tgtEl>
                                          <p:spTgt spid="14"/>
                                        </p:tgtEl>
                                        <p:attrNameLst>
                                          <p:attrName>ppt_y</p:attrName>
                                        </p:attrNameLst>
                                      </p:cBhvr>
                                      <p:tavLst>
                                        <p:tav tm="0">
                                          <p:val>
                                            <p:strVal val="0-#ppt_h/2"/>
                                          </p:val>
                                        </p:tav>
                                        <p:tav tm="100000">
                                          <p:val>
                                            <p:strVal val="#ppt_y"/>
                                          </p:val>
                                        </p:tav>
                                      </p:tavLst>
                                    </p:anim>
                                  </p:childTnLst>
                                </p:cTn>
                              </p:par>
                            </p:childTnLst>
                          </p:cTn>
                        </p:par>
                        <p:par>
                          <p:cTn id="70" fill="hold">
                            <p:stCondLst>
                              <p:cond delay="2000"/>
                            </p:stCondLst>
                            <p:childTnLst>
                              <p:par>
                                <p:cTn id="71" presetID="2" presetClass="entr" presetSubtype="4" decel="100000" fill="hold" grpId="0" nodeType="afterEffect">
                                  <p:stCondLst>
                                    <p:cond delay="500"/>
                                  </p:stCondLst>
                                  <p:childTnLst>
                                    <p:set>
                                      <p:cBhvr>
                                        <p:cTn id="72" dur="1" fill="hold">
                                          <p:stCondLst>
                                            <p:cond delay="0"/>
                                          </p:stCondLst>
                                        </p:cTn>
                                        <p:tgtEl>
                                          <p:spTgt spid="18">
                                            <p:txEl>
                                              <p:pRg st="0" end="0"/>
                                            </p:txEl>
                                          </p:spTgt>
                                        </p:tgtEl>
                                        <p:attrNameLst>
                                          <p:attrName>style.visibility</p:attrName>
                                        </p:attrNameLst>
                                      </p:cBhvr>
                                      <p:to>
                                        <p:strVal val="visible"/>
                                      </p:to>
                                    </p:set>
                                    <p:anim calcmode="lin" valueType="num">
                                      <p:cBhvr additive="base">
                                        <p:cTn id="73"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par>
                          <p:cTn id="75" fill="hold">
                            <p:stCondLst>
                              <p:cond delay="3000"/>
                            </p:stCondLst>
                            <p:childTnLst>
                              <p:par>
                                <p:cTn id="76" presetID="22" presetClass="entr" presetSubtype="8" fill="hold" grpId="0" nodeType="afterEffect">
                                  <p:stCondLst>
                                    <p:cond delay="0"/>
                                  </p:stCondLst>
                                  <p:childTnLst>
                                    <p:set>
                                      <p:cBhvr>
                                        <p:cTn id="77" dur="1" fill="hold">
                                          <p:stCondLst>
                                            <p:cond delay="0"/>
                                          </p:stCondLst>
                                        </p:cTn>
                                        <p:tgtEl>
                                          <p:spTgt spid="19">
                                            <p:txEl>
                                              <p:pRg st="0" end="0"/>
                                            </p:txEl>
                                          </p:spTgt>
                                        </p:tgtEl>
                                        <p:attrNameLst>
                                          <p:attrName>style.visibility</p:attrName>
                                        </p:attrNameLst>
                                      </p:cBhvr>
                                      <p:to>
                                        <p:strVal val="visible"/>
                                      </p:to>
                                    </p:set>
                                    <p:animEffect transition="in" filter="wipe(left)">
                                      <p:cBhvr>
                                        <p:cTn id="78" dur="500"/>
                                        <p:tgtEl>
                                          <p:spTgt spid="19">
                                            <p:txEl>
                                              <p:pRg st="0" end="0"/>
                                            </p:txEl>
                                          </p:spTgt>
                                        </p:tgtEl>
                                      </p:cBhvr>
                                    </p:animEffect>
                                  </p:childTnLst>
                                </p:cTn>
                              </p:par>
                            </p:childTnLst>
                          </p:cTn>
                        </p:par>
                        <p:par>
                          <p:cTn id="79" fill="hold">
                            <p:stCondLst>
                              <p:cond delay="3500"/>
                            </p:stCondLst>
                            <p:childTnLst>
                              <p:par>
                                <p:cTn id="80" presetID="2" presetClass="entr" presetSubtype="2" decel="100000" fill="hold" grpId="0" nodeType="afterEffect">
                                  <p:stCondLst>
                                    <p:cond delay="0"/>
                                  </p:stCondLst>
                                  <p:iterate type="wd">
                                    <p:tmPct val="10000"/>
                                  </p:iterate>
                                  <p:childTnLst>
                                    <p:set>
                                      <p:cBhvr>
                                        <p:cTn id="81" dur="1" fill="hold">
                                          <p:stCondLst>
                                            <p:cond delay="0"/>
                                          </p:stCondLst>
                                        </p:cTn>
                                        <p:tgtEl>
                                          <p:spTgt spid="20">
                                            <p:txEl>
                                              <p:pRg st="0" end="0"/>
                                            </p:txEl>
                                          </p:spTgt>
                                        </p:tgtEl>
                                        <p:attrNameLst>
                                          <p:attrName>style.visibility</p:attrName>
                                        </p:attrNameLst>
                                      </p:cBhvr>
                                      <p:to>
                                        <p:strVal val="visible"/>
                                      </p:to>
                                    </p:set>
                                    <p:anim calcmode="lin" valueType="num">
                                      <p:cBhvr additive="base">
                                        <p:cTn id="82"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83" dur="500" fill="hold"/>
                                        <p:tgtEl>
                                          <p:spTgt spid="20">
                                            <p:txEl>
                                              <p:pRg st="0" end="0"/>
                                            </p:txEl>
                                          </p:spTgt>
                                        </p:tgtEl>
                                        <p:attrNameLst>
                                          <p:attrName>ppt_y</p:attrName>
                                        </p:attrNameLst>
                                      </p:cBhvr>
                                      <p:tavLst>
                                        <p:tav tm="0">
                                          <p:val>
                                            <p:strVal val="#ppt_y"/>
                                          </p:val>
                                        </p:tav>
                                        <p:tav tm="100000">
                                          <p:val>
                                            <p:strVal val="#ppt_y"/>
                                          </p:val>
                                        </p:tav>
                                      </p:tavLst>
                                    </p:anim>
                                  </p:childTnLst>
                                </p:cTn>
                              </p:par>
                              <p:par>
                                <p:cTn id="84" presetID="2" presetClass="entr" presetSubtype="4" decel="100000" fill="hold" grpId="0" nodeType="withEffect">
                                  <p:stCondLst>
                                    <p:cond delay="0"/>
                                  </p:stCondLst>
                                  <p:childTnLst>
                                    <p:set>
                                      <p:cBhvr>
                                        <p:cTn id="85" dur="1" fill="hold">
                                          <p:stCondLst>
                                            <p:cond delay="0"/>
                                          </p:stCondLst>
                                        </p:cTn>
                                        <p:tgtEl>
                                          <p:spTgt spid="21">
                                            <p:txEl>
                                              <p:pRg st="0" end="0"/>
                                            </p:txEl>
                                          </p:spTgt>
                                        </p:tgtEl>
                                        <p:attrNameLst>
                                          <p:attrName>style.visibility</p:attrName>
                                        </p:attrNameLst>
                                      </p:cBhvr>
                                      <p:to>
                                        <p:strVal val="visible"/>
                                      </p:to>
                                    </p:set>
                                    <p:anim calcmode="lin" valueType="num">
                                      <p:cBhvr additive="base">
                                        <p:cTn id="86"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21">
                                            <p:txEl>
                                              <p:pRg st="0" end="0"/>
                                            </p:txEl>
                                          </p:spTgt>
                                        </p:tgtEl>
                                        <p:attrNameLst>
                                          <p:attrName>ppt_y</p:attrName>
                                        </p:attrNameLst>
                                      </p:cBhvr>
                                      <p:tavLst>
                                        <p:tav tm="0">
                                          <p:val>
                                            <p:strVal val="1+#ppt_h/2"/>
                                          </p:val>
                                        </p:tav>
                                        <p:tav tm="100000">
                                          <p:val>
                                            <p:strVal val="#ppt_y"/>
                                          </p:val>
                                        </p:tav>
                                      </p:tavLst>
                                    </p:anim>
                                  </p:childTnLst>
                                </p:cTn>
                              </p:par>
                              <p:par>
                                <p:cTn id="88" presetID="2" presetClass="entr" presetSubtype="4" decel="100000" fill="hold" grpId="0" nodeType="withEffect">
                                  <p:stCondLst>
                                    <p:cond delay="0"/>
                                  </p:stCondLst>
                                  <p:childTnLst>
                                    <p:set>
                                      <p:cBhvr>
                                        <p:cTn id="89" dur="1" fill="hold">
                                          <p:stCondLst>
                                            <p:cond delay="0"/>
                                          </p:stCondLst>
                                        </p:cTn>
                                        <p:tgtEl>
                                          <p:spTgt spid="22"/>
                                        </p:tgtEl>
                                        <p:attrNameLst>
                                          <p:attrName>style.visibility</p:attrName>
                                        </p:attrNameLst>
                                      </p:cBhvr>
                                      <p:to>
                                        <p:strVal val="visible"/>
                                      </p:to>
                                    </p:set>
                                    <p:anim calcmode="lin" valueType="num">
                                      <p:cBhvr additive="base">
                                        <p:cTn id="90" dur="500" fill="hold"/>
                                        <p:tgtEl>
                                          <p:spTgt spid="22"/>
                                        </p:tgtEl>
                                        <p:attrNameLst>
                                          <p:attrName>ppt_x</p:attrName>
                                        </p:attrNameLst>
                                      </p:cBhvr>
                                      <p:tavLst>
                                        <p:tav tm="0">
                                          <p:val>
                                            <p:strVal val="#ppt_x"/>
                                          </p:val>
                                        </p:tav>
                                        <p:tav tm="100000">
                                          <p:val>
                                            <p:strVal val="#ppt_x"/>
                                          </p:val>
                                        </p:tav>
                                      </p:tavLst>
                                    </p:anim>
                                    <p:anim calcmode="lin" valueType="num">
                                      <p:cBhvr additive="base">
                                        <p:cTn id="91" dur="500" fill="hold"/>
                                        <p:tgtEl>
                                          <p:spTgt spid="22"/>
                                        </p:tgtEl>
                                        <p:attrNameLst>
                                          <p:attrName>ppt_y</p:attrName>
                                        </p:attrNameLst>
                                      </p:cBhvr>
                                      <p:tavLst>
                                        <p:tav tm="0">
                                          <p:val>
                                            <p:strVal val="1+#ppt_h/2"/>
                                          </p:val>
                                        </p:tav>
                                        <p:tav tm="100000">
                                          <p:val>
                                            <p:strVal val="#ppt_y"/>
                                          </p:val>
                                        </p:tav>
                                      </p:tavLst>
                                    </p:anim>
                                  </p:childTnLst>
                                </p:cTn>
                              </p:par>
                            </p:childTnLst>
                          </p:cTn>
                        </p:par>
                        <p:par>
                          <p:cTn id="92" fill="hold">
                            <p:stCondLst>
                              <p:cond delay="4100"/>
                            </p:stCondLst>
                            <p:childTnLst>
                              <p:par>
                                <p:cTn id="93" presetID="53" presetClass="entr" presetSubtype="16" fill="hold" grpId="0" nodeType="afterEffect">
                                  <p:stCondLst>
                                    <p:cond delay="0"/>
                                  </p:stCondLst>
                                  <p:childTnLst>
                                    <p:set>
                                      <p:cBhvr>
                                        <p:cTn id="94" dur="1" fill="hold">
                                          <p:stCondLst>
                                            <p:cond delay="0"/>
                                          </p:stCondLst>
                                        </p:cTn>
                                        <p:tgtEl>
                                          <p:spTgt spid="23"/>
                                        </p:tgtEl>
                                        <p:attrNameLst>
                                          <p:attrName>style.visibility</p:attrName>
                                        </p:attrNameLst>
                                      </p:cBhvr>
                                      <p:to>
                                        <p:strVal val="visible"/>
                                      </p:to>
                                    </p:set>
                                    <p:anim calcmode="lin" valueType="num">
                                      <p:cBhvr>
                                        <p:cTn id="95" dur="500" fill="hold"/>
                                        <p:tgtEl>
                                          <p:spTgt spid="23"/>
                                        </p:tgtEl>
                                        <p:attrNameLst>
                                          <p:attrName>ppt_w</p:attrName>
                                        </p:attrNameLst>
                                      </p:cBhvr>
                                      <p:tavLst>
                                        <p:tav tm="0">
                                          <p:val>
                                            <p:fltVal val="0"/>
                                          </p:val>
                                        </p:tav>
                                        <p:tav tm="100000">
                                          <p:val>
                                            <p:strVal val="#ppt_w"/>
                                          </p:val>
                                        </p:tav>
                                      </p:tavLst>
                                    </p:anim>
                                    <p:anim calcmode="lin" valueType="num">
                                      <p:cBhvr>
                                        <p:cTn id="96" dur="500" fill="hold"/>
                                        <p:tgtEl>
                                          <p:spTgt spid="23"/>
                                        </p:tgtEl>
                                        <p:attrNameLst>
                                          <p:attrName>ppt_h</p:attrName>
                                        </p:attrNameLst>
                                      </p:cBhvr>
                                      <p:tavLst>
                                        <p:tav tm="0">
                                          <p:val>
                                            <p:fltVal val="0"/>
                                          </p:val>
                                        </p:tav>
                                        <p:tav tm="100000">
                                          <p:val>
                                            <p:strVal val="#ppt_h"/>
                                          </p:val>
                                        </p:tav>
                                      </p:tavLst>
                                    </p:anim>
                                    <p:animEffect transition="in" filter="fade">
                                      <p:cBhvr>
                                        <p:cTn id="97" dur="500"/>
                                        <p:tgtEl>
                                          <p:spTgt spid="23"/>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4"/>
                                        </p:tgtEl>
                                        <p:attrNameLst>
                                          <p:attrName>style.visibility</p:attrName>
                                        </p:attrNameLst>
                                      </p:cBhvr>
                                      <p:to>
                                        <p:strVal val="visible"/>
                                      </p:to>
                                    </p:set>
                                    <p:anim calcmode="lin" valueType="num">
                                      <p:cBhvr>
                                        <p:cTn id="100" dur="500" fill="hold"/>
                                        <p:tgtEl>
                                          <p:spTgt spid="24"/>
                                        </p:tgtEl>
                                        <p:attrNameLst>
                                          <p:attrName>ppt_w</p:attrName>
                                        </p:attrNameLst>
                                      </p:cBhvr>
                                      <p:tavLst>
                                        <p:tav tm="0">
                                          <p:val>
                                            <p:fltVal val="0"/>
                                          </p:val>
                                        </p:tav>
                                        <p:tav tm="100000">
                                          <p:val>
                                            <p:strVal val="#ppt_w"/>
                                          </p:val>
                                        </p:tav>
                                      </p:tavLst>
                                    </p:anim>
                                    <p:anim calcmode="lin" valueType="num">
                                      <p:cBhvr>
                                        <p:cTn id="101" dur="500" fill="hold"/>
                                        <p:tgtEl>
                                          <p:spTgt spid="24"/>
                                        </p:tgtEl>
                                        <p:attrNameLst>
                                          <p:attrName>ppt_h</p:attrName>
                                        </p:attrNameLst>
                                      </p:cBhvr>
                                      <p:tavLst>
                                        <p:tav tm="0">
                                          <p:val>
                                            <p:fltVal val="0"/>
                                          </p:val>
                                        </p:tav>
                                        <p:tav tm="100000">
                                          <p:val>
                                            <p:strVal val="#ppt_h"/>
                                          </p:val>
                                        </p:tav>
                                      </p:tavLst>
                                    </p:anim>
                                    <p:animEffect transition="in" filter="fade">
                                      <p:cBhvr>
                                        <p:cTn id="102" dur="500"/>
                                        <p:tgtEl>
                                          <p:spTgt spid="24"/>
                                        </p:tgtEl>
                                      </p:cBhvr>
                                    </p:animEffect>
                                  </p:childTnLst>
                                </p:cTn>
                              </p:par>
                            </p:childTnLst>
                          </p:cTn>
                        </p:par>
                        <p:par>
                          <p:cTn id="103" fill="hold">
                            <p:stCondLst>
                              <p:cond delay="4600"/>
                            </p:stCondLst>
                            <p:childTnLst>
                              <p:par>
                                <p:cTn id="104" presetID="2" presetClass="entr" presetSubtype="2" decel="100000" fill="hold" grpId="0" nodeType="afterEffect">
                                  <p:stCondLst>
                                    <p:cond delay="0"/>
                                  </p:stCondLst>
                                  <p:iterate type="wd">
                                    <p:tmPct val="10000"/>
                                  </p:iterate>
                                  <p:childTnLst>
                                    <p:set>
                                      <p:cBhvr>
                                        <p:cTn id="105" dur="1" fill="hold">
                                          <p:stCondLst>
                                            <p:cond delay="0"/>
                                          </p:stCondLst>
                                        </p:cTn>
                                        <p:tgtEl>
                                          <p:spTgt spid="29">
                                            <p:txEl>
                                              <p:pRg st="0" end="0"/>
                                            </p:txEl>
                                          </p:spTgt>
                                        </p:tgtEl>
                                        <p:attrNameLst>
                                          <p:attrName>style.visibility</p:attrName>
                                        </p:attrNameLst>
                                      </p:cBhvr>
                                      <p:to>
                                        <p:strVal val="visible"/>
                                      </p:to>
                                    </p:set>
                                    <p:anim calcmode="lin" valueType="num">
                                      <p:cBhvr additive="base">
                                        <p:cTn id="106"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107" dur="500" fill="hold"/>
                                        <p:tgtEl>
                                          <p:spTgt spid="29">
                                            <p:txEl>
                                              <p:pRg st="0" end="0"/>
                                            </p:txEl>
                                          </p:spTgt>
                                        </p:tgtEl>
                                        <p:attrNameLst>
                                          <p:attrName>ppt_y</p:attrName>
                                        </p:attrNameLst>
                                      </p:cBhvr>
                                      <p:tavLst>
                                        <p:tav tm="0">
                                          <p:val>
                                            <p:strVal val="#ppt_y"/>
                                          </p:val>
                                        </p:tav>
                                        <p:tav tm="100000">
                                          <p:val>
                                            <p:strVal val="#ppt_y"/>
                                          </p:val>
                                        </p:tav>
                                      </p:tavLst>
                                    </p:anim>
                                  </p:childTnLst>
                                </p:cTn>
                              </p:par>
                            </p:childTnLst>
                          </p:cTn>
                        </p:par>
                        <p:par>
                          <p:cTn id="108" fill="hold">
                            <p:stCondLst>
                              <p:cond delay="5200"/>
                            </p:stCondLst>
                            <p:childTnLst>
                              <p:par>
                                <p:cTn id="109" presetID="53" presetClass="entr" presetSubtype="16" fill="hold" grpId="0" nodeType="afterEffect">
                                  <p:stCondLst>
                                    <p:cond delay="0"/>
                                  </p:stCondLst>
                                  <p:childTnLst>
                                    <p:set>
                                      <p:cBhvr>
                                        <p:cTn id="110" dur="1" fill="hold">
                                          <p:stCondLst>
                                            <p:cond delay="0"/>
                                          </p:stCondLst>
                                        </p:cTn>
                                        <p:tgtEl>
                                          <p:spTgt spid="25"/>
                                        </p:tgtEl>
                                        <p:attrNameLst>
                                          <p:attrName>style.visibility</p:attrName>
                                        </p:attrNameLst>
                                      </p:cBhvr>
                                      <p:to>
                                        <p:strVal val="visible"/>
                                      </p:to>
                                    </p:set>
                                    <p:anim calcmode="lin" valueType="num">
                                      <p:cBhvr>
                                        <p:cTn id="111" dur="500" fill="hold"/>
                                        <p:tgtEl>
                                          <p:spTgt spid="25"/>
                                        </p:tgtEl>
                                        <p:attrNameLst>
                                          <p:attrName>ppt_w</p:attrName>
                                        </p:attrNameLst>
                                      </p:cBhvr>
                                      <p:tavLst>
                                        <p:tav tm="0">
                                          <p:val>
                                            <p:fltVal val="0"/>
                                          </p:val>
                                        </p:tav>
                                        <p:tav tm="100000">
                                          <p:val>
                                            <p:strVal val="#ppt_w"/>
                                          </p:val>
                                        </p:tav>
                                      </p:tavLst>
                                    </p:anim>
                                    <p:anim calcmode="lin" valueType="num">
                                      <p:cBhvr>
                                        <p:cTn id="112" dur="500" fill="hold"/>
                                        <p:tgtEl>
                                          <p:spTgt spid="25"/>
                                        </p:tgtEl>
                                        <p:attrNameLst>
                                          <p:attrName>ppt_h</p:attrName>
                                        </p:attrNameLst>
                                      </p:cBhvr>
                                      <p:tavLst>
                                        <p:tav tm="0">
                                          <p:val>
                                            <p:fltVal val="0"/>
                                          </p:val>
                                        </p:tav>
                                        <p:tav tm="100000">
                                          <p:val>
                                            <p:strVal val="#ppt_h"/>
                                          </p:val>
                                        </p:tav>
                                      </p:tavLst>
                                    </p:anim>
                                    <p:animEffect transition="in" filter="fade">
                                      <p:cBhvr>
                                        <p:cTn id="113" dur="500"/>
                                        <p:tgtEl>
                                          <p:spTgt spid="25"/>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26"/>
                                        </p:tgtEl>
                                        <p:attrNameLst>
                                          <p:attrName>style.visibility</p:attrName>
                                        </p:attrNameLst>
                                      </p:cBhvr>
                                      <p:to>
                                        <p:strVal val="visible"/>
                                      </p:to>
                                    </p:set>
                                    <p:anim calcmode="lin" valueType="num">
                                      <p:cBhvr>
                                        <p:cTn id="116" dur="500" fill="hold"/>
                                        <p:tgtEl>
                                          <p:spTgt spid="26"/>
                                        </p:tgtEl>
                                        <p:attrNameLst>
                                          <p:attrName>ppt_w</p:attrName>
                                        </p:attrNameLst>
                                      </p:cBhvr>
                                      <p:tavLst>
                                        <p:tav tm="0">
                                          <p:val>
                                            <p:fltVal val="0"/>
                                          </p:val>
                                        </p:tav>
                                        <p:tav tm="100000">
                                          <p:val>
                                            <p:strVal val="#ppt_w"/>
                                          </p:val>
                                        </p:tav>
                                      </p:tavLst>
                                    </p:anim>
                                    <p:anim calcmode="lin" valueType="num">
                                      <p:cBhvr>
                                        <p:cTn id="117" dur="500" fill="hold"/>
                                        <p:tgtEl>
                                          <p:spTgt spid="26"/>
                                        </p:tgtEl>
                                        <p:attrNameLst>
                                          <p:attrName>ppt_h</p:attrName>
                                        </p:attrNameLst>
                                      </p:cBhvr>
                                      <p:tavLst>
                                        <p:tav tm="0">
                                          <p:val>
                                            <p:fltVal val="0"/>
                                          </p:val>
                                        </p:tav>
                                        <p:tav tm="100000">
                                          <p:val>
                                            <p:strVal val="#ppt_h"/>
                                          </p:val>
                                        </p:tav>
                                      </p:tavLst>
                                    </p:anim>
                                    <p:animEffect transition="in" filter="fade">
                                      <p:cBhvr>
                                        <p:cTn id="118" dur="500"/>
                                        <p:tgtEl>
                                          <p:spTgt spid="26"/>
                                        </p:tgtEl>
                                      </p:cBhvr>
                                    </p:animEffect>
                                  </p:childTnLst>
                                </p:cTn>
                              </p:par>
                            </p:childTnLst>
                          </p:cTn>
                        </p:par>
                        <p:par>
                          <p:cTn id="119" fill="hold">
                            <p:stCondLst>
                              <p:cond delay="5700"/>
                            </p:stCondLst>
                            <p:childTnLst>
                              <p:par>
                                <p:cTn id="120" presetID="2" presetClass="entr" presetSubtype="2" decel="100000" fill="hold" grpId="0" nodeType="afterEffect">
                                  <p:stCondLst>
                                    <p:cond delay="0"/>
                                  </p:stCondLst>
                                  <p:iterate type="wd">
                                    <p:tmPct val="10000"/>
                                  </p:iterate>
                                  <p:childTnLst>
                                    <p:set>
                                      <p:cBhvr>
                                        <p:cTn id="121" dur="1" fill="hold">
                                          <p:stCondLst>
                                            <p:cond delay="0"/>
                                          </p:stCondLst>
                                        </p:cTn>
                                        <p:tgtEl>
                                          <p:spTgt spid="30">
                                            <p:txEl>
                                              <p:pRg st="0" end="0"/>
                                            </p:txEl>
                                          </p:spTgt>
                                        </p:tgtEl>
                                        <p:attrNameLst>
                                          <p:attrName>style.visibility</p:attrName>
                                        </p:attrNameLst>
                                      </p:cBhvr>
                                      <p:to>
                                        <p:strVal val="visible"/>
                                      </p:to>
                                    </p:set>
                                    <p:anim calcmode="lin" valueType="num">
                                      <p:cBhvr additive="base">
                                        <p:cTn id="122" dur="500" fill="hold"/>
                                        <p:tgtEl>
                                          <p:spTgt spid="30">
                                            <p:txEl>
                                              <p:pRg st="0" end="0"/>
                                            </p:txEl>
                                          </p:spTgt>
                                        </p:tgtEl>
                                        <p:attrNameLst>
                                          <p:attrName>ppt_x</p:attrName>
                                        </p:attrNameLst>
                                      </p:cBhvr>
                                      <p:tavLst>
                                        <p:tav tm="0">
                                          <p:val>
                                            <p:strVal val="1+#ppt_w/2"/>
                                          </p:val>
                                        </p:tav>
                                        <p:tav tm="100000">
                                          <p:val>
                                            <p:strVal val="#ppt_x"/>
                                          </p:val>
                                        </p:tav>
                                      </p:tavLst>
                                    </p:anim>
                                    <p:anim calcmode="lin" valueType="num">
                                      <p:cBhvr additive="base">
                                        <p:cTn id="123" dur="500" fill="hold"/>
                                        <p:tgtEl>
                                          <p:spTgt spid="30">
                                            <p:txEl>
                                              <p:pRg st="0" end="0"/>
                                            </p:txEl>
                                          </p:spTgt>
                                        </p:tgtEl>
                                        <p:attrNameLst>
                                          <p:attrName>ppt_y</p:attrName>
                                        </p:attrNameLst>
                                      </p:cBhvr>
                                      <p:tavLst>
                                        <p:tav tm="0">
                                          <p:val>
                                            <p:strVal val="#ppt_y"/>
                                          </p:val>
                                        </p:tav>
                                        <p:tav tm="100000">
                                          <p:val>
                                            <p:strVal val="#ppt_y"/>
                                          </p:val>
                                        </p:tav>
                                      </p:tavLst>
                                    </p:anim>
                                  </p:childTnLst>
                                </p:cTn>
                              </p:par>
                            </p:childTnLst>
                          </p:cTn>
                        </p:par>
                        <p:par>
                          <p:cTn id="124" fill="hold">
                            <p:stCondLst>
                              <p:cond delay="6300"/>
                            </p:stCondLst>
                            <p:childTnLst>
                              <p:par>
                                <p:cTn id="125" presetID="53" presetClass="entr" presetSubtype="16" fill="hold" grpId="0" nodeType="afterEffect">
                                  <p:stCondLst>
                                    <p:cond delay="0"/>
                                  </p:stCondLst>
                                  <p:childTnLst>
                                    <p:set>
                                      <p:cBhvr>
                                        <p:cTn id="126" dur="1" fill="hold">
                                          <p:stCondLst>
                                            <p:cond delay="0"/>
                                          </p:stCondLst>
                                        </p:cTn>
                                        <p:tgtEl>
                                          <p:spTgt spid="27"/>
                                        </p:tgtEl>
                                        <p:attrNameLst>
                                          <p:attrName>style.visibility</p:attrName>
                                        </p:attrNameLst>
                                      </p:cBhvr>
                                      <p:to>
                                        <p:strVal val="visible"/>
                                      </p:to>
                                    </p:set>
                                    <p:anim calcmode="lin" valueType="num">
                                      <p:cBhvr>
                                        <p:cTn id="127" dur="500" fill="hold"/>
                                        <p:tgtEl>
                                          <p:spTgt spid="27"/>
                                        </p:tgtEl>
                                        <p:attrNameLst>
                                          <p:attrName>ppt_w</p:attrName>
                                        </p:attrNameLst>
                                      </p:cBhvr>
                                      <p:tavLst>
                                        <p:tav tm="0">
                                          <p:val>
                                            <p:fltVal val="0"/>
                                          </p:val>
                                        </p:tav>
                                        <p:tav tm="100000">
                                          <p:val>
                                            <p:strVal val="#ppt_w"/>
                                          </p:val>
                                        </p:tav>
                                      </p:tavLst>
                                    </p:anim>
                                    <p:anim calcmode="lin" valueType="num">
                                      <p:cBhvr>
                                        <p:cTn id="128" dur="500" fill="hold"/>
                                        <p:tgtEl>
                                          <p:spTgt spid="27"/>
                                        </p:tgtEl>
                                        <p:attrNameLst>
                                          <p:attrName>ppt_h</p:attrName>
                                        </p:attrNameLst>
                                      </p:cBhvr>
                                      <p:tavLst>
                                        <p:tav tm="0">
                                          <p:val>
                                            <p:fltVal val="0"/>
                                          </p:val>
                                        </p:tav>
                                        <p:tav tm="100000">
                                          <p:val>
                                            <p:strVal val="#ppt_h"/>
                                          </p:val>
                                        </p:tav>
                                      </p:tavLst>
                                    </p:anim>
                                    <p:animEffect transition="in" filter="fade">
                                      <p:cBhvr>
                                        <p:cTn id="129" dur="500"/>
                                        <p:tgtEl>
                                          <p:spTgt spid="27"/>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28"/>
                                        </p:tgtEl>
                                        <p:attrNameLst>
                                          <p:attrName>style.visibility</p:attrName>
                                        </p:attrNameLst>
                                      </p:cBhvr>
                                      <p:to>
                                        <p:strVal val="visible"/>
                                      </p:to>
                                    </p:set>
                                    <p:anim calcmode="lin" valueType="num">
                                      <p:cBhvr>
                                        <p:cTn id="132" dur="500" fill="hold"/>
                                        <p:tgtEl>
                                          <p:spTgt spid="28"/>
                                        </p:tgtEl>
                                        <p:attrNameLst>
                                          <p:attrName>ppt_w</p:attrName>
                                        </p:attrNameLst>
                                      </p:cBhvr>
                                      <p:tavLst>
                                        <p:tav tm="0">
                                          <p:val>
                                            <p:fltVal val="0"/>
                                          </p:val>
                                        </p:tav>
                                        <p:tav tm="100000">
                                          <p:val>
                                            <p:strVal val="#ppt_w"/>
                                          </p:val>
                                        </p:tav>
                                      </p:tavLst>
                                    </p:anim>
                                    <p:anim calcmode="lin" valueType="num">
                                      <p:cBhvr>
                                        <p:cTn id="133" dur="500" fill="hold"/>
                                        <p:tgtEl>
                                          <p:spTgt spid="28"/>
                                        </p:tgtEl>
                                        <p:attrNameLst>
                                          <p:attrName>ppt_h</p:attrName>
                                        </p:attrNameLst>
                                      </p:cBhvr>
                                      <p:tavLst>
                                        <p:tav tm="0">
                                          <p:val>
                                            <p:fltVal val="0"/>
                                          </p:val>
                                        </p:tav>
                                        <p:tav tm="100000">
                                          <p:val>
                                            <p:strVal val="#ppt_h"/>
                                          </p:val>
                                        </p:tav>
                                      </p:tavLst>
                                    </p:anim>
                                    <p:animEffect transition="in" filter="fade">
                                      <p:cBhvr>
                                        <p:cTn id="134" dur="500"/>
                                        <p:tgtEl>
                                          <p:spTgt spid="28"/>
                                        </p:tgtEl>
                                      </p:cBhvr>
                                    </p:animEffect>
                                  </p:childTnLst>
                                </p:cTn>
                              </p:par>
                            </p:childTnLst>
                          </p:cTn>
                        </p:par>
                        <p:par>
                          <p:cTn id="135" fill="hold">
                            <p:stCondLst>
                              <p:cond delay="6800"/>
                            </p:stCondLst>
                            <p:childTnLst>
                              <p:par>
                                <p:cTn id="136" presetID="2" presetClass="entr" presetSubtype="2" decel="100000" fill="hold" grpId="0" nodeType="afterEffect">
                                  <p:stCondLst>
                                    <p:cond delay="0"/>
                                  </p:stCondLst>
                                  <p:iterate type="wd">
                                    <p:tmPct val="10000"/>
                                  </p:iterate>
                                  <p:childTnLst>
                                    <p:set>
                                      <p:cBhvr>
                                        <p:cTn id="137" dur="1" fill="hold">
                                          <p:stCondLst>
                                            <p:cond delay="0"/>
                                          </p:stCondLst>
                                        </p:cTn>
                                        <p:tgtEl>
                                          <p:spTgt spid="31">
                                            <p:txEl>
                                              <p:pRg st="0" end="0"/>
                                            </p:txEl>
                                          </p:spTgt>
                                        </p:tgtEl>
                                        <p:attrNameLst>
                                          <p:attrName>style.visibility</p:attrName>
                                        </p:attrNameLst>
                                      </p:cBhvr>
                                      <p:to>
                                        <p:strVal val="visible"/>
                                      </p:to>
                                    </p:set>
                                    <p:anim calcmode="lin" valueType="num">
                                      <p:cBhvr additive="base">
                                        <p:cTn id="138" dur="500" fill="hold"/>
                                        <p:tgtEl>
                                          <p:spTgt spid="31">
                                            <p:txEl>
                                              <p:pRg st="0" end="0"/>
                                            </p:txEl>
                                          </p:spTgt>
                                        </p:tgtEl>
                                        <p:attrNameLst>
                                          <p:attrName>ppt_x</p:attrName>
                                        </p:attrNameLst>
                                      </p:cBhvr>
                                      <p:tavLst>
                                        <p:tav tm="0">
                                          <p:val>
                                            <p:strVal val="1+#ppt_w/2"/>
                                          </p:val>
                                        </p:tav>
                                        <p:tav tm="100000">
                                          <p:val>
                                            <p:strVal val="#ppt_x"/>
                                          </p:val>
                                        </p:tav>
                                      </p:tavLst>
                                    </p:anim>
                                    <p:anim calcmode="lin" valueType="num">
                                      <p:cBhvr additive="base">
                                        <p:cTn id="139" dur="500" fill="hold"/>
                                        <p:tgtEl>
                                          <p:spTgt spid="31">
                                            <p:txEl>
                                              <p:pRg st="0" end="0"/>
                                            </p:txEl>
                                          </p:spTgt>
                                        </p:tgtEl>
                                        <p:attrNameLst>
                                          <p:attrName>ppt_y</p:attrName>
                                        </p:attrNameLst>
                                      </p:cBhvr>
                                      <p:tavLst>
                                        <p:tav tm="0">
                                          <p:val>
                                            <p:strVal val="#ppt_y"/>
                                          </p:val>
                                        </p:tav>
                                        <p:tav tm="100000">
                                          <p:val>
                                            <p:strVal val="#ppt_y"/>
                                          </p:val>
                                        </p:tav>
                                      </p:tavLst>
                                    </p:anim>
                                  </p:childTnLst>
                                </p:cTn>
                              </p:par>
                            </p:childTnLst>
                          </p:cTn>
                        </p:par>
                        <p:par>
                          <p:cTn id="140" fill="hold">
                            <p:stCondLst>
                              <p:cond delay="7400"/>
                            </p:stCondLst>
                            <p:childTnLst>
                              <p:par>
                                <p:cTn id="141" presetID="2" presetClass="entr" presetSubtype="2" decel="100000" fill="hold" grpId="0" nodeType="afterEffect">
                                  <p:stCondLst>
                                    <p:cond delay="0"/>
                                  </p:stCondLst>
                                  <p:iterate type="wd">
                                    <p:tmPct val="10000"/>
                                  </p:iterate>
                                  <p:childTnLst>
                                    <p:set>
                                      <p:cBhvr>
                                        <p:cTn id="142" dur="1" fill="hold">
                                          <p:stCondLst>
                                            <p:cond delay="0"/>
                                          </p:stCondLst>
                                        </p:cTn>
                                        <p:tgtEl>
                                          <p:spTgt spid="32">
                                            <p:txEl>
                                              <p:pRg st="0" end="0"/>
                                            </p:txEl>
                                          </p:spTgt>
                                        </p:tgtEl>
                                        <p:attrNameLst>
                                          <p:attrName>style.visibility</p:attrName>
                                        </p:attrNameLst>
                                      </p:cBhvr>
                                      <p:to>
                                        <p:strVal val="visible"/>
                                      </p:to>
                                    </p:set>
                                    <p:anim calcmode="lin" valueType="num">
                                      <p:cBhvr additive="base">
                                        <p:cTn id="143" dur="500" fill="hold"/>
                                        <p:tgtEl>
                                          <p:spTgt spid="32">
                                            <p:txEl>
                                              <p:pRg st="0" end="0"/>
                                            </p:txEl>
                                          </p:spTgt>
                                        </p:tgtEl>
                                        <p:attrNameLst>
                                          <p:attrName>ppt_x</p:attrName>
                                        </p:attrNameLst>
                                      </p:cBhvr>
                                      <p:tavLst>
                                        <p:tav tm="0">
                                          <p:val>
                                            <p:strVal val="1+#ppt_w/2"/>
                                          </p:val>
                                        </p:tav>
                                        <p:tav tm="100000">
                                          <p:val>
                                            <p:strVal val="#ppt_x"/>
                                          </p:val>
                                        </p:tav>
                                      </p:tavLst>
                                    </p:anim>
                                    <p:anim calcmode="lin" valueType="num">
                                      <p:cBhvr additive="base">
                                        <p:cTn id="144" dur="500" fill="hold"/>
                                        <p:tgtEl>
                                          <p:spTgt spid="32">
                                            <p:txEl>
                                              <p:pRg st="0" end="0"/>
                                            </p:txEl>
                                          </p:spTgt>
                                        </p:tgtEl>
                                        <p:attrNameLst>
                                          <p:attrName>ppt_y</p:attrName>
                                        </p:attrNameLst>
                                      </p:cBhvr>
                                      <p:tavLst>
                                        <p:tav tm="0">
                                          <p:val>
                                            <p:strVal val="#ppt_y"/>
                                          </p:val>
                                        </p:tav>
                                        <p:tav tm="100000">
                                          <p:val>
                                            <p:strVal val="#ppt_y"/>
                                          </p:val>
                                        </p:tav>
                                      </p:tavLst>
                                    </p:anim>
                                  </p:childTnLst>
                                </p:cTn>
                              </p:par>
                              <p:par>
                                <p:cTn id="145" presetID="2" presetClass="entr" presetSubtype="4" decel="100000" fill="hold" grpId="0" nodeType="withEffect">
                                  <p:stCondLst>
                                    <p:cond delay="0"/>
                                  </p:stCondLst>
                                  <p:childTnLst>
                                    <p:set>
                                      <p:cBhvr>
                                        <p:cTn id="146" dur="1" fill="hold">
                                          <p:stCondLst>
                                            <p:cond delay="0"/>
                                          </p:stCondLst>
                                        </p:cTn>
                                        <p:tgtEl>
                                          <p:spTgt spid="33"/>
                                        </p:tgtEl>
                                        <p:attrNameLst>
                                          <p:attrName>style.visibility</p:attrName>
                                        </p:attrNameLst>
                                      </p:cBhvr>
                                      <p:to>
                                        <p:strVal val="visible"/>
                                      </p:to>
                                    </p:set>
                                    <p:anim calcmode="lin" valueType="num">
                                      <p:cBhvr additive="base">
                                        <p:cTn id="147" dur="500" fill="hold"/>
                                        <p:tgtEl>
                                          <p:spTgt spid="33"/>
                                        </p:tgtEl>
                                        <p:attrNameLst>
                                          <p:attrName>ppt_x</p:attrName>
                                        </p:attrNameLst>
                                      </p:cBhvr>
                                      <p:tavLst>
                                        <p:tav tm="0">
                                          <p:val>
                                            <p:strVal val="#ppt_x"/>
                                          </p:val>
                                        </p:tav>
                                        <p:tav tm="100000">
                                          <p:val>
                                            <p:strVal val="#ppt_x"/>
                                          </p:val>
                                        </p:tav>
                                      </p:tavLst>
                                    </p:anim>
                                    <p:anim calcmode="lin" valueType="num">
                                      <p:cBhvr additive="base">
                                        <p:cTn id="148" dur="500" fill="hold"/>
                                        <p:tgtEl>
                                          <p:spTgt spid="33"/>
                                        </p:tgtEl>
                                        <p:attrNameLst>
                                          <p:attrName>ppt_y</p:attrName>
                                        </p:attrNameLst>
                                      </p:cBhvr>
                                      <p:tavLst>
                                        <p:tav tm="0">
                                          <p:val>
                                            <p:strVal val="1+#ppt_h/2"/>
                                          </p:val>
                                        </p:tav>
                                        <p:tav tm="100000">
                                          <p:val>
                                            <p:strVal val="#ppt_y"/>
                                          </p:val>
                                        </p:tav>
                                      </p:tavLst>
                                    </p:anim>
                                  </p:childTnLst>
                                </p:cTn>
                              </p:par>
                            </p:childTnLst>
                          </p:cTn>
                        </p:par>
                        <p:par>
                          <p:cTn id="149" fill="hold">
                            <p:stCondLst>
                              <p:cond delay="8000"/>
                            </p:stCondLst>
                            <p:childTnLst>
                              <p:par>
                                <p:cTn id="150" presetID="22" presetClass="entr" presetSubtype="8" fill="hold" grpId="0" nodeType="afterEffect">
                                  <p:stCondLst>
                                    <p:cond delay="0"/>
                                  </p:stCondLst>
                                  <p:childTnLst>
                                    <p:set>
                                      <p:cBhvr>
                                        <p:cTn id="151" dur="1" fill="hold">
                                          <p:stCondLst>
                                            <p:cond delay="0"/>
                                          </p:stCondLst>
                                        </p:cTn>
                                        <p:tgtEl>
                                          <p:spTgt spid="34">
                                            <p:txEl>
                                              <p:pRg st="0" end="0"/>
                                            </p:txEl>
                                          </p:spTgt>
                                        </p:tgtEl>
                                        <p:attrNameLst>
                                          <p:attrName>style.visibility</p:attrName>
                                        </p:attrNameLst>
                                      </p:cBhvr>
                                      <p:to>
                                        <p:strVal val="visible"/>
                                      </p:to>
                                    </p:set>
                                    <p:animEffect transition="in" filter="wipe(left)">
                                      <p:cBhvr>
                                        <p:cTn id="152" dur="500"/>
                                        <p:tgtEl>
                                          <p:spTgt spid="34">
                                            <p:txEl>
                                              <p:pRg st="0" end="0"/>
                                            </p:txEl>
                                          </p:spTgt>
                                        </p:tgtEl>
                                      </p:cBhvr>
                                    </p:animEffect>
                                  </p:childTnLst>
                                </p:cTn>
                              </p:par>
                              <p:par>
                                <p:cTn id="153" presetID="22" presetClass="entr" presetSubtype="8" fill="hold" nodeType="withEffect">
                                  <p:stCondLst>
                                    <p:cond delay="0"/>
                                  </p:stCondLst>
                                  <p:childTnLst>
                                    <p:set>
                                      <p:cBhvr>
                                        <p:cTn id="154" dur="1" fill="hold">
                                          <p:stCondLst>
                                            <p:cond delay="0"/>
                                          </p:stCondLst>
                                        </p:cTn>
                                        <p:tgtEl>
                                          <p:spTgt spid="97"/>
                                        </p:tgtEl>
                                        <p:attrNameLst>
                                          <p:attrName>style.visibility</p:attrName>
                                        </p:attrNameLst>
                                      </p:cBhvr>
                                      <p:to>
                                        <p:strVal val="visible"/>
                                      </p:to>
                                    </p:set>
                                    <p:animEffect transition="in" filter="wipe(left)">
                                      <p:cBhvr>
                                        <p:cTn id="155" dur="500"/>
                                        <p:tgtEl>
                                          <p:spTgt spid="97"/>
                                        </p:tgtEl>
                                      </p:cBhvr>
                                    </p:animEffect>
                                  </p:childTnLst>
                                </p:cTn>
                              </p:par>
                            </p:childTnLst>
                          </p:cTn>
                        </p:par>
                        <p:par>
                          <p:cTn id="156" fill="hold">
                            <p:stCondLst>
                              <p:cond delay="8500"/>
                            </p:stCondLst>
                            <p:childTnLst>
                              <p:par>
                                <p:cTn id="157" presetID="22" presetClass="entr" presetSubtype="8" fill="hold" grpId="0" nodeType="afterEffect">
                                  <p:stCondLst>
                                    <p:cond delay="0"/>
                                  </p:stCondLst>
                                  <p:childTnLst>
                                    <p:set>
                                      <p:cBhvr>
                                        <p:cTn id="158" dur="1" fill="hold">
                                          <p:stCondLst>
                                            <p:cond delay="0"/>
                                          </p:stCondLst>
                                        </p:cTn>
                                        <p:tgtEl>
                                          <p:spTgt spid="61">
                                            <p:txEl>
                                              <p:pRg st="0" end="0"/>
                                            </p:txEl>
                                          </p:spTgt>
                                        </p:tgtEl>
                                        <p:attrNameLst>
                                          <p:attrName>style.visibility</p:attrName>
                                        </p:attrNameLst>
                                      </p:cBhvr>
                                      <p:to>
                                        <p:strVal val="visible"/>
                                      </p:to>
                                    </p:set>
                                    <p:animEffect transition="in" filter="wipe(left)">
                                      <p:cBhvr>
                                        <p:cTn id="159" dur="500"/>
                                        <p:tgtEl>
                                          <p:spTgt spid="61">
                                            <p:txEl>
                                              <p:pRg st="0" end="0"/>
                                            </p:txEl>
                                          </p:spTgt>
                                        </p:tgtEl>
                                      </p:cBhvr>
                                    </p:animEffect>
                                  </p:childTnLst>
                                </p:cTn>
                              </p:par>
                              <p:par>
                                <p:cTn id="160" presetID="22" presetClass="entr" presetSubtype="8" fill="hold" nodeType="withEffect">
                                  <p:stCondLst>
                                    <p:cond delay="0"/>
                                  </p:stCondLst>
                                  <p:childTnLst>
                                    <p:set>
                                      <p:cBhvr>
                                        <p:cTn id="161" dur="1" fill="hold">
                                          <p:stCondLst>
                                            <p:cond delay="0"/>
                                          </p:stCondLst>
                                        </p:cTn>
                                        <p:tgtEl>
                                          <p:spTgt spid="98"/>
                                        </p:tgtEl>
                                        <p:attrNameLst>
                                          <p:attrName>style.visibility</p:attrName>
                                        </p:attrNameLst>
                                      </p:cBhvr>
                                      <p:to>
                                        <p:strVal val="visible"/>
                                      </p:to>
                                    </p:set>
                                    <p:animEffect transition="in" filter="wipe(left)">
                                      <p:cBhvr>
                                        <p:cTn id="162" dur="500"/>
                                        <p:tgtEl>
                                          <p:spTgt spid="98"/>
                                        </p:tgtEl>
                                      </p:cBhvr>
                                    </p:animEffect>
                                  </p:childTnLst>
                                </p:cTn>
                              </p:par>
                            </p:childTnLst>
                          </p:cTn>
                        </p:par>
                        <p:par>
                          <p:cTn id="163" fill="hold">
                            <p:stCondLst>
                              <p:cond delay="9000"/>
                            </p:stCondLst>
                            <p:childTnLst>
                              <p:par>
                                <p:cTn id="164" presetID="22" presetClass="entr" presetSubtype="8" fill="hold" grpId="0" nodeType="afterEffect">
                                  <p:stCondLst>
                                    <p:cond delay="0"/>
                                  </p:stCondLst>
                                  <p:childTnLst>
                                    <p:set>
                                      <p:cBhvr>
                                        <p:cTn id="165" dur="1" fill="hold">
                                          <p:stCondLst>
                                            <p:cond delay="0"/>
                                          </p:stCondLst>
                                        </p:cTn>
                                        <p:tgtEl>
                                          <p:spTgt spid="73">
                                            <p:txEl>
                                              <p:pRg st="0" end="0"/>
                                            </p:txEl>
                                          </p:spTgt>
                                        </p:tgtEl>
                                        <p:attrNameLst>
                                          <p:attrName>style.visibility</p:attrName>
                                        </p:attrNameLst>
                                      </p:cBhvr>
                                      <p:to>
                                        <p:strVal val="visible"/>
                                      </p:to>
                                    </p:set>
                                    <p:animEffect transition="in" filter="wipe(left)">
                                      <p:cBhvr>
                                        <p:cTn id="166" dur="500"/>
                                        <p:tgtEl>
                                          <p:spTgt spid="73">
                                            <p:txEl>
                                              <p:pRg st="0" end="0"/>
                                            </p:txEl>
                                          </p:spTgt>
                                        </p:tgtEl>
                                      </p:cBhvr>
                                    </p:animEffect>
                                  </p:childTnLst>
                                </p:cTn>
                              </p:par>
                              <p:par>
                                <p:cTn id="167" presetID="22" presetClass="entr" presetSubtype="8" fill="hold" nodeType="withEffect">
                                  <p:stCondLst>
                                    <p:cond delay="0"/>
                                  </p:stCondLst>
                                  <p:childTnLst>
                                    <p:set>
                                      <p:cBhvr>
                                        <p:cTn id="168" dur="1" fill="hold">
                                          <p:stCondLst>
                                            <p:cond delay="0"/>
                                          </p:stCondLst>
                                        </p:cTn>
                                        <p:tgtEl>
                                          <p:spTgt spid="99"/>
                                        </p:tgtEl>
                                        <p:attrNameLst>
                                          <p:attrName>style.visibility</p:attrName>
                                        </p:attrNameLst>
                                      </p:cBhvr>
                                      <p:to>
                                        <p:strVal val="visible"/>
                                      </p:to>
                                    </p:set>
                                    <p:animEffect transition="in" filter="wipe(left)">
                                      <p:cBhvr>
                                        <p:cTn id="169" dur="500"/>
                                        <p:tgtEl>
                                          <p:spTgt spid="99"/>
                                        </p:tgtEl>
                                      </p:cBhvr>
                                    </p:animEffect>
                                  </p:childTnLst>
                                </p:cTn>
                              </p:par>
                            </p:childTnLst>
                          </p:cTn>
                        </p:par>
                        <p:par>
                          <p:cTn id="170" fill="hold">
                            <p:stCondLst>
                              <p:cond delay="9500"/>
                            </p:stCondLst>
                            <p:childTnLst>
                              <p:par>
                                <p:cTn id="171" presetID="22" presetClass="entr" presetSubtype="8" fill="hold" grpId="0" nodeType="afterEffect">
                                  <p:stCondLst>
                                    <p:cond delay="0"/>
                                  </p:stCondLst>
                                  <p:childTnLst>
                                    <p:set>
                                      <p:cBhvr>
                                        <p:cTn id="172" dur="1" fill="hold">
                                          <p:stCondLst>
                                            <p:cond delay="0"/>
                                          </p:stCondLst>
                                        </p:cTn>
                                        <p:tgtEl>
                                          <p:spTgt spid="85">
                                            <p:txEl>
                                              <p:pRg st="0" end="0"/>
                                            </p:txEl>
                                          </p:spTgt>
                                        </p:tgtEl>
                                        <p:attrNameLst>
                                          <p:attrName>style.visibility</p:attrName>
                                        </p:attrNameLst>
                                      </p:cBhvr>
                                      <p:to>
                                        <p:strVal val="visible"/>
                                      </p:to>
                                    </p:set>
                                    <p:animEffect transition="in" filter="wipe(left)">
                                      <p:cBhvr>
                                        <p:cTn id="173" dur="500"/>
                                        <p:tgtEl>
                                          <p:spTgt spid="85">
                                            <p:txEl>
                                              <p:pRg st="0" end="0"/>
                                            </p:txEl>
                                          </p:spTgt>
                                        </p:tgtEl>
                                      </p:cBhvr>
                                    </p:animEffect>
                                  </p:childTnLst>
                                </p:cTn>
                              </p:par>
                              <p:par>
                                <p:cTn id="174" presetID="22" presetClass="entr" presetSubtype="8" fill="hold" nodeType="withEffect">
                                  <p:stCondLst>
                                    <p:cond delay="0"/>
                                  </p:stCondLst>
                                  <p:childTnLst>
                                    <p:set>
                                      <p:cBhvr>
                                        <p:cTn id="175" dur="1" fill="hold">
                                          <p:stCondLst>
                                            <p:cond delay="0"/>
                                          </p:stCondLst>
                                        </p:cTn>
                                        <p:tgtEl>
                                          <p:spTgt spid="100"/>
                                        </p:tgtEl>
                                        <p:attrNameLst>
                                          <p:attrName>style.visibility</p:attrName>
                                        </p:attrNameLst>
                                      </p:cBhvr>
                                      <p:to>
                                        <p:strVal val="visible"/>
                                      </p:to>
                                    </p:set>
                                    <p:animEffect transition="in" filter="wipe(left)">
                                      <p:cBhvr>
                                        <p:cTn id="176"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6" grpId="0" animBg="1"/>
      <p:bldP spid="16" grpId="1" animBg="1"/>
      <p:bldP spid="18" grpId="0" build="p">
        <p:tmplLst>
          <p:tmpl lvl="1">
            <p:tnLst>
              <p:par>
                <p:cTn presetID="2" presetClass="entr" presetSubtype="4" decel="100000" fill="hold" nodeType="afterEffect">
                  <p:stCondLst>
                    <p:cond delay="50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ppt_x"/>
                          </p:val>
                        </p:tav>
                        <p:tav tm="100000">
                          <p:val>
                            <p:strVal val="#ppt_x"/>
                          </p:val>
                        </p:tav>
                      </p:tavLst>
                    </p:anim>
                    <p:anim calcmode="lin" valueType="num">
                      <p:cBhvr additive="base">
                        <p:cTn dur="500" fill="hold"/>
                        <p:tgtEl>
                          <p:spTgt spid="18"/>
                        </p:tgtEl>
                        <p:attrNameLst>
                          <p:attrName>ppt_y</p:attrName>
                        </p:attrNameLst>
                      </p:cBhvr>
                      <p:tavLst>
                        <p:tav tm="0">
                          <p:val>
                            <p:strVal val="1+#ppt_h/2"/>
                          </p:val>
                        </p:tav>
                        <p:tav tm="100000">
                          <p:val>
                            <p:strVal val="#ppt_y"/>
                          </p:val>
                        </p:tav>
                      </p:tavLst>
                    </p:anim>
                  </p:childTnLst>
                </p:cTn>
              </p:par>
            </p:tnLst>
          </p:tmpl>
        </p:tmplLst>
      </p:bldP>
      <p:bldP spid="19" grpId="0" build="p">
        <p:tmplLst>
          <p:tmpl lvl="1">
            <p:tnLst>
              <p:par>
                <p:cTn presetID="22" presetClass="entr" presetSubtype="8"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left)">
                      <p:cBhvr>
                        <p:cTn dur="500"/>
                        <p:tgtEl>
                          <p:spTgt spid="19"/>
                        </p:tgtEl>
                      </p:cBhvr>
                    </p:animEffect>
                  </p:childTnLst>
                </p:cTn>
              </p:par>
            </p:tnLst>
          </p:tmpl>
        </p:tmplLst>
      </p:bldP>
      <p:bldP spid="20"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4" decel="10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ppt_x"/>
                          </p:val>
                        </p:tav>
                        <p:tav tm="100000">
                          <p:val>
                            <p:strVal val="#ppt_x"/>
                          </p:val>
                        </p:tav>
                      </p:tavLst>
                    </p:anim>
                    <p:anim calcmode="lin" valueType="num">
                      <p:cBhvr additive="base">
                        <p:cTn dur="500" fill="hold"/>
                        <p:tgtEl>
                          <p:spTgt spid="21"/>
                        </p:tgtEl>
                        <p:attrNameLst>
                          <p:attrName>ppt_y</p:attrName>
                        </p:attrNameLst>
                      </p:cBhvr>
                      <p:tavLst>
                        <p:tav tm="0">
                          <p:val>
                            <p:strVal val="1+#ppt_h/2"/>
                          </p:val>
                        </p:tav>
                        <p:tav tm="100000">
                          <p:val>
                            <p:strVal val="#ppt_y"/>
                          </p:val>
                        </p:tav>
                      </p:tavLst>
                    </p:anim>
                  </p:childTnLst>
                </p:cTn>
              </p:par>
            </p:tnLst>
          </p:tmpl>
        </p:tmplLst>
      </p:bldP>
      <p:bldP spid="22" grpId="0" animBg="1"/>
      <p:bldP spid="23" grpId="0" animBg="1"/>
      <p:bldP spid="24" grpId="0"/>
      <p:bldP spid="25" grpId="0" animBg="1"/>
      <p:bldP spid="26" grpId="0"/>
      <p:bldP spid="27" grpId="0" animBg="1"/>
      <p:bldP spid="28" grpId="0"/>
      <p:bldP spid="29"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1+#ppt_w/2"/>
                          </p:val>
                        </p:tav>
                        <p:tav tm="100000">
                          <p:val>
                            <p:strVal val="#ppt_x"/>
                          </p:val>
                        </p:tav>
                      </p:tavLst>
                    </p:anim>
                    <p:anim calcmode="lin" valueType="num">
                      <p:cBhvr additive="base">
                        <p:cTn dur="500" fill="hold"/>
                        <p:tgtEl>
                          <p:spTgt spid="29"/>
                        </p:tgtEl>
                        <p:attrNameLst>
                          <p:attrName>ppt_y</p:attrName>
                        </p:attrNameLst>
                      </p:cBhvr>
                      <p:tavLst>
                        <p:tav tm="0">
                          <p:val>
                            <p:strVal val="#ppt_y"/>
                          </p:val>
                        </p:tav>
                        <p:tav tm="100000">
                          <p:val>
                            <p:strVal val="#ppt_y"/>
                          </p:val>
                        </p:tav>
                      </p:tavLst>
                    </p:anim>
                  </p:childTnLst>
                </p:cTn>
              </p:par>
            </p:tnLst>
          </p:tmpl>
        </p:tmplLst>
      </p:bldP>
      <p:bldP spid="30"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1+#ppt_w/2"/>
                          </p:val>
                        </p:tav>
                        <p:tav tm="100000">
                          <p:val>
                            <p:strVal val="#ppt_x"/>
                          </p:val>
                        </p:tav>
                      </p:tavLst>
                    </p:anim>
                    <p:anim calcmode="lin" valueType="num">
                      <p:cBhvr additive="base">
                        <p:cTn dur="500" fill="hold"/>
                        <p:tgtEl>
                          <p:spTgt spid="30"/>
                        </p:tgtEl>
                        <p:attrNameLst>
                          <p:attrName>ppt_y</p:attrName>
                        </p:attrNameLst>
                      </p:cBhvr>
                      <p:tavLst>
                        <p:tav tm="0">
                          <p:val>
                            <p:strVal val="#ppt_y"/>
                          </p:val>
                        </p:tav>
                        <p:tav tm="100000">
                          <p:val>
                            <p:strVal val="#ppt_y"/>
                          </p:val>
                        </p:tav>
                      </p:tavLst>
                    </p:anim>
                  </p:childTnLst>
                </p:cTn>
              </p:par>
            </p:tnLst>
          </p:tmpl>
        </p:tmplLst>
      </p:bldP>
      <p:bldP spid="31"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1+#ppt_w/2"/>
                          </p:val>
                        </p:tav>
                        <p:tav tm="100000">
                          <p:val>
                            <p:strVal val="#ppt_x"/>
                          </p:val>
                        </p:tav>
                      </p:tavLst>
                    </p:anim>
                    <p:anim calcmode="lin" valueType="num">
                      <p:cBhvr additive="base">
                        <p:cTn dur="500" fill="hold"/>
                        <p:tgtEl>
                          <p:spTgt spid="31"/>
                        </p:tgtEl>
                        <p:attrNameLst>
                          <p:attrName>ppt_y</p:attrName>
                        </p:attrNameLst>
                      </p:cBhvr>
                      <p:tavLst>
                        <p:tav tm="0">
                          <p:val>
                            <p:strVal val="#ppt_y"/>
                          </p:val>
                        </p:tav>
                        <p:tav tm="100000">
                          <p:val>
                            <p:strVal val="#ppt_y"/>
                          </p:val>
                        </p:tav>
                      </p:tavLst>
                    </p:anim>
                  </p:childTnLst>
                </p:cTn>
              </p:par>
            </p:tnLst>
          </p:tmpl>
        </p:tmplLst>
      </p:bldP>
      <p:bldP spid="3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1+#ppt_w/2"/>
                          </p:val>
                        </p:tav>
                        <p:tav tm="100000">
                          <p:val>
                            <p:strVal val="#ppt_x"/>
                          </p:val>
                        </p:tav>
                      </p:tavLst>
                    </p:anim>
                    <p:anim calcmode="lin" valueType="num">
                      <p:cBhvr additive="base">
                        <p:cTn dur="500" fill="hold"/>
                        <p:tgtEl>
                          <p:spTgt spid="32"/>
                        </p:tgtEl>
                        <p:attrNameLst>
                          <p:attrName>ppt_y</p:attrName>
                        </p:attrNameLst>
                      </p:cBhvr>
                      <p:tavLst>
                        <p:tav tm="0">
                          <p:val>
                            <p:strVal val="#ppt_y"/>
                          </p:val>
                        </p:tav>
                        <p:tav tm="100000">
                          <p:val>
                            <p:strVal val="#ppt_y"/>
                          </p:val>
                        </p:tav>
                      </p:tavLst>
                    </p:anim>
                  </p:childTnLst>
                </p:cTn>
              </p:par>
            </p:tnLst>
          </p:tmpl>
        </p:tmplLst>
      </p:bldP>
      <p:bldP spid="33" grpId="0" animBg="1"/>
      <p:bldP spid="34" grpId="0" build="p">
        <p:tmplLst>
          <p:tmpl lvl="1">
            <p:tnLst>
              <p:par>
                <p:cTn presetID="22" presetClass="entr" presetSubtype="8"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wipe(left)">
                      <p:cBhvr>
                        <p:cTn dur="500"/>
                        <p:tgtEl>
                          <p:spTgt spid="34"/>
                        </p:tgtEl>
                      </p:cBhvr>
                    </p:animEffect>
                  </p:childTnLst>
                </p:cTn>
              </p:par>
            </p:tnLst>
          </p:tmpl>
        </p:tmplLst>
      </p:bldP>
      <p:bldP spid="61" grpId="0" build="p">
        <p:tmplLst>
          <p:tmpl lvl="1">
            <p:tnLst>
              <p:par>
                <p:cTn presetID="22" presetClass="entr" presetSubtype="8"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left)">
                      <p:cBhvr>
                        <p:cTn dur="500"/>
                        <p:tgtEl>
                          <p:spTgt spid="61"/>
                        </p:tgtEl>
                      </p:cBhvr>
                    </p:animEffect>
                  </p:childTnLst>
                </p:cTn>
              </p:par>
            </p:tnLst>
          </p:tmpl>
        </p:tmplLst>
      </p:bldP>
      <p:bldP spid="73" grpId="0" build="p">
        <p:tmplLst>
          <p:tmpl lvl="1">
            <p:tnLst>
              <p:par>
                <p:cTn presetID="22" presetClass="entr" presetSubtype="8" fill="hold" nodeType="afterEffect">
                  <p:stCondLst>
                    <p:cond delay="0"/>
                  </p:stCondLst>
                  <p:childTnLst>
                    <p:set>
                      <p:cBhvr>
                        <p:cTn dur="1" fill="hold">
                          <p:stCondLst>
                            <p:cond delay="0"/>
                          </p:stCondLst>
                        </p:cTn>
                        <p:tgtEl>
                          <p:spTgt spid="73"/>
                        </p:tgtEl>
                        <p:attrNameLst>
                          <p:attrName>style.visibility</p:attrName>
                        </p:attrNameLst>
                      </p:cBhvr>
                      <p:to>
                        <p:strVal val="visible"/>
                      </p:to>
                    </p:set>
                    <p:animEffect transition="in" filter="wipe(left)">
                      <p:cBhvr>
                        <p:cTn dur="500"/>
                        <p:tgtEl>
                          <p:spTgt spid="73"/>
                        </p:tgtEl>
                      </p:cBhvr>
                    </p:animEffect>
                  </p:childTnLst>
                </p:cTn>
              </p:par>
            </p:tnLst>
          </p:tmpl>
        </p:tmplLst>
      </p:bldP>
      <p:bldP spid="85" grpId="0" build="p">
        <p:tmplLst>
          <p:tmpl lvl="1">
            <p:tnLst>
              <p:par>
                <p:cTn presetID="22" presetClass="entr" presetSubtype="8" fill="hold" nodeType="afterEffect">
                  <p:stCondLst>
                    <p:cond delay="0"/>
                  </p:stCondLst>
                  <p:childTnLst>
                    <p:set>
                      <p:cBhvr>
                        <p:cTn dur="1" fill="hold">
                          <p:stCondLst>
                            <p:cond delay="0"/>
                          </p:stCondLst>
                        </p:cTn>
                        <p:tgtEl>
                          <p:spTgt spid="85"/>
                        </p:tgtEl>
                        <p:attrNameLst>
                          <p:attrName>style.visibility</p:attrName>
                        </p:attrNameLst>
                      </p:cBhvr>
                      <p:to>
                        <p:strVal val="visible"/>
                      </p:to>
                    </p:set>
                    <p:animEffect transition="in" filter="wipe(left)">
                      <p:cBhvr>
                        <p:cTn dur="500"/>
                        <p:tgtEl>
                          <p:spTgt spid="85"/>
                        </p:tgtEl>
                      </p:cBhvr>
                    </p:animEffec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istory timelin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5533873"/>
            <a:ext cx="18286413" cy="136071"/>
          </a:xfrm>
          <a:prstGeom prst="rect">
            <a:avLst/>
          </a:prstGeom>
          <a:solidFill>
            <a:schemeClr val="tx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a:off x="6508" y="5533873"/>
            <a:ext cx="2871934" cy="136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userDrawn="1"/>
        </p:nvSpPr>
        <p:spPr>
          <a:xfrm>
            <a:off x="15438932" y="5533871"/>
            <a:ext cx="2847482" cy="13607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userDrawn="1"/>
        </p:nvSpPr>
        <p:spPr>
          <a:xfrm>
            <a:off x="11290994" y="5533871"/>
            <a:ext cx="4160968" cy="13607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7047864" y="5533871"/>
            <a:ext cx="4160968" cy="1360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userDrawn="1"/>
        </p:nvSpPr>
        <p:spPr>
          <a:xfrm>
            <a:off x="2886896" y="5533872"/>
            <a:ext cx="4160968" cy="1360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円/楕円 15"/>
          <p:cNvSpPr/>
          <p:nvPr userDrawn="1"/>
        </p:nvSpPr>
        <p:spPr>
          <a:xfrm>
            <a:off x="2573641" y="5297107"/>
            <a:ext cx="609600" cy="609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6743064" y="5297107"/>
            <a:ext cx="609600" cy="609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10928464" y="5297107"/>
            <a:ext cx="609600" cy="609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15108578" y="5297107"/>
            <a:ext cx="609600" cy="609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プレースホルダー 6"/>
          <p:cNvSpPr>
            <a:spLocks noGrp="1"/>
          </p:cNvSpPr>
          <p:nvPr>
            <p:ph type="body" sz="quarter" idx="20" hasCustomPrompt="1"/>
          </p:nvPr>
        </p:nvSpPr>
        <p:spPr>
          <a:xfrm>
            <a:off x="1656175" y="4534744"/>
            <a:ext cx="2444532" cy="720080"/>
          </a:xfrm>
        </p:spPr>
        <p:txBody>
          <a:bodyPr anchor="t">
            <a:noAutofit/>
          </a:bodyPr>
          <a:lstStyle>
            <a:lvl1pPr algn="ctr">
              <a:defRPr sz="3200" i="1" baseline="0">
                <a:solidFill>
                  <a:schemeClr val="accent1">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21" name="テキスト プレースホルダー 6"/>
          <p:cNvSpPr>
            <a:spLocks noGrp="1"/>
          </p:cNvSpPr>
          <p:nvPr>
            <p:ph type="body" sz="quarter" idx="21" hasCustomPrompt="1"/>
          </p:nvPr>
        </p:nvSpPr>
        <p:spPr>
          <a:xfrm>
            <a:off x="604304" y="3852575"/>
            <a:ext cx="4548274" cy="720080"/>
          </a:xfrm>
        </p:spPr>
        <p:txBody>
          <a:bodyPr anchor="t">
            <a:noAutofit/>
          </a:bodyPr>
          <a:lstStyle>
            <a:lvl1pPr algn="ct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24" hasCustomPrompt="1"/>
          </p:nvPr>
        </p:nvSpPr>
        <p:spPr>
          <a:xfrm>
            <a:off x="604304" y="2428968"/>
            <a:ext cx="4548274" cy="1234562"/>
          </a:xfrm>
        </p:spPr>
        <p:txBody>
          <a:bodyPr anchor="b">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3" name="正方形/長方形 22"/>
          <p:cNvSpPr/>
          <p:nvPr userDrawn="1"/>
        </p:nvSpPr>
        <p:spPr>
          <a:xfrm>
            <a:off x="1258261" y="3788883"/>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プレースホルダー 6"/>
          <p:cNvSpPr>
            <a:spLocks noGrp="1"/>
          </p:cNvSpPr>
          <p:nvPr>
            <p:ph type="body" sz="quarter" idx="25" hasCustomPrompt="1"/>
          </p:nvPr>
        </p:nvSpPr>
        <p:spPr>
          <a:xfrm>
            <a:off x="5825598" y="5961947"/>
            <a:ext cx="2444532" cy="720080"/>
          </a:xfrm>
        </p:spPr>
        <p:txBody>
          <a:bodyPr anchor="t">
            <a:noAutofit/>
          </a:bodyPr>
          <a:lstStyle>
            <a:lvl1pPr algn="ctr">
              <a:defRPr sz="3200" i="1" baseline="0">
                <a:solidFill>
                  <a:schemeClr val="accent3">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25" name="テキスト プレースホルダー 6"/>
          <p:cNvSpPr>
            <a:spLocks noGrp="1"/>
          </p:cNvSpPr>
          <p:nvPr>
            <p:ph type="body" sz="quarter" idx="26" hasCustomPrompt="1"/>
          </p:nvPr>
        </p:nvSpPr>
        <p:spPr>
          <a:xfrm>
            <a:off x="4773727" y="6629607"/>
            <a:ext cx="4548274" cy="720080"/>
          </a:xfrm>
        </p:spPr>
        <p:txBody>
          <a:bodyPr anchor="t">
            <a:noAutofit/>
          </a:bodyPr>
          <a:lstStyle>
            <a:lvl1pPr algn="ctr">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6" name="正方形/長方形 25"/>
          <p:cNvSpPr/>
          <p:nvPr userDrawn="1"/>
        </p:nvSpPr>
        <p:spPr>
          <a:xfrm>
            <a:off x="5427684" y="737871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プレースホルダー 6"/>
          <p:cNvSpPr>
            <a:spLocks noGrp="1"/>
          </p:cNvSpPr>
          <p:nvPr>
            <p:ph type="body" sz="quarter" idx="27" hasCustomPrompt="1"/>
          </p:nvPr>
        </p:nvSpPr>
        <p:spPr>
          <a:xfrm>
            <a:off x="4773727" y="7581347"/>
            <a:ext cx="4548274" cy="1234562"/>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8" hasCustomPrompt="1"/>
          </p:nvPr>
        </p:nvSpPr>
        <p:spPr>
          <a:xfrm>
            <a:off x="10010998" y="4512972"/>
            <a:ext cx="2444532" cy="720080"/>
          </a:xfrm>
        </p:spPr>
        <p:txBody>
          <a:bodyPr anchor="t">
            <a:noAutofit/>
          </a:bodyPr>
          <a:lstStyle>
            <a:lvl1pPr algn="ctr">
              <a:defRPr sz="3200" i="1" baseline="0">
                <a:solidFill>
                  <a:schemeClr val="accent2">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29" name="テキスト プレースホルダー 6"/>
          <p:cNvSpPr>
            <a:spLocks noGrp="1"/>
          </p:cNvSpPr>
          <p:nvPr>
            <p:ph type="body" sz="quarter" idx="29" hasCustomPrompt="1"/>
          </p:nvPr>
        </p:nvSpPr>
        <p:spPr>
          <a:xfrm>
            <a:off x="8959127" y="3830803"/>
            <a:ext cx="4548274" cy="720080"/>
          </a:xfrm>
        </p:spPr>
        <p:txBody>
          <a:bodyPr anchor="t">
            <a:noAutofit/>
          </a:bodyPr>
          <a:lstStyle>
            <a:lvl1pPr algn="ct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0" name="テキスト プレースホルダー 6"/>
          <p:cNvSpPr>
            <a:spLocks noGrp="1"/>
          </p:cNvSpPr>
          <p:nvPr>
            <p:ph type="body" sz="quarter" idx="30" hasCustomPrompt="1"/>
          </p:nvPr>
        </p:nvSpPr>
        <p:spPr>
          <a:xfrm>
            <a:off x="8959127" y="2407196"/>
            <a:ext cx="4548274" cy="1234562"/>
          </a:xfrm>
        </p:spPr>
        <p:txBody>
          <a:bodyPr anchor="b">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1" name="正方形/長方形 30"/>
          <p:cNvSpPr/>
          <p:nvPr userDrawn="1"/>
        </p:nvSpPr>
        <p:spPr>
          <a:xfrm>
            <a:off x="9613084" y="3767111"/>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プレースホルダー 6"/>
          <p:cNvSpPr>
            <a:spLocks noGrp="1"/>
          </p:cNvSpPr>
          <p:nvPr>
            <p:ph type="body" sz="quarter" idx="31" hasCustomPrompt="1"/>
          </p:nvPr>
        </p:nvSpPr>
        <p:spPr>
          <a:xfrm>
            <a:off x="14215755" y="5961947"/>
            <a:ext cx="2444532" cy="720080"/>
          </a:xfrm>
        </p:spPr>
        <p:txBody>
          <a:bodyPr anchor="t">
            <a:noAutofit/>
          </a:bodyPr>
          <a:lstStyle>
            <a:lvl1pPr algn="ctr">
              <a:defRPr sz="3200" i="1" baseline="0">
                <a:solidFill>
                  <a:schemeClr val="accent4">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33" name="テキスト プレースホルダー 6"/>
          <p:cNvSpPr>
            <a:spLocks noGrp="1"/>
          </p:cNvSpPr>
          <p:nvPr>
            <p:ph type="body" sz="quarter" idx="32" hasCustomPrompt="1"/>
          </p:nvPr>
        </p:nvSpPr>
        <p:spPr>
          <a:xfrm>
            <a:off x="13163884" y="6629607"/>
            <a:ext cx="4548274" cy="720080"/>
          </a:xfrm>
        </p:spPr>
        <p:txBody>
          <a:bodyPr anchor="t">
            <a:noAutofit/>
          </a:bodyPr>
          <a:lstStyle>
            <a:lvl1pPr algn="ctr">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4" name="正方形/長方形 33"/>
          <p:cNvSpPr/>
          <p:nvPr userDrawn="1"/>
        </p:nvSpPr>
        <p:spPr>
          <a:xfrm>
            <a:off x="13817841" y="7378712"/>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6"/>
          <p:cNvSpPr>
            <a:spLocks noGrp="1"/>
          </p:cNvSpPr>
          <p:nvPr>
            <p:ph type="body" sz="quarter" idx="33" hasCustomPrompt="1"/>
          </p:nvPr>
        </p:nvSpPr>
        <p:spPr>
          <a:xfrm>
            <a:off x="13163884" y="7581347"/>
            <a:ext cx="4548274" cy="1234562"/>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932031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000"/>
                            </p:stCondLst>
                            <p:childTnLst>
                              <p:par>
                                <p:cTn id="17" presetID="2" presetClass="entr" presetSubtype="8" decel="10000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5" presetID="2" presetClass="entr" presetSubtype="1" decel="100000" fill="hold" grpId="0" nodeType="withEffect">
                                  <p:stCondLst>
                                    <p:cond delay="0"/>
                                  </p:stCondLst>
                                  <p:childTnLst>
                                    <p:set>
                                      <p:cBhvr>
                                        <p:cTn id="26" dur="1" fill="hold">
                                          <p:stCondLst>
                                            <p:cond delay="0"/>
                                          </p:stCondLst>
                                        </p:cTn>
                                        <p:tgtEl>
                                          <p:spTgt spid="20">
                                            <p:txEl>
                                              <p:pRg st="0" end="0"/>
                                            </p:txEl>
                                          </p:spTgt>
                                        </p:tgtEl>
                                        <p:attrNameLst>
                                          <p:attrName>style.visibility</p:attrName>
                                        </p:attrNameLst>
                                      </p:cBhvr>
                                      <p:to>
                                        <p:strVal val="visible"/>
                                      </p:to>
                                    </p:set>
                                    <p:anim calcmode="lin" valueType="num">
                                      <p:cBhvr additive="base">
                                        <p:cTn id="27"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
                                            <p:txEl>
                                              <p:pRg st="0" end="0"/>
                                            </p:txEl>
                                          </p:spTgt>
                                        </p:tgtEl>
                                        <p:attrNameLst>
                                          <p:attrName>ppt_y</p:attrName>
                                        </p:attrNameLst>
                                      </p:cBhvr>
                                      <p:tavLst>
                                        <p:tav tm="0">
                                          <p:val>
                                            <p:strVal val="0-#ppt_h/2"/>
                                          </p:val>
                                        </p:tav>
                                        <p:tav tm="100000">
                                          <p:val>
                                            <p:strVal val="#ppt_y"/>
                                          </p:val>
                                        </p:tav>
                                      </p:tavLst>
                                    </p:anim>
                                  </p:childTnLst>
                                </p:cTn>
                              </p:par>
                            </p:childTnLst>
                          </p:cTn>
                        </p:par>
                        <p:par>
                          <p:cTn id="29" fill="hold">
                            <p:stCondLst>
                              <p:cond delay="2000"/>
                            </p:stCondLst>
                            <p:childTnLst>
                              <p:par>
                                <p:cTn id="30" presetID="2" presetClass="entr" presetSubtype="1" decel="100000" fill="hold" grpId="0" nodeType="afterEffect">
                                  <p:stCondLst>
                                    <p:cond delay="0"/>
                                  </p:stCondLst>
                                  <p:childTnLst>
                                    <p:set>
                                      <p:cBhvr>
                                        <p:cTn id="31" dur="1" fill="hold">
                                          <p:stCondLst>
                                            <p:cond delay="0"/>
                                          </p:stCondLst>
                                        </p:cTn>
                                        <p:tgtEl>
                                          <p:spTgt spid="21">
                                            <p:txEl>
                                              <p:pRg st="0" end="0"/>
                                            </p:txEl>
                                          </p:spTgt>
                                        </p:tgtEl>
                                        <p:attrNameLst>
                                          <p:attrName>style.visibility</p:attrName>
                                        </p:attrNameLst>
                                      </p:cBhvr>
                                      <p:to>
                                        <p:strVal val="visible"/>
                                      </p:to>
                                    </p:set>
                                    <p:anim calcmode="lin" valueType="num">
                                      <p:cBhvr additive="base">
                                        <p:cTn id="32"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1">
                                            <p:txEl>
                                              <p:pRg st="0" end="0"/>
                                            </p:txEl>
                                          </p:spTgt>
                                        </p:tgtEl>
                                        <p:attrNameLst>
                                          <p:attrName>ppt_y</p:attrName>
                                        </p:attrNameLst>
                                      </p:cBhvr>
                                      <p:tavLst>
                                        <p:tav tm="0">
                                          <p:val>
                                            <p:strVal val="0-#ppt_h/2"/>
                                          </p:val>
                                        </p:tav>
                                        <p:tav tm="100000">
                                          <p:val>
                                            <p:strVal val="#ppt_y"/>
                                          </p:val>
                                        </p:tav>
                                      </p:tavLst>
                                    </p:anim>
                                  </p:childTnLst>
                                </p:cTn>
                              </p:par>
                              <p:par>
                                <p:cTn id="34" presetID="2" presetClass="entr" presetSubtype="1" decel="10000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500" fill="hold"/>
                                        <p:tgtEl>
                                          <p:spTgt spid="23"/>
                                        </p:tgtEl>
                                        <p:attrNameLst>
                                          <p:attrName>ppt_x</p:attrName>
                                        </p:attrNameLst>
                                      </p:cBhvr>
                                      <p:tavLst>
                                        <p:tav tm="0">
                                          <p:val>
                                            <p:strVal val="#ppt_x"/>
                                          </p:val>
                                        </p:tav>
                                        <p:tav tm="100000">
                                          <p:val>
                                            <p:strVal val="#ppt_x"/>
                                          </p:val>
                                        </p:tav>
                                      </p:tavLst>
                                    </p:anim>
                                    <p:anim calcmode="lin" valueType="num">
                                      <p:cBhvr additive="base">
                                        <p:cTn id="37" dur="500" fill="hold"/>
                                        <p:tgtEl>
                                          <p:spTgt spid="23"/>
                                        </p:tgtEl>
                                        <p:attrNameLst>
                                          <p:attrName>ppt_y</p:attrName>
                                        </p:attrNameLst>
                                      </p:cBhvr>
                                      <p:tavLst>
                                        <p:tav tm="0">
                                          <p:val>
                                            <p:strVal val="0-#ppt_h/2"/>
                                          </p:val>
                                        </p:tav>
                                        <p:tav tm="100000">
                                          <p:val>
                                            <p:strVal val="#ppt_y"/>
                                          </p:val>
                                        </p:tav>
                                      </p:tavLst>
                                    </p:anim>
                                  </p:childTnLst>
                                </p:cTn>
                              </p:par>
                              <p:par>
                                <p:cTn id="38" presetID="2" presetClass="entr" presetSubtype="1" decel="100000" fill="hold" grpId="0" nodeType="withEffect">
                                  <p:stCondLst>
                                    <p:cond delay="0"/>
                                  </p:stCondLst>
                                  <p:childTnLst>
                                    <p:set>
                                      <p:cBhvr>
                                        <p:cTn id="39" dur="1" fill="hold">
                                          <p:stCondLst>
                                            <p:cond delay="0"/>
                                          </p:stCondLst>
                                        </p:cTn>
                                        <p:tgtEl>
                                          <p:spTgt spid="22">
                                            <p:txEl>
                                              <p:pRg st="0" end="0"/>
                                            </p:txEl>
                                          </p:spTgt>
                                        </p:tgtEl>
                                        <p:attrNameLst>
                                          <p:attrName>style.visibility</p:attrName>
                                        </p:attrNameLst>
                                      </p:cBhvr>
                                      <p:to>
                                        <p:strVal val="visible"/>
                                      </p:to>
                                    </p:set>
                                    <p:anim calcmode="lin" valueType="num">
                                      <p:cBhvr additive="base">
                                        <p:cTn id="40"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2">
                                            <p:txEl>
                                              <p:pRg st="0" end="0"/>
                                            </p:txEl>
                                          </p:spTgt>
                                        </p:tgtEl>
                                        <p:attrNameLst>
                                          <p:attrName>ppt_y</p:attrName>
                                        </p:attrNameLst>
                                      </p:cBhvr>
                                      <p:tavLst>
                                        <p:tav tm="0">
                                          <p:val>
                                            <p:strVal val="0-#ppt_h/2"/>
                                          </p:val>
                                        </p:tav>
                                        <p:tav tm="100000">
                                          <p:val>
                                            <p:strVal val="#ppt_y"/>
                                          </p:val>
                                        </p:tav>
                                      </p:tavLst>
                                    </p:anim>
                                  </p:childTnLst>
                                </p:cTn>
                              </p:par>
                            </p:childTnLst>
                          </p:cTn>
                        </p:par>
                        <p:par>
                          <p:cTn id="42" fill="hold">
                            <p:stCondLst>
                              <p:cond delay="2500"/>
                            </p:stCondLst>
                            <p:childTnLst>
                              <p:par>
                                <p:cTn id="43" presetID="2" presetClass="entr" presetSubtype="8" decel="100000" fill="hold" grpId="0" nodeType="afterEffect">
                                  <p:stCondLst>
                                    <p:cond delay="50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0-#ppt_w/2"/>
                                          </p:val>
                                        </p:tav>
                                        <p:tav tm="100000">
                                          <p:val>
                                            <p:strVal val="#ppt_x"/>
                                          </p:val>
                                        </p:tav>
                                      </p:tavLst>
                                    </p:anim>
                                    <p:anim calcmode="lin" valueType="num">
                                      <p:cBhvr additive="base">
                                        <p:cTn id="46" dur="500" fill="hold"/>
                                        <p:tgtEl>
                                          <p:spTgt spid="17"/>
                                        </p:tgtEl>
                                        <p:attrNameLst>
                                          <p:attrName>ppt_y</p:attrName>
                                        </p:attrNameLst>
                                      </p:cBhvr>
                                      <p:tavLst>
                                        <p:tav tm="0">
                                          <p:val>
                                            <p:strVal val="#ppt_y"/>
                                          </p:val>
                                        </p:tav>
                                        <p:tav tm="100000">
                                          <p:val>
                                            <p:strVal val="#ppt_y"/>
                                          </p:val>
                                        </p:tav>
                                      </p:tavLst>
                                    </p:anim>
                                  </p:childTnLst>
                                </p:cTn>
                              </p:par>
                            </p:childTnLst>
                          </p:cTn>
                        </p:par>
                        <p:par>
                          <p:cTn id="47" fill="hold">
                            <p:stCondLst>
                              <p:cond delay="3500"/>
                            </p:stCondLst>
                            <p:childTnLst>
                              <p:par>
                                <p:cTn id="48" presetID="22" presetClass="entr" presetSubtype="8"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par>
                                <p:cTn id="51" presetID="2" presetClass="entr" presetSubtype="4" decel="100000" fill="hold" grpId="0" nodeType="withEffect">
                                  <p:stCondLst>
                                    <p:cond delay="500"/>
                                  </p:stCondLst>
                                  <p:childTnLst>
                                    <p:set>
                                      <p:cBhvr>
                                        <p:cTn id="52" dur="1" fill="hold">
                                          <p:stCondLst>
                                            <p:cond delay="0"/>
                                          </p:stCondLst>
                                        </p:cTn>
                                        <p:tgtEl>
                                          <p:spTgt spid="24">
                                            <p:txEl>
                                              <p:pRg st="0" end="0"/>
                                            </p:txEl>
                                          </p:spTgt>
                                        </p:tgtEl>
                                        <p:attrNameLst>
                                          <p:attrName>style.visibility</p:attrName>
                                        </p:attrNameLst>
                                      </p:cBhvr>
                                      <p:to>
                                        <p:strVal val="visible"/>
                                      </p:to>
                                    </p:set>
                                    <p:anim calcmode="lin" valueType="num">
                                      <p:cBhvr additive="base">
                                        <p:cTn id="53"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par>
                          <p:cTn id="55" fill="hold">
                            <p:stCondLst>
                              <p:cond delay="4500"/>
                            </p:stCondLst>
                            <p:childTnLst>
                              <p:par>
                                <p:cTn id="56" presetID="2" presetClass="entr" presetSubtype="4" decel="100000" fill="hold" grpId="0" nodeType="afterEffect">
                                  <p:stCondLst>
                                    <p:cond delay="0"/>
                                  </p:stCondLst>
                                  <p:childTnLst>
                                    <p:set>
                                      <p:cBhvr>
                                        <p:cTn id="57" dur="1" fill="hold">
                                          <p:stCondLst>
                                            <p:cond delay="0"/>
                                          </p:stCondLst>
                                        </p:cTn>
                                        <p:tgtEl>
                                          <p:spTgt spid="25">
                                            <p:txEl>
                                              <p:pRg st="0" end="0"/>
                                            </p:txEl>
                                          </p:spTgt>
                                        </p:tgtEl>
                                        <p:attrNameLst>
                                          <p:attrName>style.visibility</p:attrName>
                                        </p:attrNameLst>
                                      </p:cBhvr>
                                      <p:to>
                                        <p:strVal val="visible"/>
                                      </p:to>
                                    </p:set>
                                    <p:anim calcmode="lin" valueType="num">
                                      <p:cBhvr additive="base">
                                        <p:cTn id="58"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25">
                                            <p:txEl>
                                              <p:pRg st="0" end="0"/>
                                            </p:txEl>
                                          </p:spTgt>
                                        </p:tgtEl>
                                        <p:attrNameLst>
                                          <p:attrName>ppt_y</p:attrName>
                                        </p:attrNameLst>
                                      </p:cBhvr>
                                      <p:tavLst>
                                        <p:tav tm="0">
                                          <p:val>
                                            <p:strVal val="1+#ppt_h/2"/>
                                          </p:val>
                                        </p:tav>
                                        <p:tav tm="100000">
                                          <p:val>
                                            <p:strVal val="#ppt_y"/>
                                          </p:val>
                                        </p:tav>
                                      </p:tavLst>
                                    </p:anim>
                                  </p:childTnLst>
                                </p:cTn>
                              </p:par>
                              <p:par>
                                <p:cTn id="60" presetID="2" presetClass="entr" presetSubtype="4" decel="10000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 calcmode="lin" valueType="num">
                                      <p:cBhvr additive="base">
                                        <p:cTn id="62" dur="500" fill="hold"/>
                                        <p:tgtEl>
                                          <p:spTgt spid="26"/>
                                        </p:tgtEl>
                                        <p:attrNameLst>
                                          <p:attrName>ppt_x</p:attrName>
                                        </p:attrNameLst>
                                      </p:cBhvr>
                                      <p:tavLst>
                                        <p:tav tm="0">
                                          <p:val>
                                            <p:strVal val="#ppt_x"/>
                                          </p:val>
                                        </p:tav>
                                        <p:tav tm="100000">
                                          <p:val>
                                            <p:strVal val="#ppt_x"/>
                                          </p:val>
                                        </p:tav>
                                      </p:tavLst>
                                    </p:anim>
                                    <p:anim calcmode="lin" valueType="num">
                                      <p:cBhvr additive="base">
                                        <p:cTn id="63" dur="500" fill="hold"/>
                                        <p:tgtEl>
                                          <p:spTgt spid="26"/>
                                        </p:tgtEl>
                                        <p:attrNameLst>
                                          <p:attrName>ppt_y</p:attrName>
                                        </p:attrNameLst>
                                      </p:cBhvr>
                                      <p:tavLst>
                                        <p:tav tm="0">
                                          <p:val>
                                            <p:strVal val="1+#ppt_h/2"/>
                                          </p:val>
                                        </p:tav>
                                        <p:tav tm="100000">
                                          <p:val>
                                            <p:strVal val="#ppt_y"/>
                                          </p:val>
                                        </p:tav>
                                      </p:tavLst>
                                    </p:anim>
                                  </p:childTnLst>
                                </p:cTn>
                              </p:par>
                              <p:par>
                                <p:cTn id="64" presetID="2" presetClass="entr" presetSubtype="4" decel="100000" fill="hold" grpId="0" nodeType="withEffect">
                                  <p:stCondLst>
                                    <p:cond delay="0"/>
                                  </p:stCondLst>
                                  <p:childTnLst>
                                    <p:set>
                                      <p:cBhvr>
                                        <p:cTn id="65" dur="1" fill="hold">
                                          <p:stCondLst>
                                            <p:cond delay="0"/>
                                          </p:stCondLst>
                                        </p:cTn>
                                        <p:tgtEl>
                                          <p:spTgt spid="27">
                                            <p:txEl>
                                              <p:pRg st="0" end="0"/>
                                            </p:txEl>
                                          </p:spTgt>
                                        </p:tgtEl>
                                        <p:attrNameLst>
                                          <p:attrName>style.visibility</p:attrName>
                                        </p:attrNameLst>
                                      </p:cBhvr>
                                      <p:to>
                                        <p:strVal val="visible"/>
                                      </p:to>
                                    </p:set>
                                    <p:anim calcmode="lin" valueType="num">
                                      <p:cBhvr additive="base">
                                        <p:cTn id="66"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par>
                          <p:cTn id="68" fill="hold">
                            <p:stCondLst>
                              <p:cond delay="5000"/>
                            </p:stCondLst>
                            <p:childTnLst>
                              <p:par>
                                <p:cTn id="69" presetID="2" presetClass="entr" presetSubtype="8" decel="100000" fill="hold" grpId="0" nodeType="afterEffect">
                                  <p:stCondLst>
                                    <p:cond delay="500"/>
                                  </p:stCondLst>
                                  <p:childTnLst>
                                    <p:set>
                                      <p:cBhvr>
                                        <p:cTn id="70" dur="1" fill="hold">
                                          <p:stCondLst>
                                            <p:cond delay="0"/>
                                          </p:stCondLst>
                                        </p:cTn>
                                        <p:tgtEl>
                                          <p:spTgt spid="18"/>
                                        </p:tgtEl>
                                        <p:attrNameLst>
                                          <p:attrName>style.visibility</p:attrName>
                                        </p:attrNameLst>
                                      </p:cBhvr>
                                      <p:to>
                                        <p:strVal val="visible"/>
                                      </p:to>
                                    </p:set>
                                    <p:anim calcmode="lin" valueType="num">
                                      <p:cBhvr additive="base">
                                        <p:cTn id="71" dur="500" fill="hold"/>
                                        <p:tgtEl>
                                          <p:spTgt spid="18"/>
                                        </p:tgtEl>
                                        <p:attrNameLst>
                                          <p:attrName>ppt_x</p:attrName>
                                        </p:attrNameLst>
                                      </p:cBhvr>
                                      <p:tavLst>
                                        <p:tav tm="0">
                                          <p:val>
                                            <p:strVal val="0-#ppt_w/2"/>
                                          </p:val>
                                        </p:tav>
                                        <p:tav tm="100000">
                                          <p:val>
                                            <p:strVal val="#ppt_x"/>
                                          </p:val>
                                        </p:tav>
                                      </p:tavLst>
                                    </p:anim>
                                    <p:anim calcmode="lin" valueType="num">
                                      <p:cBhvr additive="base">
                                        <p:cTn id="72" dur="500" fill="hold"/>
                                        <p:tgtEl>
                                          <p:spTgt spid="18"/>
                                        </p:tgtEl>
                                        <p:attrNameLst>
                                          <p:attrName>ppt_y</p:attrName>
                                        </p:attrNameLst>
                                      </p:cBhvr>
                                      <p:tavLst>
                                        <p:tav tm="0">
                                          <p:val>
                                            <p:strVal val="#ppt_y"/>
                                          </p:val>
                                        </p:tav>
                                        <p:tav tm="100000">
                                          <p:val>
                                            <p:strVal val="#ppt_y"/>
                                          </p:val>
                                        </p:tav>
                                      </p:tavLst>
                                    </p:anim>
                                  </p:childTnLst>
                                </p:cTn>
                              </p:par>
                            </p:childTnLst>
                          </p:cTn>
                        </p:par>
                        <p:par>
                          <p:cTn id="73" fill="hold">
                            <p:stCondLst>
                              <p:cond delay="6000"/>
                            </p:stCondLst>
                            <p:childTnLst>
                              <p:par>
                                <p:cTn id="74" presetID="22" presetClass="entr" presetSubtype="8" fill="hold" grpId="0" nodeType="after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wipe(left)">
                                      <p:cBhvr>
                                        <p:cTn id="76" dur="500"/>
                                        <p:tgtEl>
                                          <p:spTgt spid="14"/>
                                        </p:tgtEl>
                                      </p:cBhvr>
                                    </p:animEffect>
                                  </p:childTnLst>
                                </p:cTn>
                              </p:par>
                              <p:par>
                                <p:cTn id="77" presetID="2" presetClass="entr" presetSubtype="1" decel="100000" fill="hold" grpId="0" nodeType="withEffect">
                                  <p:stCondLst>
                                    <p:cond delay="500"/>
                                  </p:stCondLst>
                                  <p:childTnLst>
                                    <p:set>
                                      <p:cBhvr>
                                        <p:cTn id="78" dur="1" fill="hold">
                                          <p:stCondLst>
                                            <p:cond delay="0"/>
                                          </p:stCondLst>
                                        </p:cTn>
                                        <p:tgtEl>
                                          <p:spTgt spid="28">
                                            <p:txEl>
                                              <p:pRg st="0" end="0"/>
                                            </p:txEl>
                                          </p:spTgt>
                                        </p:tgtEl>
                                        <p:attrNameLst>
                                          <p:attrName>style.visibility</p:attrName>
                                        </p:attrNameLst>
                                      </p:cBhvr>
                                      <p:to>
                                        <p:strVal val="visible"/>
                                      </p:to>
                                    </p:set>
                                    <p:anim calcmode="lin" valueType="num">
                                      <p:cBhvr additive="base">
                                        <p:cTn id="79"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28">
                                            <p:txEl>
                                              <p:pRg st="0" end="0"/>
                                            </p:txEl>
                                          </p:spTgt>
                                        </p:tgtEl>
                                        <p:attrNameLst>
                                          <p:attrName>ppt_y</p:attrName>
                                        </p:attrNameLst>
                                      </p:cBhvr>
                                      <p:tavLst>
                                        <p:tav tm="0">
                                          <p:val>
                                            <p:strVal val="0-#ppt_h/2"/>
                                          </p:val>
                                        </p:tav>
                                        <p:tav tm="100000">
                                          <p:val>
                                            <p:strVal val="#ppt_y"/>
                                          </p:val>
                                        </p:tav>
                                      </p:tavLst>
                                    </p:anim>
                                  </p:childTnLst>
                                </p:cTn>
                              </p:par>
                            </p:childTnLst>
                          </p:cTn>
                        </p:par>
                        <p:par>
                          <p:cTn id="81" fill="hold">
                            <p:stCondLst>
                              <p:cond delay="7000"/>
                            </p:stCondLst>
                            <p:childTnLst>
                              <p:par>
                                <p:cTn id="82" presetID="2" presetClass="entr" presetSubtype="1" decel="100000" fill="hold" grpId="0" nodeType="afterEffect">
                                  <p:stCondLst>
                                    <p:cond delay="0"/>
                                  </p:stCondLst>
                                  <p:childTnLst>
                                    <p:set>
                                      <p:cBhvr>
                                        <p:cTn id="83" dur="1" fill="hold">
                                          <p:stCondLst>
                                            <p:cond delay="0"/>
                                          </p:stCondLst>
                                        </p:cTn>
                                        <p:tgtEl>
                                          <p:spTgt spid="29">
                                            <p:txEl>
                                              <p:pRg st="0" end="0"/>
                                            </p:txEl>
                                          </p:spTgt>
                                        </p:tgtEl>
                                        <p:attrNameLst>
                                          <p:attrName>style.visibility</p:attrName>
                                        </p:attrNameLst>
                                      </p:cBhvr>
                                      <p:to>
                                        <p:strVal val="visible"/>
                                      </p:to>
                                    </p:set>
                                    <p:anim calcmode="lin" valueType="num">
                                      <p:cBhvr additive="base">
                                        <p:cTn id="84"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29">
                                            <p:txEl>
                                              <p:pRg st="0" end="0"/>
                                            </p:txEl>
                                          </p:spTgt>
                                        </p:tgtEl>
                                        <p:attrNameLst>
                                          <p:attrName>ppt_y</p:attrName>
                                        </p:attrNameLst>
                                      </p:cBhvr>
                                      <p:tavLst>
                                        <p:tav tm="0">
                                          <p:val>
                                            <p:strVal val="0-#ppt_h/2"/>
                                          </p:val>
                                        </p:tav>
                                        <p:tav tm="100000">
                                          <p:val>
                                            <p:strVal val="#ppt_y"/>
                                          </p:val>
                                        </p:tav>
                                      </p:tavLst>
                                    </p:anim>
                                  </p:childTnLst>
                                </p:cTn>
                              </p:par>
                              <p:par>
                                <p:cTn id="86" presetID="2" presetClass="entr" presetSubtype="1" decel="10000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 calcmode="lin" valueType="num">
                                      <p:cBhvr additive="base">
                                        <p:cTn id="88" dur="500" fill="hold"/>
                                        <p:tgtEl>
                                          <p:spTgt spid="31"/>
                                        </p:tgtEl>
                                        <p:attrNameLst>
                                          <p:attrName>ppt_x</p:attrName>
                                        </p:attrNameLst>
                                      </p:cBhvr>
                                      <p:tavLst>
                                        <p:tav tm="0">
                                          <p:val>
                                            <p:strVal val="#ppt_x"/>
                                          </p:val>
                                        </p:tav>
                                        <p:tav tm="100000">
                                          <p:val>
                                            <p:strVal val="#ppt_x"/>
                                          </p:val>
                                        </p:tav>
                                      </p:tavLst>
                                    </p:anim>
                                    <p:anim calcmode="lin" valueType="num">
                                      <p:cBhvr additive="base">
                                        <p:cTn id="89" dur="500" fill="hold"/>
                                        <p:tgtEl>
                                          <p:spTgt spid="31"/>
                                        </p:tgtEl>
                                        <p:attrNameLst>
                                          <p:attrName>ppt_y</p:attrName>
                                        </p:attrNameLst>
                                      </p:cBhvr>
                                      <p:tavLst>
                                        <p:tav tm="0">
                                          <p:val>
                                            <p:strVal val="0-#ppt_h/2"/>
                                          </p:val>
                                        </p:tav>
                                        <p:tav tm="100000">
                                          <p:val>
                                            <p:strVal val="#ppt_y"/>
                                          </p:val>
                                        </p:tav>
                                      </p:tavLst>
                                    </p:anim>
                                  </p:childTnLst>
                                </p:cTn>
                              </p:par>
                              <p:par>
                                <p:cTn id="90" presetID="2" presetClass="entr" presetSubtype="1" decel="100000" fill="hold" grpId="0" nodeType="withEffect">
                                  <p:stCondLst>
                                    <p:cond delay="0"/>
                                  </p:stCondLst>
                                  <p:childTnLst>
                                    <p:set>
                                      <p:cBhvr>
                                        <p:cTn id="91" dur="1" fill="hold">
                                          <p:stCondLst>
                                            <p:cond delay="0"/>
                                          </p:stCondLst>
                                        </p:cTn>
                                        <p:tgtEl>
                                          <p:spTgt spid="30">
                                            <p:txEl>
                                              <p:pRg st="0" end="0"/>
                                            </p:txEl>
                                          </p:spTgt>
                                        </p:tgtEl>
                                        <p:attrNameLst>
                                          <p:attrName>style.visibility</p:attrName>
                                        </p:attrNameLst>
                                      </p:cBhvr>
                                      <p:to>
                                        <p:strVal val="visible"/>
                                      </p:to>
                                    </p:set>
                                    <p:anim calcmode="lin" valueType="num">
                                      <p:cBhvr additive="base">
                                        <p:cTn id="92" dur="5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30">
                                            <p:txEl>
                                              <p:pRg st="0" end="0"/>
                                            </p:txEl>
                                          </p:spTgt>
                                        </p:tgtEl>
                                        <p:attrNameLst>
                                          <p:attrName>ppt_y</p:attrName>
                                        </p:attrNameLst>
                                      </p:cBhvr>
                                      <p:tavLst>
                                        <p:tav tm="0">
                                          <p:val>
                                            <p:strVal val="0-#ppt_h/2"/>
                                          </p:val>
                                        </p:tav>
                                        <p:tav tm="100000">
                                          <p:val>
                                            <p:strVal val="#ppt_y"/>
                                          </p:val>
                                        </p:tav>
                                      </p:tavLst>
                                    </p:anim>
                                  </p:childTnLst>
                                </p:cTn>
                              </p:par>
                            </p:childTnLst>
                          </p:cTn>
                        </p:par>
                        <p:par>
                          <p:cTn id="94" fill="hold">
                            <p:stCondLst>
                              <p:cond delay="7500"/>
                            </p:stCondLst>
                            <p:childTnLst>
                              <p:par>
                                <p:cTn id="95" presetID="2" presetClass="entr" presetSubtype="8" decel="100000" fill="hold" grpId="0" nodeType="afterEffect">
                                  <p:stCondLst>
                                    <p:cond delay="500"/>
                                  </p:stCondLst>
                                  <p:childTnLst>
                                    <p:set>
                                      <p:cBhvr>
                                        <p:cTn id="96" dur="1" fill="hold">
                                          <p:stCondLst>
                                            <p:cond delay="0"/>
                                          </p:stCondLst>
                                        </p:cTn>
                                        <p:tgtEl>
                                          <p:spTgt spid="19"/>
                                        </p:tgtEl>
                                        <p:attrNameLst>
                                          <p:attrName>style.visibility</p:attrName>
                                        </p:attrNameLst>
                                      </p:cBhvr>
                                      <p:to>
                                        <p:strVal val="visible"/>
                                      </p:to>
                                    </p:set>
                                    <p:anim calcmode="lin" valueType="num">
                                      <p:cBhvr additive="base">
                                        <p:cTn id="97" dur="500" fill="hold"/>
                                        <p:tgtEl>
                                          <p:spTgt spid="19"/>
                                        </p:tgtEl>
                                        <p:attrNameLst>
                                          <p:attrName>ppt_x</p:attrName>
                                        </p:attrNameLst>
                                      </p:cBhvr>
                                      <p:tavLst>
                                        <p:tav tm="0">
                                          <p:val>
                                            <p:strVal val="0-#ppt_w/2"/>
                                          </p:val>
                                        </p:tav>
                                        <p:tav tm="100000">
                                          <p:val>
                                            <p:strVal val="#ppt_x"/>
                                          </p:val>
                                        </p:tav>
                                      </p:tavLst>
                                    </p:anim>
                                    <p:anim calcmode="lin" valueType="num">
                                      <p:cBhvr additive="base">
                                        <p:cTn id="98" dur="500" fill="hold"/>
                                        <p:tgtEl>
                                          <p:spTgt spid="19"/>
                                        </p:tgtEl>
                                        <p:attrNameLst>
                                          <p:attrName>ppt_y</p:attrName>
                                        </p:attrNameLst>
                                      </p:cBhvr>
                                      <p:tavLst>
                                        <p:tav tm="0">
                                          <p:val>
                                            <p:strVal val="#ppt_y"/>
                                          </p:val>
                                        </p:tav>
                                        <p:tav tm="100000">
                                          <p:val>
                                            <p:strVal val="#ppt_y"/>
                                          </p:val>
                                        </p:tav>
                                      </p:tavLst>
                                    </p:anim>
                                  </p:childTnLst>
                                </p:cTn>
                              </p:par>
                            </p:childTnLst>
                          </p:cTn>
                        </p:par>
                        <p:par>
                          <p:cTn id="99" fill="hold">
                            <p:stCondLst>
                              <p:cond delay="8500"/>
                            </p:stCondLst>
                            <p:childTnLst>
                              <p:par>
                                <p:cTn id="100" presetID="22" presetClass="entr" presetSubtype="8" fill="hold" grpId="0" nodeType="afterEffect">
                                  <p:stCondLst>
                                    <p:cond delay="0"/>
                                  </p:stCondLst>
                                  <p:childTnLst>
                                    <p:set>
                                      <p:cBhvr>
                                        <p:cTn id="101" dur="1" fill="hold">
                                          <p:stCondLst>
                                            <p:cond delay="0"/>
                                          </p:stCondLst>
                                        </p:cTn>
                                        <p:tgtEl>
                                          <p:spTgt spid="13"/>
                                        </p:tgtEl>
                                        <p:attrNameLst>
                                          <p:attrName>style.visibility</p:attrName>
                                        </p:attrNameLst>
                                      </p:cBhvr>
                                      <p:to>
                                        <p:strVal val="visible"/>
                                      </p:to>
                                    </p:set>
                                    <p:animEffect transition="in" filter="wipe(left)">
                                      <p:cBhvr>
                                        <p:cTn id="102" dur="500"/>
                                        <p:tgtEl>
                                          <p:spTgt spid="13"/>
                                        </p:tgtEl>
                                      </p:cBhvr>
                                    </p:animEffect>
                                  </p:childTnLst>
                                </p:cTn>
                              </p:par>
                              <p:par>
                                <p:cTn id="103" presetID="2" presetClass="entr" presetSubtype="4" decel="100000" fill="hold" grpId="0" nodeType="withEffect">
                                  <p:stCondLst>
                                    <p:cond delay="500"/>
                                  </p:stCondLst>
                                  <p:childTnLst>
                                    <p:set>
                                      <p:cBhvr>
                                        <p:cTn id="104" dur="1" fill="hold">
                                          <p:stCondLst>
                                            <p:cond delay="0"/>
                                          </p:stCondLst>
                                        </p:cTn>
                                        <p:tgtEl>
                                          <p:spTgt spid="32">
                                            <p:txEl>
                                              <p:pRg st="0" end="0"/>
                                            </p:txEl>
                                          </p:spTgt>
                                        </p:tgtEl>
                                        <p:attrNameLst>
                                          <p:attrName>style.visibility</p:attrName>
                                        </p:attrNameLst>
                                      </p:cBhvr>
                                      <p:to>
                                        <p:strVal val="visible"/>
                                      </p:to>
                                    </p:set>
                                    <p:anim calcmode="lin" valueType="num">
                                      <p:cBhvr additive="base">
                                        <p:cTn id="105"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par>
                          <p:cTn id="107" fill="hold">
                            <p:stCondLst>
                              <p:cond delay="9500"/>
                            </p:stCondLst>
                            <p:childTnLst>
                              <p:par>
                                <p:cTn id="108" presetID="2" presetClass="entr" presetSubtype="4" decel="100000" fill="hold" grpId="0" nodeType="afterEffect">
                                  <p:stCondLst>
                                    <p:cond delay="0"/>
                                  </p:stCondLst>
                                  <p:childTnLst>
                                    <p:set>
                                      <p:cBhvr>
                                        <p:cTn id="109" dur="1" fill="hold">
                                          <p:stCondLst>
                                            <p:cond delay="0"/>
                                          </p:stCondLst>
                                        </p:cTn>
                                        <p:tgtEl>
                                          <p:spTgt spid="33">
                                            <p:txEl>
                                              <p:pRg st="0" end="0"/>
                                            </p:txEl>
                                          </p:spTgt>
                                        </p:tgtEl>
                                        <p:attrNameLst>
                                          <p:attrName>style.visibility</p:attrName>
                                        </p:attrNameLst>
                                      </p:cBhvr>
                                      <p:to>
                                        <p:strVal val="visible"/>
                                      </p:to>
                                    </p:set>
                                    <p:anim calcmode="lin" valueType="num">
                                      <p:cBhvr additive="base">
                                        <p:cTn id="110"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111" dur="500" fill="hold"/>
                                        <p:tgtEl>
                                          <p:spTgt spid="33">
                                            <p:txEl>
                                              <p:pRg st="0" end="0"/>
                                            </p:txEl>
                                          </p:spTgt>
                                        </p:tgtEl>
                                        <p:attrNameLst>
                                          <p:attrName>ppt_y</p:attrName>
                                        </p:attrNameLst>
                                      </p:cBhvr>
                                      <p:tavLst>
                                        <p:tav tm="0">
                                          <p:val>
                                            <p:strVal val="1+#ppt_h/2"/>
                                          </p:val>
                                        </p:tav>
                                        <p:tav tm="100000">
                                          <p:val>
                                            <p:strVal val="#ppt_y"/>
                                          </p:val>
                                        </p:tav>
                                      </p:tavLst>
                                    </p:anim>
                                  </p:childTnLst>
                                </p:cTn>
                              </p:par>
                              <p:par>
                                <p:cTn id="112" presetID="2" presetClass="entr" presetSubtype="4" decel="100000" fill="hold" grpId="0" nodeType="withEffect">
                                  <p:stCondLst>
                                    <p:cond delay="0"/>
                                  </p:stCondLst>
                                  <p:childTnLst>
                                    <p:set>
                                      <p:cBhvr>
                                        <p:cTn id="113" dur="1" fill="hold">
                                          <p:stCondLst>
                                            <p:cond delay="0"/>
                                          </p:stCondLst>
                                        </p:cTn>
                                        <p:tgtEl>
                                          <p:spTgt spid="34"/>
                                        </p:tgtEl>
                                        <p:attrNameLst>
                                          <p:attrName>style.visibility</p:attrName>
                                        </p:attrNameLst>
                                      </p:cBhvr>
                                      <p:to>
                                        <p:strVal val="visible"/>
                                      </p:to>
                                    </p:set>
                                    <p:anim calcmode="lin" valueType="num">
                                      <p:cBhvr additive="base">
                                        <p:cTn id="114" dur="500" fill="hold"/>
                                        <p:tgtEl>
                                          <p:spTgt spid="34"/>
                                        </p:tgtEl>
                                        <p:attrNameLst>
                                          <p:attrName>ppt_x</p:attrName>
                                        </p:attrNameLst>
                                      </p:cBhvr>
                                      <p:tavLst>
                                        <p:tav tm="0">
                                          <p:val>
                                            <p:strVal val="#ppt_x"/>
                                          </p:val>
                                        </p:tav>
                                        <p:tav tm="100000">
                                          <p:val>
                                            <p:strVal val="#ppt_x"/>
                                          </p:val>
                                        </p:tav>
                                      </p:tavLst>
                                    </p:anim>
                                    <p:anim calcmode="lin" valueType="num">
                                      <p:cBhvr additive="base">
                                        <p:cTn id="115" dur="500" fill="hold"/>
                                        <p:tgtEl>
                                          <p:spTgt spid="34"/>
                                        </p:tgtEl>
                                        <p:attrNameLst>
                                          <p:attrName>ppt_y</p:attrName>
                                        </p:attrNameLst>
                                      </p:cBhvr>
                                      <p:tavLst>
                                        <p:tav tm="0">
                                          <p:val>
                                            <p:strVal val="1+#ppt_h/2"/>
                                          </p:val>
                                        </p:tav>
                                        <p:tav tm="100000">
                                          <p:val>
                                            <p:strVal val="#ppt_y"/>
                                          </p:val>
                                        </p:tav>
                                      </p:tavLst>
                                    </p:anim>
                                  </p:childTnLst>
                                </p:cTn>
                              </p:par>
                              <p:par>
                                <p:cTn id="116" presetID="2" presetClass="entr" presetSubtype="4" decel="100000" fill="hold" grpId="0" nodeType="withEffect">
                                  <p:stCondLst>
                                    <p:cond delay="0"/>
                                  </p:stCondLst>
                                  <p:childTnLst>
                                    <p:set>
                                      <p:cBhvr>
                                        <p:cTn id="117" dur="1" fill="hold">
                                          <p:stCondLst>
                                            <p:cond delay="0"/>
                                          </p:stCondLst>
                                        </p:cTn>
                                        <p:tgtEl>
                                          <p:spTgt spid="35">
                                            <p:txEl>
                                              <p:pRg st="0" end="0"/>
                                            </p:txEl>
                                          </p:spTgt>
                                        </p:tgtEl>
                                        <p:attrNameLst>
                                          <p:attrName>style.visibility</p:attrName>
                                        </p:attrNameLst>
                                      </p:cBhvr>
                                      <p:to>
                                        <p:strVal val="visible"/>
                                      </p:to>
                                    </p:set>
                                    <p:anim calcmode="lin" valueType="num">
                                      <p:cBhvr additive="base">
                                        <p:cTn id="118"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par>
                          <p:cTn id="120" fill="hold">
                            <p:stCondLst>
                              <p:cond delay="10000"/>
                            </p:stCondLst>
                            <p:childTnLst>
                              <p:par>
                                <p:cTn id="121" presetID="22" presetClass="entr" presetSubtype="8" fill="hold" grpId="0" nodeType="afterEffect">
                                  <p:stCondLst>
                                    <p:cond delay="0"/>
                                  </p:stCondLst>
                                  <p:childTnLst>
                                    <p:set>
                                      <p:cBhvr>
                                        <p:cTn id="122" dur="1" fill="hold">
                                          <p:stCondLst>
                                            <p:cond delay="0"/>
                                          </p:stCondLst>
                                        </p:cTn>
                                        <p:tgtEl>
                                          <p:spTgt spid="12"/>
                                        </p:tgtEl>
                                        <p:attrNameLst>
                                          <p:attrName>style.visibility</p:attrName>
                                        </p:attrNameLst>
                                      </p:cBhvr>
                                      <p:to>
                                        <p:strVal val="visible"/>
                                      </p:to>
                                    </p:set>
                                    <p:animEffect transition="in" filter="wipe(left)">
                                      <p:cBhvr>
                                        <p:cTn id="1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build="p">
        <p:tmplLst>
          <p:tmpl lvl="1">
            <p:tnLst>
              <p:par>
                <p:cTn presetID="2" presetClass="entr" presetSubtype="1" decel="10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0-#ppt_h/2"/>
                          </p:val>
                        </p:tav>
                        <p:tav tm="100000">
                          <p:val>
                            <p:strVal val="#ppt_y"/>
                          </p:val>
                        </p:tav>
                      </p:tavLst>
                    </p:anim>
                  </p:childTnLst>
                </p:cTn>
              </p:par>
            </p:tnLst>
          </p:tmpl>
        </p:tmplLst>
      </p:bldP>
      <p:bldP spid="21" grpId="0" build="p">
        <p:tmplLst>
          <p:tmpl lvl="1">
            <p:tnLst>
              <p:par>
                <p:cTn presetID="2" presetClass="entr" presetSubtype="1" decel="10000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ppt_x"/>
                          </p:val>
                        </p:tav>
                        <p:tav tm="100000">
                          <p:val>
                            <p:strVal val="#ppt_x"/>
                          </p:val>
                        </p:tav>
                      </p:tavLst>
                    </p:anim>
                    <p:anim calcmode="lin" valueType="num">
                      <p:cBhvr additive="base">
                        <p:cTn dur="500" fill="hold"/>
                        <p:tgtEl>
                          <p:spTgt spid="21"/>
                        </p:tgtEl>
                        <p:attrNameLst>
                          <p:attrName>ppt_y</p:attrName>
                        </p:attrNameLst>
                      </p:cBhvr>
                      <p:tavLst>
                        <p:tav tm="0">
                          <p:val>
                            <p:strVal val="0-#ppt_h/2"/>
                          </p:val>
                        </p:tav>
                        <p:tav tm="100000">
                          <p:val>
                            <p:strVal val="#ppt_y"/>
                          </p:val>
                        </p:tav>
                      </p:tavLst>
                    </p:anim>
                  </p:childTnLst>
                </p:cTn>
              </p:par>
            </p:tnLst>
          </p:tmpl>
        </p:tmplLst>
      </p:bldP>
      <p:bldP spid="22" grpId="0" build="p">
        <p:tmplLst>
          <p:tmpl lvl="1">
            <p:tnLst>
              <p:par>
                <p:cTn presetID="2" presetClass="entr" presetSubtype="1" decel="10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0-#ppt_h/2"/>
                          </p:val>
                        </p:tav>
                        <p:tav tm="100000">
                          <p:val>
                            <p:strVal val="#ppt_y"/>
                          </p:val>
                        </p:tav>
                      </p:tavLst>
                    </p:anim>
                  </p:childTnLst>
                </p:cTn>
              </p:par>
            </p:tnLst>
          </p:tmpl>
        </p:tmplLst>
      </p:bldP>
      <p:bldP spid="23" grpId="0" animBg="1"/>
      <p:bldP spid="24" grpId="0" build="p">
        <p:tmplLst>
          <p:tmpl lvl="1">
            <p:tnLst>
              <p:par>
                <p:cTn presetID="2" presetClass="entr" presetSubtype="4" decel="100000" fill="hold" nodeType="withEffect">
                  <p:stCondLst>
                    <p:cond delay="50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1+#ppt_h/2"/>
                          </p:val>
                        </p:tav>
                        <p:tav tm="100000">
                          <p:val>
                            <p:strVal val="#ppt_y"/>
                          </p:val>
                        </p:tav>
                      </p:tavLst>
                    </p:anim>
                  </p:childTnLst>
                </p:cTn>
              </p:par>
            </p:tnLst>
          </p:tmpl>
        </p:tmplLst>
      </p:bldP>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animBg="1"/>
      <p:bldP spid="27" grpId="0" build="p">
        <p:tmplLst>
          <p:tmpl lvl="1">
            <p:tnLst>
              <p:par>
                <p:cTn presetID="2" presetClass="entr" presetSubtype="4" decel="10000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ppt_x"/>
                          </p:val>
                        </p:tav>
                        <p:tav tm="100000">
                          <p:val>
                            <p:strVal val="#ppt_x"/>
                          </p:val>
                        </p:tav>
                      </p:tavLst>
                    </p:anim>
                    <p:anim calcmode="lin" valueType="num">
                      <p:cBhvr additive="base">
                        <p:cTn dur="500" fill="hold"/>
                        <p:tgtEl>
                          <p:spTgt spid="27"/>
                        </p:tgtEl>
                        <p:attrNameLst>
                          <p:attrName>ppt_y</p:attrName>
                        </p:attrNameLst>
                      </p:cBhvr>
                      <p:tavLst>
                        <p:tav tm="0">
                          <p:val>
                            <p:strVal val="1+#ppt_h/2"/>
                          </p:val>
                        </p:tav>
                        <p:tav tm="100000">
                          <p:val>
                            <p:strVal val="#ppt_y"/>
                          </p:val>
                        </p:tav>
                      </p:tavLst>
                    </p:anim>
                  </p:childTnLst>
                </p:cTn>
              </p:par>
            </p:tnLst>
          </p:tmpl>
        </p:tmplLst>
      </p:bldP>
      <p:bldP spid="28" grpId="0" build="p">
        <p:tmplLst>
          <p:tmpl lvl="1">
            <p:tnLst>
              <p:par>
                <p:cTn presetID="2" presetClass="entr" presetSubtype="1" decel="100000" fill="hold" nodeType="withEffect">
                  <p:stCondLst>
                    <p:cond delay="50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0-#ppt_h/2"/>
                          </p:val>
                        </p:tav>
                        <p:tav tm="100000">
                          <p:val>
                            <p:strVal val="#ppt_y"/>
                          </p:val>
                        </p:tav>
                      </p:tavLst>
                    </p:anim>
                  </p:childTnLst>
                </p:cTn>
              </p:par>
            </p:tnLst>
          </p:tmpl>
        </p:tmplLst>
      </p:bldP>
      <p:bldP spid="29" grpId="0" build="p">
        <p:tmplLst>
          <p:tmpl lvl="1">
            <p:tnLst>
              <p:par>
                <p:cTn presetID="2" presetClass="entr" presetSubtype="1"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P spid="30" grpId="0" build="p">
        <p:tmplLst>
          <p:tmpl lvl="1">
            <p:tnLst>
              <p:par>
                <p:cTn presetID="2" presetClass="entr" presetSubtype="1" decel="10000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ppt_x"/>
                          </p:val>
                        </p:tav>
                        <p:tav tm="100000">
                          <p:val>
                            <p:strVal val="#ppt_x"/>
                          </p:val>
                        </p:tav>
                      </p:tavLst>
                    </p:anim>
                    <p:anim calcmode="lin" valueType="num">
                      <p:cBhvr additive="base">
                        <p:cTn dur="500" fill="hold"/>
                        <p:tgtEl>
                          <p:spTgt spid="30"/>
                        </p:tgtEl>
                        <p:attrNameLst>
                          <p:attrName>ppt_y</p:attrName>
                        </p:attrNameLst>
                      </p:cBhvr>
                      <p:tavLst>
                        <p:tav tm="0">
                          <p:val>
                            <p:strVal val="0-#ppt_h/2"/>
                          </p:val>
                        </p:tav>
                        <p:tav tm="100000">
                          <p:val>
                            <p:strVal val="#ppt_y"/>
                          </p:val>
                        </p:tav>
                      </p:tavLst>
                    </p:anim>
                  </p:childTnLst>
                </p:cTn>
              </p:par>
            </p:tnLst>
          </p:tmpl>
        </p:tmplLst>
      </p:bldP>
      <p:bldP spid="31" grpId="0" animBg="1"/>
      <p:bldP spid="32" grpId="0" build="p">
        <p:tmplLst>
          <p:tmpl lvl="1">
            <p:tnLst>
              <p:par>
                <p:cTn presetID="2" presetClass="entr" presetSubtype="4" decel="100000" fill="hold" nodeType="withEffect">
                  <p:stCondLst>
                    <p:cond delay="5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build="p">
        <p:tmplLst>
          <p:tmpl lvl="1">
            <p:tnLst>
              <p:par>
                <p:cTn presetID="2" presetClass="entr" presetSubtype="4"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P spid="34" grpId="0" animBg="1"/>
      <p:bldP spid="35" grpId="0" build="p">
        <p:tmplLst>
          <p:tmpl lvl="1">
            <p:tnLst>
              <p:par>
                <p:cTn presetID="2" presetClass="entr" presetSubtype="4" decel="10000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History timelin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アーチ 4"/>
          <p:cNvSpPr/>
          <p:nvPr userDrawn="1"/>
        </p:nvSpPr>
        <p:spPr>
          <a:xfrm rot="4617169">
            <a:off x="588794" y="5409182"/>
            <a:ext cx="1060678" cy="1079542"/>
          </a:xfrm>
          <a:custGeom>
            <a:avLst/>
            <a:gdLst/>
            <a:ahLst/>
            <a:cxnLst/>
            <a:rect l="l" t="t" r="r" b="b"/>
            <a:pathLst>
              <a:path w="1060678" h="1079542">
                <a:moveTo>
                  <a:pt x="0" y="403821"/>
                </a:moveTo>
                <a:cubicBezTo>
                  <a:pt x="49928" y="204954"/>
                  <a:pt x="212205" y="48210"/>
                  <a:pt x="421631" y="9189"/>
                </a:cubicBezTo>
                <a:cubicBezTo>
                  <a:pt x="677346" y="-38457"/>
                  <a:pt x="930695" y="102950"/>
                  <a:pt x="1024375" y="345611"/>
                </a:cubicBezTo>
                <a:cubicBezTo>
                  <a:pt x="1118055" y="588272"/>
                  <a:pt x="1025447" y="863236"/>
                  <a:pt x="804051" y="999780"/>
                </a:cubicBezTo>
                <a:cubicBezTo>
                  <a:pt x="679200" y="1076781"/>
                  <a:pt x="533398" y="1097424"/>
                  <a:pt x="399074" y="1064336"/>
                </a:cubicBezTo>
                <a:lnTo>
                  <a:pt x="409963" y="1017346"/>
                </a:lnTo>
                <a:cubicBezTo>
                  <a:pt x="532246" y="1047467"/>
                  <a:pt x="664978" y="1028674"/>
                  <a:pt x="778638" y="958576"/>
                </a:cubicBezTo>
                <a:cubicBezTo>
                  <a:pt x="980188" y="834272"/>
                  <a:pt x="1064494" y="583956"/>
                  <a:pt x="979212" y="363047"/>
                </a:cubicBezTo>
                <a:cubicBezTo>
                  <a:pt x="893930" y="142138"/>
                  <a:pt x="663291" y="13407"/>
                  <a:pt x="430498" y="56782"/>
                </a:cubicBezTo>
                <a:cubicBezTo>
                  <a:pt x="240313" y="92218"/>
                  <a:pt x="92840" y="234299"/>
                  <a:pt x="47020" y="41471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 name="正方形/長方形 5"/>
          <p:cNvSpPr/>
          <p:nvPr userDrawn="1"/>
        </p:nvSpPr>
        <p:spPr>
          <a:xfrm>
            <a:off x="0" y="5922288"/>
            <a:ext cx="62736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p:cNvSpPr/>
          <p:nvPr userDrawn="1"/>
        </p:nvSpPr>
        <p:spPr>
          <a:xfrm rot="5400000">
            <a:off x="188522" y="4473913"/>
            <a:ext cx="1906939"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36"/>
          <p:cNvSpPr/>
          <p:nvPr userDrawn="1"/>
        </p:nvSpPr>
        <p:spPr>
          <a:xfrm>
            <a:off x="1014991" y="3416303"/>
            <a:ext cx="254000" cy="25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楕円 37"/>
          <p:cNvSpPr/>
          <p:nvPr userDrawn="1"/>
        </p:nvSpPr>
        <p:spPr>
          <a:xfrm flipV="1">
            <a:off x="908574" y="5735600"/>
            <a:ext cx="419097" cy="41909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p:cNvSpPr/>
          <p:nvPr userDrawn="1"/>
        </p:nvSpPr>
        <p:spPr>
          <a:xfrm flipV="1">
            <a:off x="1327671" y="5922288"/>
            <a:ext cx="2545830"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アーチ 4"/>
          <p:cNvSpPr/>
          <p:nvPr userDrawn="1"/>
        </p:nvSpPr>
        <p:spPr>
          <a:xfrm rot="16982831" flipV="1">
            <a:off x="3836818" y="5396259"/>
            <a:ext cx="1060678" cy="1079542"/>
          </a:xfrm>
          <a:custGeom>
            <a:avLst/>
            <a:gdLst/>
            <a:ahLst/>
            <a:cxnLst/>
            <a:rect l="l" t="t" r="r" b="b"/>
            <a:pathLst>
              <a:path w="1060678" h="1079542">
                <a:moveTo>
                  <a:pt x="0" y="403821"/>
                </a:moveTo>
                <a:cubicBezTo>
                  <a:pt x="49928" y="204954"/>
                  <a:pt x="212205" y="48210"/>
                  <a:pt x="421631" y="9189"/>
                </a:cubicBezTo>
                <a:cubicBezTo>
                  <a:pt x="677346" y="-38457"/>
                  <a:pt x="930695" y="102950"/>
                  <a:pt x="1024375" y="345611"/>
                </a:cubicBezTo>
                <a:cubicBezTo>
                  <a:pt x="1118055" y="588272"/>
                  <a:pt x="1025447" y="863236"/>
                  <a:pt x="804051" y="999780"/>
                </a:cubicBezTo>
                <a:cubicBezTo>
                  <a:pt x="679200" y="1076781"/>
                  <a:pt x="533398" y="1097424"/>
                  <a:pt x="399074" y="1064336"/>
                </a:cubicBezTo>
                <a:lnTo>
                  <a:pt x="409963" y="1017346"/>
                </a:lnTo>
                <a:cubicBezTo>
                  <a:pt x="532246" y="1047467"/>
                  <a:pt x="664978" y="1028674"/>
                  <a:pt x="778638" y="958576"/>
                </a:cubicBezTo>
                <a:cubicBezTo>
                  <a:pt x="980188" y="834272"/>
                  <a:pt x="1064494" y="583956"/>
                  <a:pt x="979212" y="363047"/>
                </a:cubicBezTo>
                <a:cubicBezTo>
                  <a:pt x="893930" y="142138"/>
                  <a:pt x="663291" y="13407"/>
                  <a:pt x="430498" y="56782"/>
                </a:cubicBezTo>
                <a:cubicBezTo>
                  <a:pt x="240313" y="92218"/>
                  <a:pt x="92840" y="234299"/>
                  <a:pt x="47020" y="414718"/>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正方形/長方形 40"/>
          <p:cNvSpPr/>
          <p:nvPr userDrawn="1"/>
        </p:nvSpPr>
        <p:spPr>
          <a:xfrm rot="16200000" flipV="1">
            <a:off x="3436546" y="7365351"/>
            <a:ext cx="190693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円/楕円 41"/>
          <p:cNvSpPr/>
          <p:nvPr userDrawn="1"/>
        </p:nvSpPr>
        <p:spPr>
          <a:xfrm flipV="1">
            <a:off x="4263015" y="8214680"/>
            <a:ext cx="254000" cy="254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円/楕円 47"/>
          <p:cNvSpPr/>
          <p:nvPr userDrawn="1"/>
        </p:nvSpPr>
        <p:spPr>
          <a:xfrm>
            <a:off x="4161415" y="5734608"/>
            <a:ext cx="419097" cy="41909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p:cNvSpPr/>
          <p:nvPr userDrawn="1"/>
        </p:nvSpPr>
        <p:spPr>
          <a:xfrm>
            <a:off x="4580512" y="5921298"/>
            <a:ext cx="254583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アーチ 4"/>
          <p:cNvSpPr/>
          <p:nvPr userDrawn="1"/>
        </p:nvSpPr>
        <p:spPr>
          <a:xfrm rot="4617169">
            <a:off x="7089659" y="5413504"/>
            <a:ext cx="1060678" cy="1079542"/>
          </a:xfrm>
          <a:custGeom>
            <a:avLst/>
            <a:gdLst/>
            <a:ahLst/>
            <a:cxnLst/>
            <a:rect l="l" t="t" r="r" b="b"/>
            <a:pathLst>
              <a:path w="1060678" h="1079542">
                <a:moveTo>
                  <a:pt x="0" y="403821"/>
                </a:moveTo>
                <a:cubicBezTo>
                  <a:pt x="49928" y="204954"/>
                  <a:pt x="212205" y="48210"/>
                  <a:pt x="421631" y="9189"/>
                </a:cubicBezTo>
                <a:cubicBezTo>
                  <a:pt x="677346" y="-38457"/>
                  <a:pt x="930695" y="102950"/>
                  <a:pt x="1024375" y="345611"/>
                </a:cubicBezTo>
                <a:cubicBezTo>
                  <a:pt x="1118055" y="588272"/>
                  <a:pt x="1025447" y="863236"/>
                  <a:pt x="804051" y="999780"/>
                </a:cubicBezTo>
                <a:cubicBezTo>
                  <a:pt x="679200" y="1076781"/>
                  <a:pt x="533398" y="1097424"/>
                  <a:pt x="399074" y="1064336"/>
                </a:cubicBezTo>
                <a:lnTo>
                  <a:pt x="409963" y="1017346"/>
                </a:lnTo>
                <a:cubicBezTo>
                  <a:pt x="532246" y="1047467"/>
                  <a:pt x="664978" y="1028674"/>
                  <a:pt x="778638" y="958576"/>
                </a:cubicBezTo>
                <a:cubicBezTo>
                  <a:pt x="980188" y="834272"/>
                  <a:pt x="1064494" y="583956"/>
                  <a:pt x="979212" y="363047"/>
                </a:cubicBezTo>
                <a:cubicBezTo>
                  <a:pt x="893930" y="142138"/>
                  <a:pt x="663291" y="13407"/>
                  <a:pt x="430498" y="56782"/>
                </a:cubicBezTo>
                <a:cubicBezTo>
                  <a:pt x="240313" y="92218"/>
                  <a:pt x="92840" y="234299"/>
                  <a:pt x="47020" y="41471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1" name="正方形/長方形 50"/>
          <p:cNvSpPr/>
          <p:nvPr userDrawn="1"/>
        </p:nvSpPr>
        <p:spPr>
          <a:xfrm rot="5400000">
            <a:off x="6689387" y="4478235"/>
            <a:ext cx="1906939"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1"/>
          <p:cNvSpPr/>
          <p:nvPr userDrawn="1"/>
        </p:nvSpPr>
        <p:spPr>
          <a:xfrm>
            <a:off x="7515856" y="3420625"/>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53"/>
          <p:cNvSpPr/>
          <p:nvPr userDrawn="1"/>
        </p:nvSpPr>
        <p:spPr>
          <a:xfrm flipV="1">
            <a:off x="7420581" y="5735600"/>
            <a:ext cx="419097" cy="41909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p:cNvSpPr/>
          <p:nvPr userDrawn="1"/>
        </p:nvSpPr>
        <p:spPr>
          <a:xfrm flipV="1">
            <a:off x="7839678" y="5922288"/>
            <a:ext cx="254583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アーチ 4"/>
          <p:cNvSpPr/>
          <p:nvPr userDrawn="1"/>
        </p:nvSpPr>
        <p:spPr>
          <a:xfrm rot="16982831" flipV="1">
            <a:off x="10348825" y="5396259"/>
            <a:ext cx="1060678" cy="1079542"/>
          </a:xfrm>
          <a:custGeom>
            <a:avLst/>
            <a:gdLst/>
            <a:ahLst/>
            <a:cxnLst/>
            <a:rect l="l" t="t" r="r" b="b"/>
            <a:pathLst>
              <a:path w="1060678" h="1079542">
                <a:moveTo>
                  <a:pt x="0" y="403821"/>
                </a:moveTo>
                <a:cubicBezTo>
                  <a:pt x="49928" y="204954"/>
                  <a:pt x="212205" y="48210"/>
                  <a:pt x="421631" y="9189"/>
                </a:cubicBezTo>
                <a:cubicBezTo>
                  <a:pt x="677346" y="-38457"/>
                  <a:pt x="930695" y="102950"/>
                  <a:pt x="1024375" y="345611"/>
                </a:cubicBezTo>
                <a:cubicBezTo>
                  <a:pt x="1118055" y="588272"/>
                  <a:pt x="1025447" y="863236"/>
                  <a:pt x="804051" y="999780"/>
                </a:cubicBezTo>
                <a:cubicBezTo>
                  <a:pt x="679200" y="1076781"/>
                  <a:pt x="533398" y="1097424"/>
                  <a:pt x="399074" y="1064336"/>
                </a:cubicBezTo>
                <a:lnTo>
                  <a:pt x="409963" y="1017346"/>
                </a:lnTo>
                <a:cubicBezTo>
                  <a:pt x="532246" y="1047467"/>
                  <a:pt x="664978" y="1028674"/>
                  <a:pt x="778638" y="958576"/>
                </a:cubicBezTo>
                <a:cubicBezTo>
                  <a:pt x="980188" y="834272"/>
                  <a:pt x="1064494" y="583956"/>
                  <a:pt x="979212" y="363047"/>
                </a:cubicBezTo>
                <a:cubicBezTo>
                  <a:pt x="893930" y="142138"/>
                  <a:pt x="663291" y="13407"/>
                  <a:pt x="430498" y="56782"/>
                </a:cubicBezTo>
                <a:cubicBezTo>
                  <a:pt x="240313" y="92218"/>
                  <a:pt x="92840" y="234299"/>
                  <a:pt x="47020" y="414718"/>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7" name="正方形/長方形 56"/>
          <p:cNvSpPr/>
          <p:nvPr userDrawn="1"/>
        </p:nvSpPr>
        <p:spPr>
          <a:xfrm rot="16200000" flipV="1">
            <a:off x="9948553" y="7365351"/>
            <a:ext cx="1906939"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円/楕円 57"/>
          <p:cNvSpPr/>
          <p:nvPr userDrawn="1"/>
        </p:nvSpPr>
        <p:spPr>
          <a:xfrm flipV="1">
            <a:off x="10775022" y="8214680"/>
            <a:ext cx="254000" cy="25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p:cNvSpPr/>
          <p:nvPr userDrawn="1"/>
        </p:nvSpPr>
        <p:spPr>
          <a:xfrm>
            <a:off x="10673422" y="5734608"/>
            <a:ext cx="419097" cy="41909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p:cNvSpPr/>
          <p:nvPr userDrawn="1"/>
        </p:nvSpPr>
        <p:spPr>
          <a:xfrm>
            <a:off x="11092519" y="5921298"/>
            <a:ext cx="254583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アーチ 4"/>
          <p:cNvSpPr/>
          <p:nvPr userDrawn="1"/>
        </p:nvSpPr>
        <p:spPr>
          <a:xfrm rot="4617169">
            <a:off x="13601666" y="5413504"/>
            <a:ext cx="1060678" cy="1079542"/>
          </a:xfrm>
          <a:custGeom>
            <a:avLst/>
            <a:gdLst/>
            <a:ahLst/>
            <a:cxnLst/>
            <a:rect l="l" t="t" r="r" b="b"/>
            <a:pathLst>
              <a:path w="1060678" h="1079542">
                <a:moveTo>
                  <a:pt x="0" y="403821"/>
                </a:moveTo>
                <a:cubicBezTo>
                  <a:pt x="49928" y="204954"/>
                  <a:pt x="212205" y="48210"/>
                  <a:pt x="421631" y="9189"/>
                </a:cubicBezTo>
                <a:cubicBezTo>
                  <a:pt x="677346" y="-38457"/>
                  <a:pt x="930695" y="102950"/>
                  <a:pt x="1024375" y="345611"/>
                </a:cubicBezTo>
                <a:cubicBezTo>
                  <a:pt x="1118055" y="588272"/>
                  <a:pt x="1025447" y="863236"/>
                  <a:pt x="804051" y="999780"/>
                </a:cubicBezTo>
                <a:cubicBezTo>
                  <a:pt x="679200" y="1076781"/>
                  <a:pt x="533398" y="1097424"/>
                  <a:pt x="399074" y="1064336"/>
                </a:cubicBezTo>
                <a:lnTo>
                  <a:pt x="409963" y="1017346"/>
                </a:lnTo>
                <a:cubicBezTo>
                  <a:pt x="532246" y="1047467"/>
                  <a:pt x="664978" y="1028674"/>
                  <a:pt x="778638" y="958576"/>
                </a:cubicBezTo>
                <a:cubicBezTo>
                  <a:pt x="980188" y="834272"/>
                  <a:pt x="1064494" y="583956"/>
                  <a:pt x="979212" y="363047"/>
                </a:cubicBezTo>
                <a:cubicBezTo>
                  <a:pt x="893930" y="142138"/>
                  <a:pt x="663291" y="13407"/>
                  <a:pt x="430498" y="56782"/>
                </a:cubicBezTo>
                <a:cubicBezTo>
                  <a:pt x="240313" y="92218"/>
                  <a:pt x="92840" y="234299"/>
                  <a:pt x="47020" y="41471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3" name="正方形/長方形 62"/>
          <p:cNvSpPr/>
          <p:nvPr userDrawn="1"/>
        </p:nvSpPr>
        <p:spPr>
          <a:xfrm rot="5400000">
            <a:off x="13201394" y="4478235"/>
            <a:ext cx="1906939"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63"/>
          <p:cNvSpPr/>
          <p:nvPr userDrawn="1"/>
        </p:nvSpPr>
        <p:spPr>
          <a:xfrm>
            <a:off x="14027863" y="3420625"/>
            <a:ext cx="254000" cy="254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65"/>
          <p:cNvSpPr/>
          <p:nvPr userDrawn="1"/>
        </p:nvSpPr>
        <p:spPr>
          <a:xfrm flipV="1">
            <a:off x="13928051" y="5735600"/>
            <a:ext cx="419097" cy="4190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6"/>
              </a:solidFill>
            </a:endParaRPr>
          </a:p>
        </p:txBody>
      </p:sp>
      <p:sp>
        <p:nvSpPr>
          <p:cNvPr id="71" name="テキスト プレースホルダー 6"/>
          <p:cNvSpPr>
            <a:spLocks noGrp="1"/>
          </p:cNvSpPr>
          <p:nvPr>
            <p:ph type="body" sz="quarter" idx="21" hasCustomPrompt="1"/>
          </p:nvPr>
        </p:nvSpPr>
        <p:spPr>
          <a:xfrm>
            <a:off x="1327671" y="3270347"/>
            <a:ext cx="3678319" cy="720080"/>
          </a:xfrm>
        </p:spPr>
        <p:txBody>
          <a:bodyPr anchor="b">
            <a:noAutofit/>
          </a:bodyPr>
          <a:lstStyle>
            <a:lvl1pPr algn="l">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72" name="テキスト プレースホルダー 6"/>
          <p:cNvSpPr>
            <a:spLocks noGrp="1"/>
          </p:cNvSpPr>
          <p:nvPr>
            <p:ph type="body" sz="quarter" idx="24" hasCustomPrompt="1"/>
          </p:nvPr>
        </p:nvSpPr>
        <p:spPr>
          <a:xfrm>
            <a:off x="1334401" y="4025991"/>
            <a:ext cx="3678319" cy="123456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73" name="正方形/長方形 72"/>
          <p:cNvSpPr/>
          <p:nvPr userDrawn="1"/>
        </p:nvSpPr>
        <p:spPr>
          <a:xfrm>
            <a:off x="1477604" y="3928583"/>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プレースホルダー 6"/>
          <p:cNvSpPr>
            <a:spLocks noGrp="1"/>
          </p:cNvSpPr>
          <p:nvPr>
            <p:ph type="body" sz="quarter" idx="20" hasCustomPrompt="1"/>
          </p:nvPr>
        </p:nvSpPr>
        <p:spPr>
          <a:xfrm>
            <a:off x="291646" y="2688817"/>
            <a:ext cx="1746409" cy="720080"/>
          </a:xfrm>
        </p:spPr>
        <p:txBody>
          <a:bodyPr anchor="t">
            <a:noAutofit/>
          </a:bodyPr>
          <a:lstStyle>
            <a:lvl1pPr algn="ctr">
              <a:defRPr sz="3200" i="1" baseline="0">
                <a:solidFill>
                  <a:schemeClr val="accent1">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75" name="テキスト プレースホルダー 6"/>
          <p:cNvSpPr>
            <a:spLocks noGrp="1"/>
          </p:cNvSpPr>
          <p:nvPr>
            <p:ph type="body" sz="quarter" idx="25" hasCustomPrompt="1"/>
          </p:nvPr>
        </p:nvSpPr>
        <p:spPr>
          <a:xfrm>
            <a:off x="7814278" y="3270347"/>
            <a:ext cx="3678319" cy="720080"/>
          </a:xfrm>
        </p:spPr>
        <p:txBody>
          <a:bodyPr anchor="b">
            <a:noAutofit/>
          </a:bodyPr>
          <a:lstStyle>
            <a:lvl1pPr algn="l">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76" name="テキスト プレースホルダー 6"/>
          <p:cNvSpPr>
            <a:spLocks noGrp="1"/>
          </p:cNvSpPr>
          <p:nvPr>
            <p:ph type="body" sz="quarter" idx="26" hasCustomPrompt="1"/>
          </p:nvPr>
        </p:nvSpPr>
        <p:spPr>
          <a:xfrm>
            <a:off x="7821008" y="4025991"/>
            <a:ext cx="3678319" cy="123456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77" name="正方形/長方形 76"/>
          <p:cNvSpPr/>
          <p:nvPr userDrawn="1"/>
        </p:nvSpPr>
        <p:spPr>
          <a:xfrm>
            <a:off x="7964211" y="3928583"/>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プレースホルダー 6"/>
          <p:cNvSpPr>
            <a:spLocks noGrp="1"/>
          </p:cNvSpPr>
          <p:nvPr>
            <p:ph type="body" sz="quarter" idx="27" hasCustomPrompt="1"/>
          </p:nvPr>
        </p:nvSpPr>
        <p:spPr>
          <a:xfrm>
            <a:off x="6778253" y="2688817"/>
            <a:ext cx="1746409" cy="720080"/>
          </a:xfrm>
        </p:spPr>
        <p:txBody>
          <a:bodyPr anchor="t">
            <a:noAutofit/>
          </a:bodyPr>
          <a:lstStyle>
            <a:lvl1pPr algn="ctr">
              <a:defRPr sz="3200" i="1" baseline="0">
                <a:solidFill>
                  <a:schemeClr val="accent2">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79" name="テキスト プレースホルダー 6"/>
          <p:cNvSpPr>
            <a:spLocks noGrp="1"/>
          </p:cNvSpPr>
          <p:nvPr>
            <p:ph type="body" sz="quarter" idx="28" hasCustomPrompt="1"/>
          </p:nvPr>
        </p:nvSpPr>
        <p:spPr>
          <a:xfrm>
            <a:off x="14324839" y="3270347"/>
            <a:ext cx="3678319" cy="720080"/>
          </a:xfrm>
        </p:spPr>
        <p:txBody>
          <a:bodyPr anchor="b">
            <a:noAutofit/>
          </a:bodyPr>
          <a:lstStyle>
            <a:lvl1pPr algn="l">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80" name="テキスト プレースホルダー 6"/>
          <p:cNvSpPr>
            <a:spLocks noGrp="1"/>
          </p:cNvSpPr>
          <p:nvPr>
            <p:ph type="body" sz="quarter" idx="29" hasCustomPrompt="1"/>
          </p:nvPr>
        </p:nvSpPr>
        <p:spPr>
          <a:xfrm>
            <a:off x="14331569" y="4025991"/>
            <a:ext cx="3678319" cy="123456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81" name="正方形/長方形 80"/>
          <p:cNvSpPr/>
          <p:nvPr userDrawn="1"/>
        </p:nvSpPr>
        <p:spPr>
          <a:xfrm>
            <a:off x="14474772" y="3928583"/>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テキスト プレースホルダー 6"/>
          <p:cNvSpPr>
            <a:spLocks noGrp="1"/>
          </p:cNvSpPr>
          <p:nvPr>
            <p:ph type="body" sz="quarter" idx="30" hasCustomPrompt="1"/>
          </p:nvPr>
        </p:nvSpPr>
        <p:spPr>
          <a:xfrm>
            <a:off x="13288814" y="2688817"/>
            <a:ext cx="1746409" cy="720080"/>
          </a:xfrm>
        </p:spPr>
        <p:txBody>
          <a:bodyPr anchor="t">
            <a:noAutofit/>
          </a:bodyPr>
          <a:lstStyle>
            <a:lvl1pPr algn="ctr">
              <a:defRPr sz="3200" i="1" baseline="0">
                <a:solidFill>
                  <a:schemeClr val="accent5">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83" name="テキスト プレースホルダー 6"/>
          <p:cNvSpPr>
            <a:spLocks noGrp="1"/>
          </p:cNvSpPr>
          <p:nvPr>
            <p:ph type="body" sz="quarter" idx="31" hasCustomPrompt="1"/>
          </p:nvPr>
        </p:nvSpPr>
        <p:spPr>
          <a:xfrm>
            <a:off x="4580512" y="6632566"/>
            <a:ext cx="3678319" cy="720080"/>
          </a:xfrm>
        </p:spPr>
        <p:txBody>
          <a:bodyPr anchor="b">
            <a:noAutofit/>
          </a:bodyPr>
          <a:lstStyle>
            <a:lvl1pPr algn="l">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84" name="テキスト プレースホルダー 6"/>
          <p:cNvSpPr>
            <a:spLocks noGrp="1"/>
          </p:cNvSpPr>
          <p:nvPr>
            <p:ph type="body" sz="quarter" idx="32" hasCustomPrompt="1"/>
          </p:nvPr>
        </p:nvSpPr>
        <p:spPr>
          <a:xfrm>
            <a:off x="4587242" y="7388210"/>
            <a:ext cx="3678319" cy="123456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85" name="正方形/長方形 84"/>
          <p:cNvSpPr/>
          <p:nvPr userDrawn="1"/>
        </p:nvSpPr>
        <p:spPr>
          <a:xfrm>
            <a:off x="4730445" y="729080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テキスト プレースホルダー 6"/>
          <p:cNvSpPr>
            <a:spLocks noGrp="1"/>
          </p:cNvSpPr>
          <p:nvPr>
            <p:ph type="body" sz="quarter" idx="33" hasCustomPrompt="1"/>
          </p:nvPr>
        </p:nvSpPr>
        <p:spPr>
          <a:xfrm>
            <a:off x="3519087" y="8462885"/>
            <a:ext cx="1746409" cy="720080"/>
          </a:xfrm>
        </p:spPr>
        <p:txBody>
          <a:bodyPr anchor="t">
            <a:noAutofit/>
          </a:bodyPr>
          <a:lstStyle>
            <a:lvl1pPr algn="ctr">
              <a:defRPr sz="3200" i="1" baseline="0">
                <a:solidFill>
                  <a:schemeClr val="accent3">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87" name="テキスト プレースホルダー 6"/>
          <p:cNvSpPr>
            <a:spLocks noGrp="1"/>
          </p:cNvSpPr>
          <p:nvPr>
            <p:ph type="body" sz="quarter" idx="34" hasCustomPrompt="1"/>
          </p:nvPr>
        </p:nvSpPr>
        <p:spPr>
          <a:xfrm>
            <a:off x="11096241" y="6632566"/>
            <a:ext cx="3678319" cy="720080"/>
          </a:xfrm>
        </p:spPr>
        <p:txBody>
          <a:bodyPr anchor="b">
            <a:noAutofit/>
          </a:bodyPr>
          <a:lstStyle>
            <a:lvl1pPr algn="l">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88" name="テキスト プレースホルダー 6"/>
          <p:cNvSpPr>
            <a:spLocks noGrp="1"/>
          </p:cNvSpPr>
          <p:nvPr>
            <p:ph type="body" sz="quarter" idx="35" hasCustomPrompt="1"/>
          </p:nvPr>
        </p:nvSpPr>
        <p:spPr>
          <a:xfrm>
            <a:off x="11102971" y="7388210"/>
            <a:ext cx="3678319" cy="123456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89" name="正方形/長方形 88"/>
          <p:cNvSpPr/>
          <p:nvPr userDrawn="1"/>
        </p:nvSpPr>
        <p:spPr>
          <a:xfrm>
            <a:off x="11246174" y="7290802"/>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テキスト プレースホルダー 6"/>
          <p:cNvSpPr>
            <a:spLocks noGrp="1"/>
          </p:cNvSpPr>
          <p:nvPr>
            <p:ph type="body" sz="quarter" idx="36" hasCustomPrompt="1"/>
          </p:nvPr>
        </p:nvSpPr>
        <p:spPr>
          <a:xfrm>
            <a:off x="10034816" y="8462885"/>
            <a:ext cx="1746409" cy="720080"/>
          </a:xfrm>
        </p:spPr>
        <p:txBody>
          <a:bodyPr anchor="t">
            <a:noAutofit/>
          </a:bodyPr>
          <a:lstStyle>
            <a:lvl1pPr algn="ctr">
              <a:defRPr sz="3200" i="1" baseline="0">
                <a:solidFill>
                  <a:schemeClr val="accent4">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67" name="正方形/長方形 66"/>
          <p:cNvSpPr/>
          <p:nvPr userDrawn="1"/>
        </p:nvSpPr>
        <p:spPr>
          <a:xfrm flipV="1">
            <a:off x="14347147" y="5922286"/>
            <a:ext cx="3939266" cy="457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6"/>
              </a:solidFill>
            </a:endParaRPr>
          </a:p>
        </p:txBody>
      </p:sp>
    </p:spTree>
    <p:extLst>
      <p:ext uri="{BB962C8B-B14F-4D97-AF65-F5344CB8AC3E}">
        <p14:creationId xmlns:p14="http://schemas.microsoft.com/office/powerpoint/2010/main" val="280952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par>
                          <p:cTn id="16" fill="hold">
                            <p:stCondLst>
                              <p:cond delay="1000"/>
                            </p:stCondLst>
                            <p:childTnLst>
                              <p:par>
                                <p:cTn id="17" presetID="49" presetClass="entr" presetSubtype="0" decel="10000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 calcmode="lin" valueType="num">
                                      <p:cBhvr>
                                        <p:cTn id="21" dur="500" fill="hold"/>
                                        <p:tgtEl>
                                          <p:spTgt spid="5"/>
                                        </p:tgtEl>
                                        <p:attrNameLst>
                                          <p:attrName>style.rotation</p:attrName>
                                        </p:attrNameLst>
                                      </p:cBhvr>
                                      <p:tavLst>
                                        <p:tav tm="0">
                                          <p:val>
                                            <p:fltVal val="360"/>
                                          </p:val>
                                        </p:tav>
                                        <p:tav tm="100000">
                                          <p:val>
                                            <p:fltVal val="0"/>
                                          </p:val>
                                        </p:tav>
                                      </p:tavLst>
                                    </p:anim>
                                    <p:animEffect transition="in" filter="fade">
                                      <p:cBhvr>
                                        <p:cTn id="22" dur="500"/>
                                        <p:tgtEl>
                                          <p:spTgt spid="5"/>
                                        </p:tgtEl>
                                      </p:cBhvr>
                                    </p:animEffect>
                                  </p:childTnLst>
                                </p:cTn>
                              </p:par>
                            </p:childTnLst>
                          </p:cTn>
                        </p:par>
                        <p:par>
                          <p:cTn id="23" fill="hold">
                            <p:stCondLst>
                              <p:cond delay="1500"/>
                            </p:stCondLst>
                            <p:childTnLst>
                              <p:par>
                                <p:cTn id="24" presetID="22" presetClass="entr" presetSubtype="4" fill="hold" grpId="0" nodeType="after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wipe(down)">
                                      <p:cBhvr>
                                        <p:cTn id="26" dur="500"/>
                                        <p:tgtEl>
                                          <p:spTgt spid="36"/>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par>
                          <p:cTn id="31" fill="hold">
                            <p:stCondLst>
                              <p:cond delay="2500"/>
                            </p:stCondLst>
                            <p:childTnLst>
                              <p:par>
                                <p:cTn id="32" presetID="22" presetClass="entr" presetSubtype="8" fill="hold" grpId="0" nodeType="afterEffect">
                                  <p:stCondLst>
                                    <p:cond delay="0"/>
                                  </p:stCondLst>
                                  <p:iterate type="lt">
                                    <p:tmPct val="10000"/>
                                  </p:iterate>
                                  <p:childTnLst>
                                    <p:set>
                                      <p:cBhvr>
                                        <p:cTn id="33" dur="1" fill="hold">
                                          <p:stCondLst>
                                            <p:cond delay="0"/>
                                          </p:stCondLst>
                                        </p:cTn>
                                        <p:tgtEl>
                                          <p:spTgt spid="74">
                                            <p:txEl>
                                              <p:pRg st="0" end="0"/>
                                            </p:txEl>
                                          </p:spTgt>
                                        </p:tgtEl>
                                        <p:attrNameLst>
                                          <p:attrName>style.visibility</p:attrName>
                                        </p:attrNameLst>
                                      </p:cBhvr>
                                      <p:to>
                                        <p:strVal val="visible"/>
                                      </p:to>
                                    </p:set>
                                    <p:animEffect transition="in" filter="wipe(left)">
                                      <p:cBhvr>
                                        <p:cTn id="34" dur="500"/>
                                        <p:tgtEl>
                                          <p:spTgt spid="74">
                                            <p:txEl>
                                              <p:pRg st="0" end="0"/>
                                            </p:txEl>
                                          </p:spTgt>
                                        </p:tgtEl>
                                      </p:cBhvr>
                                    </p:animEffect>
                                  </p:childTnLst>
                                </p:cTn>
                              </p:par>
                            </p:childTnLst>
                          </p:cTn>
                        </p:par>
                        <p:par>
                          <p:cTn id="35" fill="hold">
                            <p:stCondLst>
                              <p:cond delay="3150"/>
                            </p:stCondLst>
                            <p:childTnLst>
                              <p:par>
                                <p:cTn id="36" presetID="2" presetClass="entr" presetSubtype="2" decel="100000" fill="hold" grpId="0" nodeType="afterEffect">
                                  <p:stCondLst>
                                    <p:cond delay="0"/>
                                  </p:stCondLst>
                                  <p:childTnLst>
                                    <p:set>
                                      <p:cBhvr>
                                        <p:cTn id="37" dur="1" fill="hold">
                                          <p:stCondLst>
                                            <p:cond delay="0"/>
                                          </p:stCondLst>
                                        </p:cTn>
                                        <p:tgtEl>
                                          <p:spTgt spid="71">
                                            <p:txEl>
                                              <p:pRg st="0" end="0"/>
                                            </p:txEl>
                                          </p:spTgt>
                                        </p:tgtEl>
                                        <p:attrNameLst>
                                          <p:attrName>style.visibility</p:attrName>
                                        </p:attrNameLst>
                                      </p:cBhvr>
                                      <p:to>
                                        <p:strVal val="visible"/>
                                      </p:to>
                                    </p:set>
                                    <p:anim calcmode="lin" valueType="num">
                                      <p:cBhvr additive="base">
                                        <p:cTn id="38" dur="750" fill="hold"/>
                                        <p:tgtEl>
                                          <p:spTgt spid="71">
                                            <p:txEl>
                                              <p:pRg st="0" end="0"/>
                                            </p:txEl>
                                          </p:spTgt>
                                        </p:tgtEl>
                                        <p:attrNameLst>
                                          <p:attrName>ppt_x</p:attrName>
                                        </p:attrNameLst>
                                      </p:cBhvr>
                                      <p:tavLst>
                                        <p:tav tm="0">
                                          <p:val>
                                            <p:strVal val="1+#ppt_w/2"/>
                                          </p:val>
                                        </p:tav>
                                        <p:tav tm="100000">
                                          <p:val>
                                            <p:strVal val="#ppt_x"/>
                                          </p:val>
                                        </p:tav>
                                      </p:tavLst>
                                    </p:anim>
                                    <p:anim calcmode="lin" valueType="num">
                                      <p:cBhvr additive="base">
                                        <p:cTn id="39" dur="750" fill="hold"/>
                                        <p:tgtEl>
                                          <p:spTgt spid="71">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2" decel="100000" fill="hold" grpId="0" nodeType="withEffect">
                                  <p:stCondLst>
                                    <p:cond delay="0"/>
                                  </p:stCondLst>
                                  <p:childTnLst>
                                    <p:set>
                                      <p:cBhvr>
                                        <p:cTn id="41" dur="1" fill="hold">
                                          <p:stCondLst>
                                            <p:cond delay="0"/>
                                          </p:stCondLst>
                                        </p:cTn>
                                        <p:tgtEl>
                                          <p:spTgt spid="73"/>
                                        </p:tgtEl>
                                        <p:attrNameLst>
                                          <p:attrName>style.visibility</p:attrName>
                                        </p:attrNameLst>
                                      </p:cBhvr>
                                      <p:to>
                                        <p:strVal val="visible"/>
                                      </p:to>
                                    </p:set>
                                    <p:anim calcmode="lin" valueType="num">
                                      <p:cBhvr additive="base">
                                        <p:cTn id="42" dur="750" fill="hold"/>
                                        <p:tgtEl>
                                          <p:spTgt spid="73"/>
                                        </p:tgtEl>
                                        <p:attrNameLst>
                                          <p:attrName>ppt_x</p:attrName>
                                        </p:attrNameLst>
                                      </p:cBhvr>
                                      <p:tavLst>
                                        <p:tav tm="0">
                                          <p:val>
                                            <p:strVal val="1+#ppt_w/2"/>
                                          </p:val>
                                        </p:tav>
                                        <p:tav tm="100000">
                                          <p:val>
                                            <p:strVal val="#ppt_x"/>
                                          </p:val>
                                        </p:tav>
                                      </p:tavLst>
                                    </p:anim>
                                    <p:anim calcmode="lin" valueType="num">
                                      <p:cBhvr additive="base">
                                        <p:cTn id="43" dur="750" fill="hold"/>
                                        <p:tgtEl>
                                          <p:spTgt spid="73"/>
                                        </p:tgtEl>
                                        <p:attrNameLst>
                                          <p:attrName>ppt_y</p:attrName>
                                        </p:attrNameLst>
                                      </p:cBhvr>
                                      <p:tavLst>
                                        <p:tav tm="0">
                                          <p:val>
                                            <p:strVal val="#ppt_y"/>
                                          </p:val>
                                        </p:tav>
                                        <p:tav tm="100000">
                                          <p:val>
                                            <p:strVal val="#ppt_y"/>
                                          </p:val>
                                        </p:tav>
                                      </p:tavLst>
                                    </p:anim>
                                  </p:childTnLst>
                                </p:cTn>
                              </p:par>
                            </p:childTnLst>
                          </p:cTn>
                        </p:par>
                        <p:par>
                          <p:cTn id="44" fill="hold">
                            <p:stCondLst>
                              <p:cond delay="3900"/>
                            </p:stCondLst>
                            <p:childTnLst>
                              <p:par>
                                <p:cTn id="45" presetID="22" presetClass="entr" presetSubtype="8" fill="hold" grpId="0" nodeType="afterEffect">
                                  <p:stCondLst>
                                    <p:cond delay="0"/>
                                  </p:stCondLst>
                                  <p:childTnLst>
                                    <p:set>
                                      <p:cBhvr>
                                        <p:cTn id="46" dur="1" fill="hold">
                                          <p:stCondLst>
                                            <p:cond delay="0"/>
                                          </p:stCondLst>
                                        </p:cTn>
                                        <p:tgtEl>
                                          <p:spTgt spid="72">
                                            <p:txEl>
                                              <p:pRg st="0" end="0"/>
                                            </p:txEl>
                                          </p:spTgt>
                                        </p:tgtEl>
                                        <p:attrNameLst>
                                          <p:attrName>style.visibility</p:attrName>
                                        </p:attrNameLst>
                                      </p:cBhvr>
                                      <p:to>
                                        <p:strVal val="visible"/>
                                      </p:to>
                                    </p:set>
                                    <p:animEffect transition="in" filter="wipe(left)">
                                      <p:cBhvr>
                                        <p:cTn id="47" dur="500"/>
                                        <p:tgtEl>
                                          <p:spTgt spid="72">
                                            <p:txEl>
                                              <p:pRg st="0" end="0"/>
                                            </p:txEl>
                                          </p:spTgt>
                                        </p:tgtEl>
                                      </p:cBhvr>
                                    </p:animEffect>
                                  </p:childTnLst>
                                </p:cTn>
                              </p:par>
                            </p:childTnLst>
                          </p:cTn>
                        </p:par>
                        <p:par>
                          <p:cTn id="48" fill="hold">
                            <p:stCondLst>
                              <p:cond delay="4400"/>
                            </p:stCondLst>
                            <p:childTnLst>
                              <p:par>
                                <p:cTn id="49" presetID="10" presetClass="entr" presetSubtype="0" fill="hold" grpId="0" nodeType="after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500"/>
                                        <p:tgtEl>
                                          <p:spTgt spid="38"/>
                                        </p:tgtEl>
                                      </p:cBhvr>
                                    </p:animEffect>
                                  </p:childTnLst>
                                </p:cTn>
                              </p:par>
                            </p:childTnLst>
                          </p:cTn>
                        </p:par>
                        <p:par>
                          <p:cTn id="52" fill="hold">
                            <p:stCondLst>
                              <p:cond delay="4900"/>
                            </p:stCondLst>
                            <p:childTnLst>
                              <p:par>
                                <p:cTn id="53" presetID="22" presetClass="entr" presetSubtype="8" fill="hold" grpId="0" nodeType="after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left)">
                                      <p:cBhvr>
                                        <p:cTn id="55" dur="500"/>
                                        <p:tgtEl>
                                          <p:spTgt spid="39"/>
                                        </p:tgtEl>
                                      </p:cBhvr>
                                    </p:animEffect>
                                  </p:childTnLst>
                                </p:cTn>
                              </p:par>
                            </p:childTnLst>
                          </p:cTn>
                        </p:par>
                        <p:par>
                          <p:cTn id="56" fill="hold">
                            <p:stCondLst>
                              <p:cond delay="5400"/>
                            </p:stCondLst>
                            <p:childTnLst>
                              <p:par>
                                <p:cTn id="57" presetID="49" presetClass="entr" presetSubtype="0" decel="100000" fill="hold" grpId="0" nodeType="afterEffect">
                                  <p:stCondLst>
                                    <p:cond delay="0"/>
                                  </p:stCondLst>
                                  <p:childTnLst>
                                    <p:set>
                                      <p:cBhvr>
                                        <p:cTn id="58" dur="1" fill="hold">
                                          <p:stCondLst>
                                            <p:cond delay="0"/>
                                          </p:stCondLst>
                                        </p:cTn>
                                        <p:tgtEl>
                                          <p:spTgt spid="40"/>
                                        </p:tgtEl>
                                        <p:attrNameLst>
                                          <p:attrName>style.visibility</p:attrName>
                                        </p:attrNameLst>
                                      </p:cBhvr>
                                      <p:to>
                                        <p:strVal val="visible"/>
                                      </p:to>
                                    </p:set>
                                    <p:anim calcmode="lin" valueType="num">
                                      <p:cBhvr>
                                        <p:cTn id="59" dur="500" fill="hold"/>
                                        <p:tgtEl>
                                          <p:spTgt spid="40"/>
                                        </p:tgtEl>
                                        <p:attrNameLst>
                                          <p:attrName>ppt_w</p:attrName>
                                        </p:attrNameLst>
                                      </p:cBhvr>
                                      <p:tavLst>
                                        <p:tav tm="0">
                                          <p:val>
                                            <p:fltVal val="0"/>
                                          </p:val>
                                        </p:tav>
                                        <p:tav tm="100000">
                                          <p:val>
                                            <p:strVal val="#ppt_w"/>
                                          </p:val>
                                        </p:tav>
                                      </p:tavLst>
                                    </p:anim>
                                    <p:anim calcmode="lin" valueType="num">
                                      <p:cBhvr>
                                        <p:cTn id="60" dur="500" fill="hold"/>
                                        <p:tgtEl>
                                          <p:spTgt spid="40"/>
                                        </p:tgtEl>
                                        <p:attrNameLst>
                                          <p:attrName>ppt_h</p:attrName>
                                        </p:attrNameLst>
                                      </p:cBhvr>
                                      <p:tavLst>
                                        <p:tav tm="0">
                                          <p:val>
                                            <p:fltVal val="0"/>
                                          </p:val>
                                        </p:tav>
                                        <p:tav tm="100000">
                                          <p:val>
                                            <p:strVal val="#ppt_h"/>
                                          </p:val>
                                        </p:tav>
                                      </p:tavLst>
                                    </p:anim>
                                    <p:anim calcmode="lin" valueType="num">
                                      <p:cBhvr>
                                        <p:cTn id="61" dur="500" fill="hold"/>
                                        <p:tgtEl>
                                          <p:spTgt spid="40"/>
                                        </p:tgtEl>
                                        <p:attrNameLst>
                                          <p:attrName>style.rotation</p:attrName>
                                        </p:attrNameLst>
                                      </p:cBhvr>
                                      <p:tavLst>
                                        <p:tav tm="0">
                                          <p:val>
                                            <p:fltVal val="360"/>
                                          </p:val>
                                        </p:tav>
                                        <p:tav tm="100000">
                                          <p:val>
                                            <p:fltVal val="0"/>
                                          </p:val>
                                        </p:tav>
                                      </p:tavLst>
                                    </p:anim>
                                    <p:animEffect transition="in" filter="fade">
                                      <p:cBhvr>
                                        <p:cTn id="62" dur="500"/>
                                        <p:tgtEl>
                                          <p:spTgt spid="40"/>
                                        </p:tgtEl>
                                      </p:cBhvr>
                                    </p:animEffect>
                                  </p:childTnLst>
                                </p:cTn>
                              </p:par>
                            </p:childTnLst>
                          </p:cTn>
                        </p:par>
                        <p:par>
                          <p:cTn id="63" fill="hold">
                            <p:stCondLst>
                              <p:cond delay="5900"/>
                            </p:stCondLst>
                            <p:childTnLst>
                              <p:par>
                                <p:cTn id="64" presetID="22" presetClass="entr" presetSubtype="1" fill="hold" grpId="0" nodeType="after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wipe(up)">
                                      <p:cBhvr>
                                        <p:cTn id="66" dur="500"/>
                                        <p:tgtEl>
                                          <p:spTgt spid="41"/>
                                        </p:tgtEl>
                                      </p:cBhvr>
                                    </p:animEffect>
                                  </p:childTnLst>
                                </p:cTn>
                              </p:par>
                            </p:childTnLst>
                          </p:cTn>
                        </p:par>
                        <p:par>
                          <p:cTn id="67" fill="hold">
                            <p:stCondLst>
                              <p:cond delay="6400"/>
                            </p:stCondLst>
                            <p:childTnLst>
                              <p:par>
                                <p:cTn id="68" presetID="10" presetClass="entr" presetSubtype="0" fill="hold" grpId="0" nodeType="after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500"/>
                                        <p:tgtEl>
                                          <p:spTgt spid="42"/>
                                        </p:tgtEl>
                                      </p:cBhvr>
                                    </p:animEffect>
                                  </p:childTnLst>
                                </p:cTn>
                              </p:par>
                            </p:childTnLst>
                          </p:cTn>
                        </p:par>
                        <p:par>
                          <p:cTn id="71" fill="hold">
                            <p:stCondLst>
                              <p:cond delay="6900"/>
                            </p:stCondLst>
                            <p:childTnLst>
                              <p:par>
                                <p:cTn id="72" presetID="22" presetClass="entr" presetSubtype="4" fill="hold" grpId="0" nodeType="afterEffect">
                                  <p:stCondLst>
                                    <p:cond delay="0"/>
                                  </p:stCondLst>
                                  <p:iterate type="lt">
                                    <p:tmPct val="10000"/>
                                  </p:iterate>
                                  <p:childTnLst>
                                    <p:set>
                                      <p:cBhvr>
                                        <p:cTn id="73" dur="1" fill="hold">
                                          <p:stCondLst>
                                            <p:cond delay="0"/>
                                          </p:stCondLst>
                                        </p:cTn>
                                        <p:tgtEl>
                                          <p:spTgt spid="86">
                                            <p:txEl>
                                              <p:pRg st="0" end="0"/>
                                            </p:txEl>
                                          </p:spTgt>
                                        </p:tgtEl>
                                        <p:attrNameLst>
                                          <p:attrName>style.visibility</p:attrName>
                                        </p:attrNameLst>
                                      </p:cBhvr>
                                      <p:to>
                                        <p:strVal val="visible"/>
                                      </p:to>
                                    </p:set>
                                    <p:animEffect transition="in" filter="wipe(down)">
                                      <p:cBhvr>
                                        <p:cTn id="74" dur="500"/>
                                        <p:tgtEl>
                                          <p:spTgt spid="86">
                                            <p:txEl>
                                              <p:pRg st="0" end="0"/>
                                            </p:txEl>
                                          </p:spTgt>
                                        </p:tgtEl>
                                      </p:cBhvr>
                                    </p:animEffect>
                                  </p:childTnLst>
                                </p:cTn>
                              </p:par>
                            </p:childTnLst>
                          </p:cTn>
                        </p:par>
                        <p:par>
                          <p:cTn id="75" fill="hold">
                            <p:stCondLst>
                              <p:cond delay="7550"/>
                            </p:stCondLst>
                            <p:childTnLst>
                              <p:par>
                                <p:cTn id="76" presetID="2" presetClass="entr" presetSubtype="2" decel="98000" fill="hold" grpId="0" nodeType="afterEffect">
                                  <p:stCondLst>
                                    <p:cond delay="0"/>
                                  </p:stCondLst>
                                  <p:childTnLst>
                                    <p:set>
                                      <p:cBhvr>
                                        <p:cTn id="77" dur="1" fill="hold">
                                          <p:stCondLst>
                                            <p:cond delay="0"/>
                                          </p:stCondLst>
                                        </p:cTn>
                                        <p:tgtEl>
                                          <p:spTgt spid="83">
                                            <p:txEl>
                                              <p:pRg st="0" end="0"/>
                                            </p:txEl>
                                          </p:spTgt>
                                        </p:tgtEl>
                                        <p:attrNameLst>
                                          <p:attrName>style.visibility</p:attrName>
                                        </p:attrNameLst>
                                      </p:cBhvr>
                                      <p:to>
                                        <p:strVal val="visible"/>
                                      </p:to>
                                    </p:set>
                                    <p:anim calcmode="lin" valueType="num">
                                      <p:cBhvr additive="base">
                                        <p:cTn id="78" dur="750" fill="hold"/>
                                        <p:tgtEl>
                                          <p:spTgt spid="83">
                                            <p:txEl>
                                              <p:pRg st="0" end="0"/>
                                            </p:txEl>
                                          </p:spTgt>
                                        </p:tgtEl>
                                        <p:attrNameLst>
                                          <p:attrName>ppt_x</p:attrName>
                                        </p:attrNameLst>
                                      </p:cBhvr>
                                      <p:tavLst>
                                        <p:tav tm="0">
                                          <p:val>
                                            <p:strVal val="1+#ppt_w/2"/>
                                          </p:val>
                                        </p:tav>
                                        <p:tav tm="100000">
                                          <p:val>
                                            <p:strVal val="#ppt_x"/>
                                          </p:val>
                                        </p:tav>
                                      </p:tavLst>
                                    </p:anim>
                                    <p:anim calcmode="lin" valueType="num">
                                      <p:cBhvr additive="base">
                                        <p:cTn id="79" dur="750" fill="hold"/>
                                        <p:tgtEl>
                                          <p:spTgt spid="83">
                                            <p:txEl>
                                              <p:pRg st="0" end="0"/>
                                            </p:txEl>
                                          </p:spTgt>
                                        </p:tgtEl>
                                        <p:attrNameLst>
                                          <p:attrName>ppt_y</p:attrName>
                                        </p:attrNameLst>
                                      </p:cBhvr>
                                      <p:tavLst>
                                        <p:tav tm="0">
                                          <p:val>
                                            <p:strVal val="#ppt_y"/>
                                          </p:val>
                                        </p:tav>
                                        <p:tav tm="100000">
                                          <p:val>
                                            <p:strVal val="#ppt_y"/>
                                          </p:val>
                                        </p:tav>
                                      </p:tavLst>
                                    </p:anim>
                                  </p:childTnLst>
                                </p:cTn>
                              </p:par>
                              <p:par>
                                <p:cTn id="80" presetID="2" presetClass="entr" presetSubtype="2" decel="98000" fill="hold" grpId="0" nodeType="withEffect">
                                  <p:stCondLst>
                                    <p:cond delay="0"/>
                                  </p:stCondLst>
                                  <p:childTnLst>
                                    <p:set>
                                      <p:cBhvr>
                                        <p:cTn id="81" dur="1" fill="hold">
                                          <p:stCondLst>
                                            <p:cond delay="0"/>
                                          </p:stCondLst>
                                        </p:cTn>
                                        <p:tgtEl>
                                          <p:spTgt spid="85"/>
                                        </p:tgtEl>
                                        <p:attrNameLst>
                                          <p:attrName>style.visibility</p:attrName>
                                        </p:attrNameLst>
                                      </p:cBhvr>
                                      <p:to>
                                        <p:strVal val="visible"/>
                                      </p:to>
                                    </p:set>
                                    <p:anim calcmode="lin" valueType="num">
                                      <p:cBhvr additive="base">
                                        <p:cTn id="82" dur="750" fill="hold"/>
                                        <p:tgtEl>
                                          <p:spTgt spid="85"/>
                                        </p:tgtEl>
                                        <p:attrNameLst>
                                          <p:attrName>ppt_x</p:attrName>
                                        </p:attrNameLst>
                                      </p:cBhvr>
                                      <p:tavLst>
                                        <p:tav tm="0">
                                          <p:val>
                                            <p:strVal val="1+#ppt_w/2"/>
                                          </p:val>
                                        </p:tav>
                                        <p:tav tm="100000">
                                          <p:val>
                                            <p:strVal val="#ppt_x"/>
                                          </p:val>
                                        </p:tav>
                                      </p:tavLst>
                                    </p:anim>
                                    <p:anim calcmode="lin" valueType="num">
                                      <p:cBhvr additive="base">
                                        <p:cTn id="83" dur="750" fill="hold"/>
                                        <p:tgtEl>
                                          <p:spTgt spid="85"/>
                                        </p:tgtEl>
                                        <p:attrNameLst>
                                          <p:attrName>ppt_y</p:attrName>
                                        </p:attrNameLst>
                                      </p:cBhvr>
                                      <p:tavLst>
                                        <p:tav tm="0">
                                          <p:val>
                                            <p:strVal val="#ppt_y"/>
                                          </p:val>
                                        </p:tav>
                                        <p:tav tm="100000">
                                          <p:val>
                                            <p:strVal val="#ppt_y"/>
                                          </p:val>
                                        </p:tav>
                                      </p:tavLst>
                                    </p:anim>
                                  </p:childTnLst>
                                </p:cTn>
                              </p:par>
                            </p:childTnLst>
                          </p:cTn>
                        </p:par>
                        <p:par>
                          <p:cTn id="84" fill="hold">
                            <p:stCondLst>
                              <p:cond delay="8300"/>
                            </p:stCondLst>
                            <p:childTnLst>
                              <p:par>
                                <p:cTn id="85" presetID="22" presetClass="entr" presetSubtype="8" fill="hold" grpId="0" nodeType="afterEffect">
                                  <p:stCondLst>
                                    <p:cond delay="0"/>
                                  </p:stCondLst>
                                  <p:childTnLst>
                                    <p:set>
                                      <p:cBhvr>
                                        <p:cTn id="86" dur="1" fill="hold">
                                          <p:stCondLst>
                                            <p:cond delay="0"/>
                                          </p:stCondLst>
                                        </p:cTn>
                                        <p:tgtEl>
                                          <p:spTgt spid="84">
                                            <p:txEl>
                                              <p:pRg st="0" end="0"/>
                                            </p:txEl>
                                          </p:spTgt>
                                        </p:tgtEl>
                                        <p:attrNameLst>
                                          <p:attrName>style.visibility</p:attrName>
                                        </p:attrNameLst>
                                      </p:cBhvr>
                                      <p:to>
                                        <p:strVal val="visible"/>
                                      </p:to>
                                    </p:set>
                                    <p:animEffect transition="in" filter="wipe(left)">
                                      <p:cBhvr>
                                        <p:cTn id="87" dur="500"/>
                                        <p:tgtEl>
                                          <p:spTgt spid="84">
                                            <p:txEl>
                                              <p:pRg st="0" end="0"/>
                                            </p:txEl>
                                          </p:spTgt>
                                        </p:tgtEl>
                                      </p:cBhvr>
                                    </p:animEffect>
                                  </p:childTnLst>
                                </p:cTn>
                              </p:par>
                            </p:childTnLst>
                          </p:cTn>
                        </p:par>
                        <p:par>
                          <p:cTn id="88" fill="hold">
                            <p:stCondLst>
                              <p:cond delay="8800"/>
                            </p:stCondLst>
                            <p:childTnLst>
                              <p:par>
                                <p:cTn id="89" presetID="10" presetClass="entr" presetSubtype="0" fill="hold" grpId="0" nodeType="afterEffect">
                                  <p:stCondLst>
                                    <p:cond delay="0"/>
                                  </p:stCondLst>
                                  <p:childTnLst>
                                    <p:set>
                                      <p:cBhvr>
                                        <p:cTn id="90" dur="1" fill="hold">
                                          <p:stCondLst>
                                            <p:cond delay="0"/>
                                          </p:stCondLst>
                                        </p:cTn>
                                        <p:tgtEl>
                                          <p:spTgt spid="48"/>
                                        </p:tgtEl>
                                        <p:attrNameLst>
                                          <p:attrName>style.visibility</p:attrName>
                                        </p:attrNameLst>
                                      </p:cBhvr>
                                      <p:to>
                                        <p:strVal val="visible"/>
                                      </p:to>
                                    </p:set>
                                    <p:animEffect transition="in" filter="fade">
                                      <p:cBhvr>
                                        <p:cTn id="91" dur="500"/>
                                        <p:tgtEl>
                                          <p:spTgt spid="48"/>
                                        </p:tgtEl>
                                      </p:cBhvr>
                                    </p:animEffect>
                                  </p:childTnLst>
                                </p:cTn>
                              </p:par>
                            </p:childTnLst>
                          </p:cTn>
                        </p:par>
                        <p:par>
                          <p:cTn id="92" fill="hold">
                            <p:stCondLst>
                              <p:cond delay="9300"/>
                            </p:stCondLst>
                            <p:childTnLst>
                              <p:par>
                                <p:cTn id="93" presetID="22" presetClass="entr" presetSubtype="8" fill="hold" grpId="0" nodeType="after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wipe(left)">
                                      <p:cBhvr>
                                        <p:cTn id="95" dur="500"/>
                                        <p:tgtEl>
                                          <p:spTgt spid="49"/>
                                        </p:tgtEl>
                                      </p:cBhvr>
                                    </p:animEffect>
                                  </p:childTnLst>
                                </p:cTn>
                              </p:par>
                            </p:childTnLst>
                          </p:cTn>
                        </p:par>
                        <p:par>
                          <p:cTn id="96" fill="hold">
                            <p:stCondLst>
                              <p:cond delay="9800"/>
                            </p:stCondLst>
                            <p:childTnLst>
                              <p:par>
                                <p:cTn id="97" presetID="49" presetClass="entr" presetSubtype="0" decel="100000" fill="hold" grpId="0" nodeType="afterEffect">
                                  <p:stCondLst>
                                    <p:cond delay="0"/>
                                  </p:stCondLst>
                                  <p:childTnLst>
                                    <p:set>
                                      <p:cBhvr>
                                        <p:cTn id="98" dur="1" fill="hold">
                                          <p:stCondLst>
                                            <p:cond delay="0"/>
                                          </p:stCondLst>
                                        </p:cTn>
                                        <p:tgtEl>
                                          <p:spTgt spid="50"/>
                                        </p:tgtEl>
                                        <p:attrNameLst>
                                          <p:attrName>style.visibility</p:attrName>
                                        </p:attrNameLst>
                                      </p:cBhvr>
                                      <p:to>
                                        <p:strVal val="visible"/>
                                      </p:to>
                                    </p:set>
                                    <p:anim calcmode="lin" valueType="num">
                                      <p:cBhvr>
                                        <p:cTn id="99" dur="500" fill="hold"/>
                                        <p:tgtEl>
                                          <p:spTgt spid="50"/>
                                        </p:tgtEl>
                                        <p:attrNameLst>
                                          <p:attrName>ppt_w</p:attrName>
                                        </p:attrNameLst>
                                      </p:cBhvr>
                                      <p:tavLst>
                                        <p:tav tm="0">
                                          <p:val>
                                            <p:fltVal val="0"/>
                                          </p:val>
                                        </p:tav>
                                        <p:tav tm="100000">
                                          <p:val>
                                            <p:strVal val="#ppt_w"/>
                                          </p:val>
                                        </p:tav>
                                      </p:tavLst>
                                    </p:anim>
                                    <p:anim calcmode="lin" valueType="num">
                                      <p:cBhvr>
                                        <p:cTn id="100" dur="500" fill="hold"/>
                                        <p:tgtEl>
                                          <p:spTgt spid="50"/>
                                        </p:tgtEl>
                                        <p:attrNameLst>
                                          <p:attrName>ppt_h</p:attrName>
                                        </p:attrNameLst>
                                      </p:cBhvr>
                                      <p:tavLst>
                                        <p:tav tm="0">
                                          <p:val>
                                            <p:fltVal val="0"/>
                                          </p:val>
                                        </p:tav>
                                        <p:tav tm="100000">
                                          <p:val>
                                            <p:strVal val="#ppt_h"/>
                                          </p:val>
                                        </p:tav>
                                      </p:tavLst>
                                    </p:anim>
                                    <p:anim calcmode="lin" valueType="num">
                                      <p:cBhvr>
                                        <p:cTn id="101" dur="500" fill="hold"/>
                                        <p:tgtEl>
                                          <p:spTgt spid="50"/>
                                        </p:tgtEl>
                                        <p:attrNameLst>
                                          <p:attrName>style.rotation</p:attrName>
                                        </p:attrNameLst>
                                      </p:cBhvr>
                                      <p:tavLst>
                                        <p:tav tm="0">
                                          <p:val>
                                            <p:fltVal val="360"/>
                                          </p:val>
                                        </p:tav>
                                        <p:tav tm="100000">
                                          <p:val>
                                            <p:fltVal val="0"/>
                                          </p:val>
                                        </p:tav>
                                      </p:tavLst>
                                    </p:anim>
                                    <p:animEffect transition="in" filter="fade">
                                      <p:cBhvr>
                                        <p:cTn id="102" dur="500"/>
                                        <p:tgtEl>
                                          <p:spTgt spid="50"/>
                                        </p:tgtEl>
                                      </p:cBhvr>
                                    </p:animEffect>
                                  </p:childTnLst>
                                </p:cTn>
                              </p:par>
                            </p:childTnLst>
                          </p:cTn>
                        </p:par>
                        <p:par>
                          <p:cTn id="103" fill="hold">
                            <p:stCondLst>
                              <p:cond delay="10300"/>
                            </p:stCondLst>
                            <p:childTnLst>
                              <p:par>
                                <p:cTn id="104" presetID="22" presetClass="entr" presetSubtype="4" fill="hold" grpId="0" nodeType="afterEffect">
                                  <p:stCondLst>
                                    <p:cond delay="0"/>
                                  </p:stCondLst>
                                  <p:childTnLst>
                                    <p:set>
                                      <p:cBhvr>
                                        <p:cTn id="105" dur="1" fill="hold">
                                          <p:stCondLst>
                                            <p:cond delay="0"/>
                                          </p:stCondLst>
                                        </p:cTn>
                                        <p:tgtEl>
                                          <p:spTgt spid="51"/>
                                        </p:tgtEl>
                                        <p:attrNameLst>
                                          <p:attrName>style.visibility</p:attrName>
                                        </p:attrNameLst>
                                      </p:cBhvr>
                                      <p:to>
                                        <p:strVal val="visible"/>
                                      </p:to>
                                    </p:set>
                                    <p:animEffect transition="in" filter="wipe(down)">
                                      <p:cBhvr>
                                        <p:cTn id="106" dur="500"/>
                                        <p:tgtEl>
                                          <p:spTgt spid="51"/>
                                        </p:tgtEl>
                                      </p:cBhvr>
                                    </p:animEffect>
                                  </p:childTnLst>
                                </p:cTn>
                              </p:par>
                            </p:childTnLst>
                          </p:cTn>
                        </p:par>
                        <p:par>
                          <p:cTn id="107" fill="hold">
                            <p:stCondLst>
                              <p:cond delay="10800"/>
                            </p:stCondLst>
                            <p:childTnLst>
                              <p:par>
                                <p:cTn id="108" presetID="10" presetClass="entr" presetSubtype="0" fill="hold" grpId="0" nodeType="after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500"/>
                                        <p:tgtEl>
                                          <p:spTgt spid="52"/>
                                        </p:tgtEl>
                                      </p:cBhvr>
                                    </p:animEffect>
                                  </p:childTnLst>
                                </p:cTn>
                              </p:par>
                            </p:childTnLst>
                          </p:cTn>
                        </p:par>
                        <p:par>
                          <p:cTn id="111" fill="hold">
                            <p:stCondLst>
                              <p:cond delay="11300"/>
                            </p:stCondLst>
                            <p:childTnLst>
                              <p:par>
                                <p:cTn id="112" presetID="22" presetClass="entr" presetSubtype="4" fill="hold" grpId="0" nodeType="afterEffect">
                                  <p:stCondLst>
                                    <p:cond delay="0"/>
                                  </p:stCondLst>
                                  <p:iterate type="lt">
                                    <p:tmPct val="10000"/>
                                  </p:iterate>
                                  <p:childTnLst>
                                    <p:set>
                                      <p:cBhvr>
                                        <p:cTn id="113" dur="1" fill="hold">
                                          <p:stCondLst>
                                            <p:cond delay="0"/>
                                          </p:stCondLst>
                                        </p:cTn>
                                        <p:tgtEl>
                                          <p:spTgt spid="78">
                                            <p:txEl>
                                              <p:pRg st="0" end="0"/>
                                            </p:txEl>
                                          </p:spTgt>
                                        </p:tgtEl>
                                        <p:attrNameLst>
                                          <p:attrName>style.visibility</p:attrName>
                                        </p:attrNameLst>
                                      </p:cBhvr>
                                      <p:to>
                                        <p:strVal val="visible"/>
                                      </p:to>
                                    </p:set>
                                    <p:animEffect transition="in" filter="wipe(down)">
                                      <p:cBhvr>
                                        <p:cTn id="114" dur="500"/>
                                        <p:tgtEl>
                                          <p:spTgt spid="78">
                                            <p:txEl>
                                              <p:pRg st="0" end="0"/>
                                            </p:txEl>
                                          </p:spTgt>
                                        </p:tgtEl>
                                      </p:cBhvr>
                                    </p:animEffect>
                                  </p:childTnLst>
                                </p:cTn>
                              </p:par>
                            </p:childTnLst>
                          </p:cTn>
                        </p:par>
                        <p:par>
                          <p:cTn id="115" fill="hold">
                            <p:stCondLst>
                              <p:cond delay="11950"/>
                            </p:stCondLst>
                            <p:childTnLst>
                              <p:par>
                                <p:cTn id="116" presetID="2" presetClass="entr" presetSubtype="2" decel="98000" fill="hold" grpId="0" nodeType="afterEffect">
                                  <p:stCondLst>
                                    <p:cond delay="0"/>
                                  </p:stCondLst>
                                  <p:childTnLst>
                                    <p:set>
                                      <p:cBhvr>
                                        <p:cTn id="117" dur="1" fill="hold">
                                          <p:stCondLst>
                                            <p:cond delay="0"/>
                                          </p:stCondLst>
                                        </p:cTn>
                                        <p:tgtEl>
                                          <p:spTgt spid="75">
                                            <p:txEl>
                                              <p:pRg st="0" end="0"/>
                                            </p:txEl>
                                          </p:spTgt>
                                        </p:tgtEl>
                                        <p:attrNameLst>
                                          <p:attrName>style.visibility</p:attrName>
                                        </p:attrNameLst>
                                      </p:cBhvr>
                                      <p:to>
                                        <p:strVal val="visible"/>
                                      </p:to>
                                    </p:set>
                                    <p:anim calcmode="lin" valueType="num">
                                      <p:cBhvr additive="base">
                                        <p:cTn id="118" dur="750" fill="hold"/>
                                        <p:tgtEl>
                                          <p:spTgt spid="75">
                                            <p:txEl>
                                              <p:pRg st="0" end="0"/>
                                            </p:txEl>
                                          </p:spTgt>
                                        </p:tgtEl>
                                        <p:attrNameLst>
                                          <p:attrName>ppt_x</p:attrName>
                                        </p:attrNameLst>
                                      </p:cBhvr>
                                      <p:tavLst>
                                        <p:tav tm="0">
                                          <p:val>
                                            <p:strVal val="1+#ppt_w/2"/>
                                          </p:val>
                                        </p:tav>
                                        <p:tav tm="100000">
                                          <p:val>
                                            <p:strVal val="#ppt_x"/>
                                          </p:val>
                                        </p:tav>
                                      </p:tavLst>
                                    </p:anim>
                                    <p:anim calcmode="lin" valueType="num">
                                      <p:cBhvr additive="base">
                                        <p:cTn id="119" dur="750" fill="hold"/>
                                        <p:tgtEl>
                                          <p:spTgt spid="75">
                                            <p:txEl>
                                              <p:pRg st="0" end="0"/>
                                            </p:txEl>
                                          </p:spTgt>
                                        </p:tgtEl>
                                        <p:attrNameLst>
                                          <p:attrName>ppt_y</p:attrName>
                                        </p:attrNameLst>
                                      </p:cBhvr>
                                      <p:tavLst>
                                        <p:tav tm="0">
                                          <p:val>
                                            <p:strVal val="#ppt_y"/>
                                          </p:val>
                                        </p:tav>
                                        <p:tav tm="100000">
                                          <p:val>
                                            <p:strVal val="#ppt_y"/>
                                          </p:val>
                                        </p:tav>
                                      </p:tavLst>
                                    </p:anim>
                                  </p:childTnLst>
                                </p:cTn>
                              </p:par>
                              <p:par>
                                <p:cTn id="120" presetID="2" presetClass="entr" presetSubtype="2" decel="98000" fill="hold" grpId="0" nodeType="withEffect">
                                  <p:stCondLst>
                                    <p:cond delay="0"/>
                                  </p:stCondLst>
                                  <p:childTnLst>
                                    <p:set>
                                      <p:cBhvr>
                                        <p:cTn id="121" dur="1" fill="hold">
                                          <p:stCondLst>
                                            <p:cond delay="0"/>
                                          </p:stCondLst>
                                        </p:cTn>
                                        <p:tgtEl>
                                          <p:spTgt spid="77"/>
                                        </p:tgtEl>
                                        <p:attrNameLst>
                                          <p:attrName>style.visibility</p:attrName>
                                        </p:attrNameLst>
                                      </p:cBhvr>
                                      <p:to>
                                        <p:strVal val="visible"/>
                                      </p:to>
                                    </p:set>
                                    <p:anim calcmode="lin" valueType="num">
                                      <p:cBhvr additive="base">
                                        <p:cTn id="122" dur="750" fill="hold"/>
                                        <p:tgtEl>
                                          <p:spTgt spid="77"/>
                                        </p:tgtEl>
                                        <p:attrNameLst>
                                          <p:attrName>ppt_x</p:attrName>
                                        </p:attrNameLst>
                                      </p:cBhvr>
                                      <p:tavLst>
                                        <p:tav tm="0">
                                          <p:val>
                                            <p:strVal val="1+#ppt_w/2"/>
                                          </p:val>
                                        </p:tav>
                                        <p:tav tm="100000">
                                          <p:val>
                                            <p:strVal val="#ppt_x"/>
                                          </p:val>
                                        </p:tav>
                                      </p:tavLst>
                                    </p:anim>
                                    <p:anim calcmode="lin" valueType="num">
                                      <p:cBhvr additive="base">
                                        <p:cTn id="123" dur="750" fill="hold"/>
                                        <p:tgtEl>
                                          <p:spTgt spid="77"/>
                                        </p:tgtEl>
                                        <p:attrNameLst>
                                          <p:attrName>ppt_y</p:attrName>
                                        </p:attrNameLst>
                                      </p:cBhvr>
                                      <p:tavLst>
                                        <p:tav tm="0">
                                          <p:val>
                                            <p:strVal val="#ppt_y"/>
                                          </p:val>
                                        </p:tav>
                                        <p:tav tm="100000">
                                          <p:val>
                                            <p:strVal val="#ppt_y"/>
                                          </p:val>
                                        </p:tav>
                                      </p:tavLst>
                                    </p:anim>
                                  </p:childTnLst>
                                </p:cTn>
                              </p:par>
                            </p:childTnLst>
                          </p:cTn>
                        </p:par>
                        <p:par>
                          <p:cTn id="124" fill="hold">
                            <p:stCondLst>
                              <p:cond delay="12700"/>
                            </p:stCondLst>
                            <p:childTnLst>
                              <p:par>
                                <p:cTn id="125" presetID="22" presetClass="entr" presetSubtype="8" fill="hold" grpId="0" nodeType="afterEffect">
                                  <p:stCondLst>
                                    <p:cond delay="0"/>
                                  </p:stCondLst>
                                  <p:childTnLst>
                                    <p:set>
                                      <p:cBhvr>
                                        <p:cTn id="126" dur="1" fill="hold">
                                          <p:stCondLst>
                                            <p:cond delay="0"/>
                                          </p:stCondLst>
                                        </p:cTn>
                                        <p:tgtEl>
                                          <p:spTgt spid="76">
                                            <p:txEl>
                                              <p:pRg st="0" end="0"/>
                                            </p:txEl>
                                          </p:spTgt>
                                        </p:tgtEl>
                                        <p:attrNameLst>
                                          <p:attrName>style.visibility</p:attrName>
                                        </p:attrNameLst>
                                      </p:cBhvr>
                                      <p:to>
                                        <p:strVal val="visible"/>
                                      </p:to>
                                    </p:set>
                                    <p:animEffect transition="in" filter="wipe(left)">
                                      <p:cBhvr>
                                        <p:cTn id="127" dur="500"/>
                                        <p:tgtEl>
                                          <p:spTgt spid="76">
                                            <p:txEl>
                                              <p:pRg st="0" end="0"/>
                                            </p:txEl>
                                          </p:spTgt>
                                        </p:tgtEl>
                                      </p:cBhvr>
                                    </p:animEffect>
                                  </p:childTnLst>
                                </p:cTn>
                              </p:par>
                            </p:childTnLst>
                          </p:cTn>
                        </p:par>
                        <p:par>
                          <p:cTn id="128" fill="hold">
                            <p:stCondLst>
                              <p:cond delay="13200"/>
                            </p:stCondLst>
                            <p:childTnLst>
                              <p:par>
                                <p:cTn id="129" presetID="10" presetClass="entr" presetSubtype="0" fill="hold" grpId="0" nodeType="afterEffect">
                                  <p:stCondLst>
                                    <p:cond delay="0"/>
                                  </p:stCondLst>
                                  <p:childTnLst>
                                    <p:set>
                                      <p:cBhvr>
                                        <p:cTn id="130" dur="1" fill="hold">
                                          <p:stCondLst>
                                            <p:cond delay="0"/>
                                          </p:stCondLst>
                                        </p:cTn>
                                        <p:tgtEl>
                                          <p:spTgt spid="54"/>
                                        </p:tgtEl>
                                        <p:attrNameLst>
                                          <p:attrName>style.visibility</p:attrName>
                                        </p:attrNameLst>
                                      </p:cBhvr>
                                      <p:to>
                                        <p:strVal val="visible"/>
                                      </p:to>
                                    </p:set>
                                    <p:animEffect transition="in" filter="fade">
                                      <p:cBhvr>
                                        <p:cTn id="131" dur="500"/>
                                        <p:tgtEl>
                                          <p:spTgt spid="54"/>
                                        </p:tgtEl>
                                      </p:cBhvr>
                                    </p:animEffect>
                                  </p:childTnLst>
                                </p:cTn>
                              </p:par>
                            </p:childTnLst>
                          </p:cTn>
                        </p:par>
                        <p:par>
                          <p:cTn id="132" fill="hold">
                            <p:stCondLst>
                              <p:cond delay="13700"/>
                            </p:stCondLst>
                            <p:childTnLst>
                              <p:par>
                                <p:cTn id="133" presetID="22" presetClass="entr" presetSubtype="8" fill="hold" grpId="0" nodeType="afterEffect">
                                  <p:stCondLst>
                                    <p:cond delay="0"/>
                                  </p:stCondLst>
                                  <p:childTnLst>
                                    <p:set>
                                      <p:cBhvr>
                                        <p:cTn id="134" dur="1" fill="hold">
                                          <p:stCondLst>
                                            <p:cond delay="0"/>
                                          </p:stCondLst>
                                        </p:cTn>
                                        <p:tgtEl>
                                          <p:spTgt spid="55"/>
                                        </p:tgtEl>
                                        <p:attrNameLst>
                                          <p:attrName>style.visibility</p:attrName>
                                        </p:attrNameLst>
                                      </p:cBhvr>
                                      <p:to>
                                        <p:strVal val="visible"/>
                                      </p:to>
                                    </p:set>
                                    <p:animEffect transition="in" filter="wipe(left)">
                                      <p:cBhvr>
                                        <p:cTn id="135" dur="500"/>
                                        <p:tgtEl>
                                          <p:spTgt spid="55"/>
                                        </p:tgtEl>
                                      </p:cBhvr>
                                    </p:animEffect>
                                  </p:childTnLst>
                                </p:cTn>
                              </p:par>
                            </p:childTnLst>
                          </p:cTn>
                        </p:par>
                        <p:par>
                          <p:cTn id="136" fill="hold">
                            <p:stCondLst>
                              <p:cond delay="14200"/>
                            </p:stCondLst>
                            <p:childTnLst>
                              <p:par>
                                <p:cTn id="137" presetID="49" presetClass="entr" presetSubtype="0" decel="100000" fill="hold" grpId="0" nodeType="afterEffect">
                                  <p:stCondLst>
                                    <p:cond delay="0"/>
                                  </p:stCondLst>
                                  <p:childTnLst>
                                    <p:set>
                                      <p:cBhvr>
                                        <p:cTn id="138" dur="1" fill="hold">
                                          <p:stCondLst>
                                            <p:cond delay="0"/>
                                          </p:stCondLst>
                                        </p:cTn>
                                        <p:tgtEl>
                                          <p:spTgt spid="56"/>
                                        </p:tgtEl>
                                        <p:attrNameLst>
                                          <p:attrName>style.visibility</p:attrName>
                                        </p:attrNameLst>
                                      </p:cBhvr>
                                      <p:to>
                                        <p:strVal val="visible"/>
                                      </p:to>
                                    </p:set>
                                    <p:anim calcmode="lin" valueType="num">
                                      <p:cBhvr>
                                        <p:cTn id="139" dur="500" fill="hold"/>
                                        <p:tgtEl>
                                          <p:spTgt spid="56"/>
                                        </p:tgtEl>
                                        <p:attrNameLst>
                                          <p:attrName>ppt_w</p:attrName>
                                        </p:attrNameLst>
                                      </p:cBhvr>
                                      <p:tavLst>
                                        <p:tav tm="0">
                                          <p:val>
                                            <p:fltVal val="0"/>
                                          </p:val>
                                        </p:tav>
                                        <p:tav tm="100000">
                                          <p:val>
                                            <p:strVal val="#ppt_w"/>
                                          </p:val>
                                        </p:tav>
                                      </p:tavLst>
                                    </p:anim>
                                    <p:anim calcmode="lin" valueType="num">
                                      <p:cBhvr>
                                        <p:cTn id="140" dur="500" fill="hold"/>
                                        <p:tgtEl>
                                          <p:spTgt spid="56"/>
                                        </p:tgtEl>
                                        <p:attrNameLst>
                                          <p:attrName>ppt_h</p:attrName>
                                        </p:attrNameLst>
                                      </p:cBhvr>
                                      <p:tavLst>
                                        <p:tav tm="0">
                                          <p:val>
                                            <p:fltVal val="0"/>
                                          </p:val>
                                        </p:tav>
                                        <p:tav tm="100000">
                                          <p:val>
                                            <p:strVal val="#ppt_h"/>
                                          </p:val>
                                        </p:tav>
                                      </p:tavLst>
                                    </p:anim>
                                    <p:anim calcmode="lin" valueType="num">
                                      <p:cBhvr>
                                        <p:cTn id="141" dur="500" fill="hold"/>
                                        <p:tgtEl>
                                          <p:spTgt spid="56"/>
                                        </p:tgtEl>
                                        <p:attrNameLst>
                                          <p:attrName>style.rotation</p:attrName>
                                        </p:attrNameLst>
                                      </p:cBhvr>
                                      <p:tavLst>
                                        <p:tav tm="0">
                                          <p:val>
                                            <p:fltVal val="360"/>
                                          </p:val>
                                        </p:tav>
                                        <p:tav tm="100000">
                                          <p:val>
                                            <p:fltVal val="0"/>
                                          </p:val>
                                        </p:tav>
                                      </p:tavLst>
                                    </p:anim>
                                    <p:animEffect transition="in" filter="fade">
                                      <p:cBhvr>
                                        <p:cTn id="142" dur="500"/>
                                        <p:tgtEl>
                                          <p:spTgt spid="56"/>
                                        </p:tgtEl>
                                      </p:cBhvr>
                                    </p:animEffect>
                                  </p:childTnLst>
                                </p:cTn>
                              </p:par>
                            </p:childTnLst>
                          </p:cTn>
                        </p:par>
                        <p:par>
                          <p:cTn id="143" fill="hold">
                            <p:stCondLst>
                              <p:cond delay="14700"/>
                            </p:stCondLst>
                            <p:childTnLst>
                              <p:par>
                                <p:cTn id="144" presetID="22" presetClass="entr" presetSubtype="1" fill="hold" grpId="0" nodeType="afterEffect">
                                  <p:stCondLst>
                                    <p:cond delay="0"/>
                                  </p:stCondLst>
                                  <p:childTnLst>
                                    <p:set>
                                      <p:cBhvr>
                                        <p:cTn id="145" dur="1" fill="hold">
                                          <p:stCondLst>
                                            <p:cond delay="0"/>
                                          </p:stCondLst>
                                        </p:cTn>
                                        <p:tgtEl>
                                          <p:spTgt spid="57"/>
                                        </p:tgtEl>
                                        <p:attrNameLst>
                                          <p:attrName>style.visibility</p:attrName>
                                        </p:attrNameLst>
                                      </p:cBhvr>
                                      <p:to>
                                        <p:strVal val="visible"/>
                                      </p:to>
                                    </p:set>
                                    <p:animEffect transition="in" filter="wipe(up)">
                                      <p:cBhvr>
                                        <p:cTn id="146" dur="500"/>
                                        <p:tgtEl>
                                          <p:spTgt spid="57"/>
                                        </p:tgtEl>
                                      </p:cBhvr>
                                    </p:animEffect>
                                  </p:childTnLst>
                                </p:cTn>
                              </p:par>
                            </p:childTnLst>
                          </p:cTn>
                        </p:par>
                        <p:par>
                          <p:cTn id="147" fill="hold">
                            <p:stCondLst>
                              <p:cond delay="15200"/>
                            </p:stCondLst>
                            <p:childTnLst>
                              <p:par>
                                <p:cTn id="148" presetID="10" presetClass="entr" presetSubtype="0" fill="hold" grpId="0" nodeType="afterEffect">
                                  <p:stCondLst>
                                    <p:cond delay="0"/>
                                  </p:stCondLst>
                                  <p:childTnLst>
                                    <p:set>
                                      <p:cBhvr>
                                        <p:cTn id="149" dur="1" fill="hold">
                                          <p:stCondLst>
                                            <p:cond delay="0"/>
                                          </p:stCondLst>
                                        </p:cTn>
                                        <p:tgtEl>
                                          <p:spTgt spid="58"/>
                                        </p:tgtEl>
                                        <p:attrNameLst>
                                          <p:attrName>style.visibility</p:attrName>
                                        </p:attrNameLst>
                                      </p:cBhvr>
                                      <p:to>
                                        <p:strVal val="visible"/>
                                      </p:to>
                                    </p:set>
                                    <p:animEffect transition="in" filter="fade">
                                      <p:cBhvr>
                                        <p:cTn id="150" dur="500"/>
                                        <p:tgtEl>
                                          <p:spTgt spid="58"/>
                                        </p:tgtEl>
                                      </p:cBhvr>
                                    </p:animEffect>
                                  </p:childTnLst>
                                </p:cTn>
                              </p:par>
                            </p:childTnLst>
                          </p:cTn>
                        </p:par>
                        <p:par>
                          <p:cTn id="151" fill="hold">
                            <p:stCondLst>
                              <p:cond delay="15700"/>
                            </p:stCondLst>
                            <p:childTnLst>
                              <p:par>
                                <p:cTn id="152" presetID="22" presetClass="entr" presetSubtype="4" fill="hold" grpId="0" nodeType="afterEffect">
                                  <p:stCondLst>
                                    <p:cond delay="0"/>
                                  </p:stCondLst>
                                  <p:iterate type="lt">
                                    <p:tmPct val="10000"/>
                                  </p:iterate>
                                  <p:childTnLst>
                                    <p:set>
                                      <p:cBhvr>
                                        <p:cTn id="153" dur="1" fill="hold">
                                          <p:stCondLst>
                                            <p:cond delay="0"/>
                                          </p:stCondLst>
                                        </p:cTn>
                                        <p:tgtEl>
                                          <p:spTgt spid="90">
                                            <p:txEl>
                                              <p:pRg st="0" end="0"/>
                                            </p:txEl>
                                          </p:spTgt>
                                        </p:tgtEl>
                                        <p:attrNameLst>
                                          <p:attrName>style.visibility</p:attrName>
                                        </p:attrNameLst>
                                      </p:cBhvr>
                                      <p:to>
                                        <p:strVal val="visible"/>
                                      </p:to>
                                    </p:set>
                                    <p:animEffect transition="in" filter="wipe(down)">
                                      <p:cBhvr>
                                        <p:cTn id="154" dur="500"/>
                                        <p:tgtEl>
                                          <p:spTgt spid="90">
                                            <p:txEl>
                                              <p:pRg st="0" end="0"/>
                                            </p:txEl>
                                          </p:spTgt>
                                        </p:tgtEl>
                                      </p:cBhvr>
                                    </p:animEffect>
                                  </p:childTnLst>
                                </p:cTn>
                              </p:par>
                            </p:childTnLst>
                          </p:cTn>
                        </p:par>
                        <p:par>
                          <p:cTn id="155" fill="hold">
                            <p:stCondLst>
                              <p:cond delay="16350"/>
                            </p:stCondLst>
                            <p:childTnLst>
                              <p:par>
                                <p:cTn id="156" presetID="2" presetClass="entr" presetSubtype="2" decel="98000" fill="hold" grpId="0" nodeType="afterEffect">
                                  <p:stCondLst>
                                    <p:cond delay="0"/>
                                  </p:stCondLst>
                                  <p:childTnLst>
                                    <p:set>
                                      <p:cBhvr>
                                        <p:cTn id="157" dur="1" fill="hold">
                                          <p:stCondLst>
                                            <p:cond delay="0"/>
                                          </p:stCondLst>
                                        </p:cTn>
                                        <p:tgtEl>
                                          <p:spTgt spid="87">
                                            <p:txEl>
                                              <p:pRg st="0" end="0"/>
                                            </p:txEl>
                                          </p:spTgt>
                                        </p:tgtEl>
                                        <p:attrNameLst>
                                          <p:attrName>style.visibility</p:attrName>
                                        </p:attrNameLst>
                                      </p:cBhvr>
                                      <p:to>
                                        <p:strVal val="visible"/>
                                      </p:to>
                                    </p:set>
                                    <p:anim calcmode="lin" valueType="num">
                                      <p:cBhvr additive="base">
                                        <p:cTn id="158" dur="750" fill="hold"/>
                                        <p:tgtEl>
                                          <p:spTgt spid="87">
                                            <p:txEl>
                                              <p:pRg st="0" end="0"/>
                                            </p:txEl>
                                          </p:spTgt>
                                        </p:tgtEl>
                                        <p:attrNameLst>
                                          <p:attrName>ppt_x</p:attrName>
                                        </p:attrNameLst>
                                      </p:cBhvr>
                                      <p:tavLst>
                                        <p:tav tm="0">
                                          <p:val>
                                            <p:strVal val="1+#ppt_w/2"/>
                                          </p:val>
                                        </p:tav>
                                        <p:tav tm="100000">
                                          <p:val>
                                            <p:strVal val="#ppt_x"/>
                                          </p:val>
                                        </p:tav>
                                      </p:tavLst>
                                    </p:anim>
                                    <p:anim calcmode="lin" valueType="num">
                                      <p:cBhvr additive="base">
                                        <p:cTn id="159" dur="750" fill="hold"/>
                                        <p:tgtEl>
                                          <p:spTgt spid="87">
                                            <p:txEl>
                                              <p:pRg st="0" end="0"/>
                                            </p:txEl>
                                          </p:spTgt>
                                        </p:tgtEl>
                                        <p:attrNameLst>
                                          <p:attrName>ppt_y</p:attrName>
                                        </p:attrNameLst>
                                      </p:cBhvr>
                                      <p:tavLst>
                                        <p:tav tm="0">
                                          <p:val>
                                            <p:strVal val="#ppt_y"/>
                                          </p:val>
                                        </p:tav>
                                        <p:tav tm="100000">
                                          <p:val>
                                            <p:strVal val="#ppt_y"/>
                                          </p:val>
                                        </p:tav>
                                      </p:tavLst>
                                    </p:anim>
                                  </p:childTnLst>
                                </p:cTn>
                              </p:par>
                              <p:par>
                                <p:cTn id="160" presetID="2" presetClass="entr" presetSubtype="2" decel="98000" fill="hold" grpId="0" nodeType="withEffect">
                                  <p:stCondLst>
                                    <p:cond delay="0"/>
                                  </p:stCondLst>
                                  <p:childTnLst>
                                    <p:set>
                                      <p:cBhvr>
                                        <p:cTn id="161" dur="1" fill="hold">
                                          <p:stCondLst>
                                            <p:cond delay="0"/>
                                          </p:stCondLst>
                                        </p:cTn>
                                        <p:tgtEl>
                                          <p:spTgt spid="89"/>
                                        </p:tgtEl>
                                        <p:attrNameLst>
                                          <p:attrName>style.visibility</p:attrName>
                                        </p:attrNameLst>
                                      </p:cBhvr>
                                      <p:to>
                                        <p:strVal val="visible"/>
                                      </p:to>
                                    </p:set>
                                    <p:anim calcmode="lin" valueType="num">
                                      <p:cBhvr additive="base">
                                        <p:cTn id="162" dur="750" fill="hold"/>
                                        <p:tgtEl>
                                          <p:spTgt spid="89"/>
                                        </p:tgtEl>
                                        <p:attrNameLst>
                                          <p:attrName>ppt_x</p:attrName>
                                        </p:attrNameLst>
                                      </p:cBhvr>
                                      <p:tavLst>
                                        <p:tav tm="0">
                                          <p:val>
                                            <p:strVal val="1+#ppt_w/2"/>
                                          </p:val>
                                        </p:tav>
                                        <p:tav tm="100000">
                                          <p:val>
                                            <p:strVal val="#ppt_x"/>
                                          </p:val>
                                        </p:tav>
                                      </p:tavLst>
                                    </p:anim>
                                    <p:anim calcmode="lin" valueType="num">
                                      <p:cBhvr additive="base">
                                        <p:cTn id="163" dur="750" fill="hold"/>
                                        <p:tgtEl>
                                          <p:spTgt spid="89"/>
                                        </p:tgtEl>
                                        <p:attrNameLst>
                                          <p:attrName>ppt_y</p:attrName>
                                        </p:attrNameLst>
                                      </p:cBhvr>
                                      <p:tavLst>
                                        <p:tav tm="0">
                                          <p:val>
                                            <p:strVal val="#ppt_y"/>
                                          </p:val>
                                        </p:tav>
                                        <p:tav tm="100000">
                                          <p:val>
                                            <p:strVal val="#ppt_y"/>
                                          </p:val>
                                        </p:tav>
                                      </p:tavLst>
                                    </p:anim>
                                  </p:childTnLst>
                                </p:cTn>
                              </p:par>
                            </p:childTnLst>
                          </p:cTn>
                        </p:par>
                        <p:par>
                          <p:cTn id="164" fill="hold">
                            <p:stCondLst>
                              <p:cond delay="17100"/>
                            </p:stCondLst>
                            <p:childTnLst>
                              <p:par>
                                <p:cTn id="165" presetID="22" presetClass="entr" presetSubtype="8" fill="hold" grpId="0" nodeType="afterEffect">
                                  <p:stCondLst>
                                    <p:cond delay="0"/>
                                  </p:stCondLst>
                                  <p:childTnLst>
                                    <p:set>
                                      <p:cBhvr>
                                        <p:cTn id="166" dur="1" fill="hold">
                                          <p:stCondLst>
                                            <p:cond delay="0"/>
                                          </p:stCondLst>
                                        </p:cTn>
                                        <p:tgtEl>
                                          <p:spTgt spid="88">
                                            <p:txEl>
                                              <p:pRg st="0" end="0"/>
                                            </p:txEl>
                                          </p:spTgt>
                                        </p:tgtEl>
                                        <p:attrNameLst>
                                          <p:attrName>style.visibility</p:attrName>
                                        </p:attrNameLst>
                                      </p:cBhvr>
                                      <p:to>
                                        <p:strVal val="visible"/>
                                      </p:to>
                                    </p:set>
                                    <p:animEffect transition="in" filter="wipe(left)">
                                      <p:cBhvr>
                                        <p:cTn id="167" dur="500"/>
                                        <p:tgtEl>
                                          <p:spTgt spid="88">
                                            <p:txEl>
                                              <p:pRg st="0" end="0"/>
                                            </p:txEl>
                                          </p:spTgt>
                                        </p:tgtEl>
                                      </p:cBhvr>
                                    </p:animEffect>
                                  </p:childTnLst>
                                </p:cTn>
                              </p:par>
                            </p:childTnLst>
                          </p:cTn>
                        </p:par>
                        <p:par>
                          <p:cTn id="168" fill="hold">
                            <p:stCondLst>
                              <p:cond delay="17600"/>
                            </p:stCondLst>
                            <p:childTnLst>
                              <p:par>
                                <p:cTn id="169" presetID="10" presetClass="entr" presetSubtype="0" fill="hold" grpId="0" nodeType="after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500"/>
                                        <p:tgtEl>
                                          <p:spTgt spid="60"/>
                                        </p:tgtEl>
                                      </p:cBhvr>
                                    </p:animEffect>
                                  </p:childTnLst>
                                </p:cTn>
                              </p:par>
                            </p:childTnLst>
                          </p:cTn>
                        </p:par>
                        <p:par>
                          <p:cTn id="172" fill="hold">
                            <p:stCondLst>
                              <p:cond delay="18100"/>
                            </p:stCondLst>
                            <p:childTnLst>
                              <p:par>
                                <p:cTn id="173" presetID="22" presetClass="entr" presetSubtype="8" fill="hold" grpId="0" nodeType="afterEffect">
                                  <p:stCondLst>
                                    <p:cond delay="0"/>
                                  </p:stCondLst>
                                  <p:childTnLst>
                                    <p:set>
                                      <p:cBhvr>
                                        <p:cTn id="174" dur="1" fill="hold">
                                          <p:stCondLst>
                                            <p:cond delay="0"/>
                                          </p:stCondLst>
                                        </p:cTn>
                                        <p:tgtEl>
                                          <p:spTgt spid="61"/>
                                        </p:tgtEl>
                                        <p:attrNameLst>
                                          <p:attrName>style.visibility</p:attrName>
                                        </p:attrNameLst>
                                      </p:cBhvr>
                                      <p:to>
                                        <p:strVal val="visible"/>
                                      </p:to>
                                    </p:set>
                                    <p:animEffect transition="in" filter="wipe(left)">
                                      <p:cBhvr>
                                        <p:cTn id="175" dur="500"/>
                                        <p:tgtEl>
                                          <p:spTgt spid="61"/>
                                        </p:tgtEl>
                                      </p:cBhvr>
                                    </p:animEffect>
                                  </p:childTnLst>
                                </p:cTn>
                              </p:par>
                            </p:childTnLst>
                          </p:cTn>
                        </p:par>
                        <p:par>
                          <p:cTn id="176" fill="hold">
                            <p:stCondLst>
                              <p:cond delay="18600"/>
                            </p:stCondLst>
                            <p:childTnLst>
                              <p:par>
                                <p:cTn id="177" presetID="49" presetClass="entr" presetSubtype="0" decel="100000" fill="hold" grpId="0" nodeType="afterEffect">
                                  <p:stCondLst>
                                    <p:cond delay="0"/>
                                  </p:stCondLst>
                                  <p:childTnLst>
                                    <p:set>
                                      <p:cBhvr>
                                        <p:cTn id="178" dur="1" fill="hold">
                                          <p:stCondLst>
                                            <p:cond delay="0"/>
                                          </p:stCondLst>
                                        </p:cTn>
                                        <p:tgtEl>
                                          <p:spTgt spid="62"/>
                                        </p:tgtEl>
                                        <p:attrNameLst>
                                          <p:attrName>style.visibility</p:attrName>
                                        </p:attrNameLst>
                                      </p:cBhvr>
                                      <p:to>
                                        <p:strVal val="visible"/>
                                      </p:to>
                                    </p:set>
                                    <p:anim calcmode="lin" valueType="num">
                                      <p:cBhvr>
                                        <p:cTn id="179" dur="500" fill="hold"/>
                                        <p:tgtEl>
                                          <p:spTgt spid="62"/>
                                        </p:tgtEl>
                                        <p:attrNameLst>
                                          <p:attrName>ppt_w</p:attrName>
                                        </p:attrNameLst>
                                      </p:cBhvr>
                                      <p:tavLst>
                                        <p:tav tm="0">
                                          <p:val>
                                            <p:fltVal val="0"/>
                                          </p:val>
                                        </p:tav>
                                        <p:tav tm="100000">
                                          <p:val>
                                            <p:strVal val="#ppt_w"/>
                                          </p:val>
                                        </p:tav>
                                      </p:tavLst>
                                    </p:anim>
                                    <p:anim calcmode="lin" valueType="num">
                                      <p:cBhvr>
                                        <p:cTn id="180" dur="500" fill="hold"/>
                                        <p:tgtEl>
                                          <p:spTgt spid="62"/>
                                        </p:tgtEl>
                                        <p:attrNameLst>
                                          <p:attrName>ppt_h</p:attrName>
                                        </p:attrNameLst>
                                      </p:cBhvr>
                                      <p:tavLst>
                                        <p:tav tm="0">
                                          <p:val>
                                            <p:fltVal val="0"/>
                                          </p:val>
                                        </p:tav>
                                        <p:tav tm="100000">
                                          <p:val>
                                            <p:strVal val="#ppt_h"/>
                                          </p:val>
                                        </p:tav>
                                      </p:tavLst>
                                    </p:anim>
                                    <p:anim calcmode="lin" valueType="num">
                                      <p:cBhvr>
                                        <p:cTn id="181" dur="500" fill="hold"/>
                                        <p:tgtEl>
                                          <p:spTgt spid="62"/>
                                        </p:tgtEl>
                                        <p:attrNameLst>
                                          <p:attrName>style.rotation</p:attrName>
                                        </p:attrNameLst>
                                      </p:cBhvr>
                                      <p:tavLst>
                                        <p:tav tm="0">
                                          <p:val>
                                            <p:fltVal val="360"/>
                                          </p:val>
                                        </p:tav>
                                        <p:tav tm="100000">
                                          <p:val>
                                            <p:fltVal val="0"/>
                                          </p:val>
                                        </p:tav>
                                      </p:tavLst>
                                    </p:anim>
                                    <p:animEffect transition="in" filter="fade">
                                      <p:cBhvr>
                                        <p:cTn id="182" dur="500"/>
                                        <p:tgtEl>
                                          <p:spTgt spid="62"/>
                                        </p:tgtEl>
                                      </p:cBhvr>
                                    </p:animEffect>
                                  </p:childTnLst>
                                </p:cTn>
                              </p:par>
                            </p:childTnLst>
                          </p:cTn>
                        </p:par>
                        <p:par>
                          <p:cTn id="183" fill="hold">
                            <p:stCondLst>
                              <p:cond delay="19100"/>
                            </p:stCondLst>
                            <p:childTnLst>
                              <p:par>
                                <p:cTn id="184" presetID="22" presetClass="entr" presetSubtype="4" fill="hold" grpId="0" nodeType="after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wipe(down)">
                                      <p:cBhvr>
                                        <p:cTn id="186" dur="500"/>
                                        <p:tgtEl>
                                          <p:spTgt spid="63"/>
                                        </p:tgtEl>
                                      </p:cBhvr>
                                    </p:animEffect>
                                  </p:childTnLst>
                                </p:cTn>
                              </p:par>
                            </p:childTnLst>
                          </p:cTn>
                        </p:par>
                        <p:par>
                          <p:cTn id="187" fill="hold">
                            <p:stCondLst>
                              <p:cond delay="19600"/>
                            </p:stCondLst>
                            <p:childTnLst>
                              <p:par>
                                <p:cTn id="188" presetID="10" presetClass="entr" presetSubtype="0" fill="hold" grpId="0" nodeType="afterEffect">
                                  <p:stCondLst>
                                    <p:cond delay="0"/>
                                  </p:stCondLst>
                                  <p:childTnLst>
                                    <p:set>
                                      <p:cBhvr>
                                        <p:cTn id="189" dur="1" fill="hold">
                                          <p:stCondLst>
                                            <p:cond delay="0"/>
                                          </p:stCondLst>
                                        </p:cTn>
                                        <p:tgtEl>
                                          <p:spTgt spid="64"/>
                                        </p:tgtEl>
                                        <p:attrNameLst>
                                          <p:attrName>style.visibility</p:attrName>
                                        </p:attrNameLst>
                                      </p:cBhvr>
                                      <p:to>
                                        <p:strVal val="visible"/>
                                      </p:to>
                                    </p:set>
                                    <p:animEffect transition="in" filter="fade">
                                      <p:cBhvr>
                                        <p:cTn id="190" dur="500"/>
                                        <p:tgtEl>
                                          <p:spTgt spid="64"/>
                                        </p:tgtEl>
                                      </p:cBhvr>
                                    </p:animEffect>
                                  </p:childTnLst>
                                </p:cTn>
                              </p:par>
                            </p:childTnLst>
                          </p:cTn>
                        </p:par>
                        <p:par>
                          <p:cTn id="191" fill="hold">
                            <p:stCondLst>
                              <p:cond delay="20100"/>
                            </p:stCondLst>
                            <p:childTnLst>
                              <p:par>
                                <p:cTn id="192" presetID="22" presetClass="entr" presetSubtype="4" fill="hold" grpId="0" nodeType="afterEffect">
                                  <p:stCondLst>
                                    <p:cond delay="0"/>
                                  </p:stCondLst>
                                  <p:iterate type="lt">
                                    <p:tmPct val="10000"/>
                                  </p:iterate>
                                  <p:childTnLst>
                                    <p:set>
                                      <p:cBhvr>
                                        <p:cTn id="193" dur="1" fill="hold">
                                          <p:stCondLst>
                                            <p:cond delay="0"/>
                                          </p:stCondLst>
                                        </p:cTn>
                                        <p:tgtEl>
                                          <p:spTgt spid="82">
                                            <p:txEl>
                                              <p:pRg st="0" end="0"/>
                                            </p:txEl>
                                          </p:spTgt>
                                        </p:tgtEl>
                                        <p:attrNameLst>
                                          <p:attrName>style.visibility</p:attrName>
                                        </p:attrNameLst>
                                      </p:cBhvr>
                                      <p:to>
                                        <p:strVal val="visible"/>
                                      </p:to>
                                    </p:set>
                                    <p:animEffect transition="in" filter="wipe(down)">
                                      <p:cBhvr>
                                        <p:cTn id="194" dur="500"/>
                                        <p:tgtEl>
                                          <p:spTgt spid="82">
                                            <p:txEl>
                                              <p:pRg st="0" end="0"/>
                                            </p:txEl>
                                          </p:spTgt>
                                        </p:tgtEl>
                                      </p:cBhvr>
                                    </p:animEffect>
                                  </p:childTnLst>
                                </p:cTn>
                              </p:par>
                            </p:childTnLst>
                          </p:cTn>
                        </p:par>
                        <p:par>
                          <p:cTn id="195" fill="hold">
                            <p:stCondLst>
                              <p:cond delay="20750"/>
                            </p:stCondLst>
                            <p:childTnLst>
                              <p:par>
                                <p:cTn id="196" presetID="2" presetClass="entr" presetSubtype="2" decel="98000" fill="hold" grpId="0" nodeType="afterEffect">
                                  <p:stCondLst>
                                    <p:cond delay="0"/>
                                  </p:stCondLst>
                                  <p:childTnLst>
                                    <p:set>
                                      <p:cBhvr>
                                        <p:cTn id="197" dur="1" fill="hold">
                                          <p:stCondLst>
                                            <p:cond delay="0"/>
                                          </p:stCondLst>
                                        </p:cTn>
                                        <p:tgtEl>
                                          <p:spTgt spid="79">
                                            <p:txEl>
                                              <p:pRg st="0" end="0"/>
                                            </p:txEl>
                                          </p:spTgt>
                                        </p:tgtEl>
                                        <p:attrNameLst>
                                          <p:attrName>style.visibility</p:attrName>
                                        </p:attrNameLst>
                                      </p:cBhvr>
                                      <p:to>
                                        <p:strVal val="visible"/>
                                      </p:to>
                                    </p:set>
                                    <p:anim calcmode="lin" valueType="num">
                                      <p:cBhvr additive="base">
                                        <p:cTn id="198" dur="750" fill="hold"/>
                                        <p:tgtEl>
                                          <p:spTgt spid="79">
                                            <p:txEl>
                                              <p:pRg st="0" end="0"/>
                                            </p:txEl>
                                          </p:spTgt>
                                        </p:tgtEl>
                                        <p:attrNameLst>
                                          <p:attrName>ppt_x</p:attrName>
                                        </p:attrNameLst>
                                      </p:cBhvr>
                                      <p:tavLst>
                                        <p:tav tm="0">
                                          <p:val>
                                            <p:strVal val="1+#ppt_w/2"/>
                                          </p:val>
                                        </p:tav>
                                        <p:tav tm="100000">
                                          <p:val>
                                            <p:strVal val="#ppt_x"/>
                                          </p:val>
                                        </p:tav>
                                      </p:tavLst>
                                    </p:anim>
                                    <p:anim calcmode="lin" valueType="num">
                                      <p:cBhvr additive="base">
                                        <p:cTn id="199" dur="750" fill="hold"/>
                                        <p:tgtEl>
                                          <p:spTgt spid="79">
                                            <p:txEl>
                                              <p:pRg st="0" end="0"/>
                                            </p:txEl>
                                          </p:spTgt>
                                        </p:tgtEl>
                                        <p:attrNameLst>
                                          <p:attrName>ppt_y</p:attrName>
                                        </p:attrNameLst>
                                      </p:cBhvr>
                                      <p:tavLst>
                                        <p:tav tm="0">
                                          <p:val>
                                            <p:strVal val="#ppt_y"/>
                                          </p:val>
                                        </p:tav>
                                        <p:tav tm="100000">
                                          <p:val>
                                            <p:strVal val="#ppt_y"/>
                                          </p:val>
                                        </p:tav>
                                      </p:tavLst>
                                    </p:anim>
                                  </p:childTnLst>
                                </p:cTn>
                              </p:par>
                              <p:par>
                                <p:cTn id="200" presetID="2" presetClass="entr" presetSubtype="2" decel="98000" fill="hold" grpId="0" nodeType="withEffect">
                                  <p:stCondLst>
                                    <p:cond delay="0"/>
                                  </p:stCondLst>
                                  <p:childTnLst>
                                    <p:set>
                                      <p:cBhvr>
                                        <p:cTn id="201" dur="1" fill="hold">
                                          <p:stCondLst>
                                            <p:cond delay="0"/>
                                          </p:stCondLst>
                                        </p:cTn>
                                        <p:tgtEl>
                                          <p:spTgt spid="81"/>
                                        </p:tgtEl>
                                        <p:attrNameLst>
                                          <p:attrName>style.visibility</p:attrName>
                                        </p:attrNameLst>
                                      </p:cBhvr>
                                      <p:to>
                                        <p:strVal val="visible"/>
                                      </p:to>
                                    </p:set>
                                    <p:anim calcmode="lin" valueType="num">
                                      <p:cBhvr additive="base">
                                        <p:cTn id="202" dur="750" fill="hold"/>
                                        <p:tgtEl>
                                          <p:spTgt spid="81"/>
                                        </p:tgtEl>
                                        <p:attrNameLst>
                                          <p:attrName>ppt_x</p:attrName>
                                        </p:attrNameLst>
                                      </p:cBhvr>
                                      <p:tavLst>
                                        <p:tav tm="0">
                                          <p:val>
                                            <p:strVal val="1+#ppt_w/2"/>
                                          </p:val>
                                        </p:tav>
                                        <p:tav tm="100000">
                                          <p:val>
                                            <p:strVal val="#ppt_x"/>
                                          </p:val>
                                        </p:tav>
                                      </p:tavLst>
                                    </p:anim>
                                    <p:anim calcmode="lin" valueType="num">
                                      <p:cBhvr additive="base">
                                        <p:cTn id="203" dur="750" fill="hold"/>
                                        <p:tgtEl>
                                          <p:spTgt spid="81"/>
                                        </p:tgtEl>
                                        <p:attrNameLst>
                                          <p:attrName>ppt_y</p:attrName>
                                        </p:attrNameLst>
                                      </p:cBhvr>
                                      <p:tavLst>
                                        <p:tav tm="0">
                                          <p:val>
                                            <p:strVal val="#ppt_y"/>
                                          </p:val>
                                        </p:tav>
                                        <p:tav tm="100000">
                                          <p:val>
                                            <p:strVal val="#ppt_y"/>
                                          </p:val>
                                        </p:tav>
                                      </p:tavLst>
                                    </p:anim>
                                  </p:childTnLst>
                                </p:cTn>
                              </p:par>
                            </p:childTnLst>
                          </p:cTn>
                        </p:par>
                        <p:par>
                          <p:cTn id="204" fill="hold">
                            <p:stCondLst>
                              <p:cond delay="21500"/>
                            </p:stCondLst>
                            <p:childTnLst>
                              <p:par>
                                <p:cTn id="205" presetID="22" presetClass="entr" presetSubtype="8" fill="hold" grpId="0" nodeType="afterEffect">
                                  <p:stCondLst>
                                    <p:cond delay="0"/>
                                  </p:stCondLst>
                                  <p:childTnLst>
                                    <p:set>
                                      <p:cBhvr>
                                        <p:cTn id="206" dur="1" fill="hold">
                                          <p:stCondLst>
                                            <p:cond delay="0"/>
                                          </p:stCondLst>
                                        </p:cTn>
                                        <p:tgtEl>
                                          <p:spTgt spid="80">
                                            <p:txEl>
                                              <p:pRg st="0" end="0"/>
                                            </p:txEl>
                                          </p:spTgt>
                                        </p:tgtEl>
                                        <p:attrNameLst>
                                          <p:attrName>style.visibility</p:attrName>
                                        </p:attrNameLst>
                                      </p:cBhvr>
                                      <p:to>
                                        <p:strVal val="visible"/>
                                      </p:to>
                                    </p:set>
                                    <p:animEffect transition="in" filter="wipe(left)">
                                      <p:cBhvr>
                                        <p:cTn id="207" dur="500"/>
                                        <p:tgtEl>
                                          <p:spTgt spid="80">
                                            <p:txEl>
                                              <p:pRg st="0" end="0"/>
                                            </p:txEl>
                                          </p:spTgt>
                                        </p:tgtEl>
                                      </p:cBhvr>
                                    </p:animEffect>
                                  </p:childTnLst>
                                </p:cTn>
                              </p:par>
                            </p:childTnLst>
                          </p:cTn>
                        </p:par>
                        <p:par>
                          <p:cTn id="208" fill="hold">
                            <p:stCondLst>
                              <p:cond delay="22000"/>
                            </p:stCondLst>
                            <p:childTnLst>
                              <p:par>
                                <p:cTn id="209" presetID="10" presetClass="entr" presetSubtype="0" fill="hold" grpId="0" nodeType="afterEffect">
                                  <p:stCondLst>
                                    <p:cond delay="0"/>
                                  </p:stCondLst>
                                  <p:childTnLst>
                                    <p:set>
                                      <p:cBhvr>
                                        <p:cTn id="210" dur="1" fill="hold">
                                          <p:stCondLst>
                                            <p:cond delay="0"/>
                                          </p:stCondLst>
                                        </p:cTn>
                                        <p:tgtEl>
                                          <p:spTgt spid="66"/>
                                        </p:tgtEl>
                                        <p:attrNameLst>
                                          <p:attrName>style.visibility</p:attrName>
                                        </p:attrNameLst>
                                      </p:cBhvr>
                                      <p:to>
                                        <p:strVal val="visible"/>
                                      </p:to>
                                    </p:set>
                                    <p:animEffect transition="in" filter="fade">
                                      <p:cBhvr>
                                        <p:cTn id="211" dur="500"/>
                                        <p:tgtEl>
                                          <p:spTgt spid="66"/>
                                        </p:tgtEl>
                                      </p:cBhvr>
                                    </p:animEffect>
                                  </p:childTnLst>
                                </p:cTn>
                              </p:par>
                            </p:childTnLst>
                          </p:cTn>
                        </p:par>
                        <p:par>
                          <p:cTn id="212" fill="hold">
                            <p:stCondLst>
                              <p:cond delay="22500"/>
                            </p:stCondLst>
                            <p:childTnLst>
                              <p:par>
                                <p:cTn id="213" presetID="22" presetClass="entr" presetSubtype="8" fill="hold" grpId="0" nodeType="afterEffect">
                                  <p:stCondLst>
                                    <p:cond delay="0"/>
                                  </p:stCondLst>
                                  <p:childTnLst>
                                    <p:set>
                                      <p:cBhvr>
                                        <p:cTn id="214" dur="1" fill="hold">
                                          <p:stCondLst>
                                            <p:cond delay="0"/>
                                          </p:stCondLst>
                                        </p:cTn>
                                        <p:tgtEl>
                                          <p:spTgt spid="67"/>
                                        </p:tgtEl>
                                        <p:attrNameLst>
                                          <p:attrName>style.visibility</p:attrName>
                                        </p:attrNameLst>
                                      </p:cBhvr>
                                      <p:to>
                                        <p:strVal val="visible"/>
                                      </p:to>
                                    </p:set>
                                    <p:animEffect transition="in" filter="wipe(left)">
                                      <p:cBhvr>
                                        <p:cTn id="215"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6" grpId="0" animBg="1"/>
      <p:bldP spid="36" grpId="0" animBg="1"/>
      <p:bldP spid="37" grpId="0" animBg="1"/>
      <p:bldP spid="38" grpId="0" animBg="1"/>
      <p:bldP spid="39" grpId="0" animBg="1"/>
      <p:bldP spid="40" grpId="0" animBg="1"/>
      <p:bldP spid="41" grpId="0" animBg="1"/>
      <p:bldP spid="42" grpId="0" animBg="1"/>
      <p:bldP spid="48" grpId="0" animBg="1"/>
      <p:bldP spid="49" grpId="0" animBg="1"/>
      <p:bldP spid="50" grpId="0" animBg="1"/>
      <p:bldP spid="51" grpId="0" animBg="1"/>
      <p:bldP spid="52" grpId="0" animBg="1"/>
      <p:bldP spid="54" grpId="0" animBg="1"/>
      <p:bldP spid="55" grpId="0" animBg="1"/>
      <p:bldP spid="56" grpId="0" animBg="1"/>
      <p:bldP spid="57" grpId="0" animBg="1"/>
      <p:bldP spid="58" grpId="0" animBg="1"/>
      <p:bldP spid="60" grpId="0" animBg="1"/>
      <p:bldP spid="61" grpId="0" animBg="1"/>
      <p:bldP spid="62" grpId="0" animBg="1"/>
      <p:bldP spid="63" grpId="0" animBg="1"/>
      <p:bldP spid="64" grpId="0" animBg="1"/>
      <p:bldP spid="66" grpId="0" animBg="1"/>
      <p:bldP spid="71" grpId="0" build="p">
        <p:tmplLst>
          <p:tmpl lvl="1">
            <p:tnLst>
              <p:par>
                <p:cTn presetID="2" presetClass="entr" presetSubtype="2" decel="100000" fill="hold" nodeType="afterEffect">
                  <p:stCondLst>
                    <p:cond delay="0"/>
                  </p:stCondLst>
                  <p:childTnLst>
                    <p:set>
                      <p:cBhvr>
                        <p:cTn dur="1" fill="hold">
                          <p:stCondLst>
                            <p:cond delay="0"/>
                          </p:stCondLst>
                        </p:cTn>
                        <p:tgtEl>
                          <p:spTgt spid="71"/>
                        </p:tgtEl>
                        <p:attrNameLst>
                          <p:attrName>style.visibility</p:attrName>
                        </p:attrNameLst>
                      </p:cBhvr>
                      <p:to>
                        <p:strVal val="visible"/>
                      </p:to>
                    </p:set>
                    <p:anim calcmode="lin" valueType="num">
                      <p:cBhvr additive="base">
                        <p:cTn dur="750" fill="hold"/>
                        <p:tgtEl>
                          <p:spTgt spid="71"/>
                        </p:tgtEl>
                        <p:attrNameLst>
                          <p:attrName>ppt_x</p:attrName>
                        </p:attrNameLst>
                      </p:cBhvr>
                      <p:tavLst>
                        <p:tav tm="0">
                          <p:val>
                            <p:strVal val="1+#ppt_w/2"/>
                          </p:val>
                        </p:tav>
                        <p:tav tm="100000">
                          <p:val>
                            <p:strVal val="#ppt_x"/>
                          </p:val>
                        </p:tav>
                      </p:tavLst>
                    </p:anim>
                    <p:anim calcmode="lin" valueType="num">
                      <p:cBhvr additive="base">
                        <p:cTn dur="750" fill="hold"/>
                        <p:tgtEl>
                          <p:spTgt spid="71"/>
                        </p:tgtEl>
                        <p:attrNameLst>
                          <p:attrName>ppt_y</p:attrName>
                        </p:attrNameLst>
                      </p:cBhvr>
                      <p:tavLst>
                        <p:tav tm="0">
                          <p:val>
                            <p:strVal val="#ppt_y"/>
                          </p:val>
                        </p:tav>
                        <p:tav tm="100000">
                          <p:val>
                            <p:strVal val="#ppt_y"/>
                          </p:val>
                        </p:tav>
                      </p:tavLst>
                    </p:anim>
                  </p:childTnLst>
                </p:cTn>
              </p:par>
            </p:tnLst>
          </p:tmpl>
        </p:tmplLst>
      </p:bldP>
      <p:bldP spid="72" grpId="0" build="p">
        <p:tmplLst>
          <p:tmpl lvl="1">
            <p:tnLst>
              <p:par>
                <p:cTn presetID="22" presetClass="entr" presetSubtype="8" fill="hold" nodeType="after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wipe(left)">
                      <p:cBhvr>
                        <p:cTn dur="500"/>
                        <p:tgtEl>
                          <p:spTgt spid="72"/>
                        </p:tgtEl>
                      </p:cBhvr>
                    </p:animEffect>
                  </p:childTnLst>
                </p:cTn>
              </p:par>
            </p:tnLst>
          </p:tmpl>
        </p:tmplLst>
      </p:bldP>
      <p:bldP spid="73" grpId="0" animBg="1"/>
      <p:bldP spid="74" grpId="0" build="p">
        <p:tmplLst>
          <p:tmpl lvl="1">
            <p:tnLst>
              <p:par>
                <p:cTn presetID="22" presetClass="entr" presetSubtype="8" fill="hold" nodeType="afterEffect">
                  <p:stCondLst>
                    <p:cond delay="0"/>
                  </p:stCondLst>
                  <p:iterate type="lt">
                    <p:tmPct val="10000"/>
                  </p:iterate>
                  <p:childTnLst>
                    <p:set>
                      <p:cBhvr>
                        <p:cTn dur="1" fill="hold">
                          <p:stCondLst>
                            <p:cond delay="0"/>
                          </p:stCondLst>
                        </p:cTn>
                        <p:tgtEl>
                          <p:spTgt spid="74"/>
                        </p:tgtEl>
                        <p:attrNameLst>
                          <p:attrName>style.visibility</p:attrName>
                        </p:attrNameLst>
                      </p:cBhvr>
                      <p:to>
                        <p:strVal val="visible"/>
                      </p:to>
                    </p:set>
                    <p:animEffect transition="in" filter="wipe(left)">
                      <p:cBhvr>
                        <p:cTn dur="500"/>
                        <p:tgtEl>
                          <p:spTgt spid="74"/>
                        </p:tgtEl>
                      </p:cBhvr>
                    </p:animEffect>
                  </p:childTnLst>
                </p:cTn>
              </p:par>
            </p:tnLst>
          </p:tmpl>
        </p:tmplLst>
      </p:bldP>
      <p:bldP spid="75" grpId="0" build="p">
        <p:tmplLst>
          <p:tmpl lvl="1">
            <p:tnLst>
              <p:par>
                <p:cTn presetID="2" presetClass="entr" presetSubtype="2" decel="98000" fill="hold" nodeType="afterEffect">
                  <p:stCondLst>
                    <p:cond delay="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750" fill="hold"/>
                        <p:tgtEl>
                          <p:spTgt spid="75"/>
                        </p:tgtEl>
                        <p:attrNameLst>
                          <p:attrName>ppt_x</p:attrName>
                        </p:attrNameLst>
                      </p:cBhvr>
                      <p:tavLst>
                        <p:tav tm="0">
                          <p:val>
                            <p:strVal val="1+#ppt_w/2"/>
                          </p:val>
                        </p:tav>
                        <p:tav tm="100000">
                          <p:val>
                            <p:strVal val="#ppt_x"/>
                          </p:val>
                        </p:tav>
                      </p:tavLst>
                    </p:anim>
                    <p:anim calcmode="lin" valueType="num">
                      <p:cBhvr additive="base">
                        <p:cTn dur="750" fill="hold"/>
                        <p:tgtEl>
                          <p:spTgt spid="75"/>
                        </p:tgtEl>
                        <p:attrNameLst>
                          <p:attrName>ppt_y</p:attrName>
                        </p:attrNameLst>
                      </p:cBhvr>
                      <p:tavLst>
                        <p:tav tm="0">
                          <p:val>
                            <p:strVal val="#ppt_y"/>
                          </p:val>
                        </p:tav>
                        <p:tav tm="100000">
                          <p:val>
                            <p:strVal val="#ppt_y"/>
                          </p:val>
                        </p:tav>
                      </p:tavLst>
                    </p:anim>
                  </p:childTnLst>
                </p:cTn>
              </p:par>
            </p:tnLst>
          </p:tmpl>
        </p:tmplLst>
      </p:bldP>
      <p:bldP spid="76" grpId="0" build="p">
        <p:tmplLst>
          <p:tmpl lvl="1">
            <p:tnLst>
              <p:par>
                <p:cTn presetID="22" presetClass="entr" presetSubtype="8" fill="hold" nodeType="afterEffect">
                  <p:stCondLst>
                    <p:cond delay="0"/>
                  </p:stCondLst>
                  <p:childTnLst>
                    <p:set>
                      <p:cBhvr>
                        <p:cTn dur="1" fill="hold">
                          <p:stCondLst>
                            <p:cond delay="0"/>
                          </p:stCondLst>
                        </p:cTn>
                        <p:tgtEl>
                          <p:spTgt spid="76"/>
                        </p:tgtEl>
                        <p:attrNameLst>
                          <p:attrName>style.visibility</p:attrName>
                        </p:attrNameLst>
                      </p:cBhvr>
                      <p:to>
                        <p:strVal val="visible"/>
                      </p:to>
                    </p:set>
                    <p:animEffect transition="in" filter="wipe(left)">
                      <p:cBhvr>
                        <p:cTn dur="500"/>
                        <p:tgtEl>
                          <p:spTgt spid="76"/>
                        </p:tgtEl>
                      </p:cBhvr>
                    </p:animEffect>
                  </p:childTnLst>
                </p:cTn>
              </p:par>
            </p:tnLst>
          </p:tmpl>
        </p:tmplLst>
      </p:bldP>
      <p:bldP spid="77" grpId="0" animBg="1"/>
      <p:bldP spid="78" grpId="0" build="p">
        <p:tmplLst>
          <p:tmpl lvl="1">
            <p:tnLst>
              <p:par>
                <p:cTn presetID="22" presetClass="entr" presetSubtype="4" fill="hold" nodeType="afterEffect">
                  <p:stCondLst>
                    <p:cond delay="0"/>
                  </p:stCondLst>
                  <p:iterate type="lt">
                    <p:tmPct val="10000"/>
                  </p:iterate>
                  <p:childTnLst>
                    <p:set>
                      <p:cBhvr>
                        <p:cTn dur="1" fill="hold">
                          <p:stCondLst>
                            <p:cond delay="0"/>
                          </p:stCondLst>
                        </p:cTn>
                        <p:tgtEl>
                          <p:spTgt spid="78"/>
                        </p:tgtEl>
                        <p:attrNameLst>
                          <p:attrName>style.visibility</p:attrName>
                        </p:attrNameLst>
                      </p:cBhvr>
                      <p:to>
                        <p:strVal val="visible"/>
                      </p:to>
                    </p:set>
                    <p:animEffect transition="in" filter="wipe(down)">
                      <p:cBhvr>
                        <p:cTn dur="500"/>
                        <p:tgtEl>
                          <p:spTgt spid="78"/>
                        </p:tgtEl>
                      </p:cBhvr>
                    </p:animEffect>
                  </p:childTnLst>
                </p:cTn>
              </p:par>
            </p:tnLst>
          </p:tmpl>
        </p:tmplLst>
      </p:bldP>
      <p:bldP spid="79" grpId="0" build="p">
        <p:tmplLst>
          <p:tmpl lvl="1">
            <p:tnLst>
              <p:par>
                <p:cTn presetID="2" presetClass="entr" presetSubtype="2" decel="98000" fill="hold" nodeType="afterEffect">
                  <p:stCondLst>
                    <p:cond delay="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750" fill="hold"/>
                        <p:tgtEl>
                          <p:spTgt spid="79"/>
                        </p:tgtEl>
                        <p:attrNameLst>
                          <p:attrName>ppt_x</p:attrName>
                        </p:attrNameLst>
                      </p:cBhvr>
                      <p:tavLst>
                        <p:tav tm="0">
                          <p:val>
                            <p:strVal val="1+#ppt_w/2"/>
                          </p:val>
                        </p:tav>
                        <p:tav tm="100000">
                          <p:val>
                            <p:strVal val="#ppt_x"/>
                          </p:val>
                        </p:tav>
                      </p:tavLst>
                    </p:anim>
                    <p:anim calcmode="lin" valueType="num">
                      <p:cBhvr additive="base">
                        <p:cTn dur="750" fill="hold"/>
                        <p:tgtEl>
                          <p:spTgt spid="79"/>
                        </p:tgtEl>
                        <p:attrNameLst>
                          <p:attrName>ppt_y</p:attrName>
                        </p:attrNameLst>
                      </p:cBhvr>
                      <p:tavLst>
                        <p:tav tm="0">
                          <p:val>
                            <p:strVal val="#ppt_y"/>
                          </p:val>
                        </p:tav>
                        <p:tav tm="100000">
                          <p:val>
                            <p:strVal val="#ppt_y"/>
                          </p:val>
                        </p:tav>
                      </p:tavLst>
                    </p:anim>
                  </p:childTnLst>
                </p:cTn>
              </p:par>
            </p:tnLst>
          </p:tmpl>
        </p:tmplLst>
      </p:bldP>
      <p:bldP spid="80" grpId="0" build="p">
        <p:tmplLst>
          <p:tmpl lvl="1">
            <p:tnLst>
              <p:par>
                <p:cTn presetID="22" presetClass="entr" presetSubtype="8" fill="hold" nodeType="afterEffect">
                  <p:stCondLst>
                    <p:cond delay="0"/>
                  </p:stCondLst>
                  <p:childTnLst>
                    <p:set>
                      <p:cBhvr>
                        <p:cTn dur="1" fill="hold">
                          <p:stCondLst>
                            <p:cond delay="0"/>
                          </p:stCondLst>
                        </p:cTn>
                        <p:tgtEl>
                          <p:spTgt spid="80"/>
                        </p:tgtEl>
                        <p:attrNameLst>
                          <p:attrName>style.visibility</p:attrName>
                        </p:attrNameLst>
                      </p:cBhvr>
                      <p:to>
                        <p:strVal val="visible"/>
                      </p:to>
                    </p:set>
                    <p:animEffect transition="in" filter="wipe(left)">
                      <p:cBhvr>
                        <p:cTn dur="500"/>
                        <p:tgtEl>
                          <p:spTgt spid="80"/>
                        </p:tgtEl>
                      </p:cBhvr>
                    </p:animEffect>
                  </p:childTnLst>
                </p:cTn>
              </p:par>
            </p:tnLst>
          </p:tmpl>
        </p:tmplLst>
      </p:bldP>
      <p:bldP spid="81" grpId="0" animBg="1"/>
      <p:bldP spid="82" grpId="0" build="p">
        <p:tmplLst>
          <p:tmpl lvl="1">
            <p:tnLst>
              <p:par>
                <p:cTn presetID="22" presetClass="entr" presetSubtype="4" fill="hold" nodeType="afterEffect">
                  <p:stCondLst>
                    <p:cond delay="0"/>
                  </p:stCondLst>
                  <p:iterate type="lt">
                    <p:tmPct val="10000"/>
                  </p:iterate>
                  <p:childTnLst>
                    <p:set>
                      <p:cBhvr>
                        <p:cTn dur="1" fill="hold">
                          <p:stCondLst>
                            <p:cond delay="0"/>
                          </p:stCondLst>
                        </p:cTn>
                        <p:tgtEl>
                          <p:spTgt spid="82"/>
                        </p:tgtEl>
                        <p:attrNameLst>
                          <p:attrName>style.visibility</p:attrName>
                        </p:attrNameLst>
                      </p:cBhvr>
                      <p:to>
                        <p:strVal val="visible"/>
                      </p:to>
                    </p:set>
                    <p:animEffect transition="in" filter="wipe(down)">
                      <p:cBhvr>
                        <p:cTn dur="500"/>
                        <p:tgtEl>
                          <p:spTgt spid="82"/>
                        </p:tgtEl>
                      </p:cBhvr>
                    </p:animEffect>
                  </p:childTnLst>
                </p:cTn>
              </p:par>
            </p:tnLst>
          </p:tmpl>
        </p:tmplLst>
      </p:bldP>
      <p:bldP spid="83" grpId="0" build="p">
        <p:tmplLst>
          <p:tmpl lvl="1">
            <p:tnLst>
              <p:par>
                <p:cTn presetID="2" presetClass="entr" presetSubtype="2" decel="98000" fill="hold" nodeType="afterEffect">
                  <p:stCondLst>
                    <p:cond delay="0"/>
                  </p:stCondLst>
                  <p:childTnLst>
                    <p:set>
                      <p:cBhvr>
                        <p:cTn dur="1" fill="hold">
                          <p:stCondLst>
                            <p:cond delay="0"/>
                          </p:stCondLst>
                        </p:cTn>
                        <p:tgtEl>
                          <p:spTgt spid="83"/>
                        </p:tgtEl>
                        <p:attrNameLst>
                          <p:attrName>style.visibility</p:attrName>
                        </p:attrNameLst>
                      </p:cBhvr>
                      <p:to>
                        <p:strVal val="visible"/>
                      </p:to>
                    </p:set>
                    <p:anim calcmode="lin" valueType="num">
                      <p:cBhvr additive="base">
                        <p:cTn dur="750" fill="hold"/>
                        <p:tgtEl>
                          <p:spTgt spid="83"/>
                        </p:tgtEl>
                        <p:attrNameLst>
                          <p:attrName>ppt_x</p:attrName>
                        </p:attrNameLst>
                      </p:cBhvr>
                      <p:tavLst>
                        <p:tav tm="0">
                          <p:val>
                            <p:strVal val="1+#ppt_w/2"/>
                          </p:val>
                        </p:tav>
                        <p:tav tm="100000">
                          <p:val>
                            <p:strVal val="#ppt_x"/>
                          </p:val>
                        </p:tav>
                      </p:tavLst>
                    </p:anim>
                    <p:anim calcmode="lin" valueType="num">
                      <p:cBhvr additive="base">
                        <p:cTn dur="750" fill="hold"/>
                        <p:tgtEl>
                          <p:spTgt spid="83"/>
                        </p:tgtEl>
                        <p:attrNameLst>
                          <p:attrName>ppt_y</p:attrName>
                        </p:attrNameLst>
                      </p:cBhvr>
                      <p:tavLst>
                        <p:tav tm="0">
                          <p:val>
                            <p:strVal val="#ppt_y"/>
                          </p:val>
                        </p:tav>
                        <p:tav tm="100000">
                          <p:val>
                            <p:strVal val="#ppt_y"/>
                          </p:val>
                        </p:tav>
                      </p:tavLst>
                    </p:anim>
                  </p:childTnLst>
                </p:cTn>
              </p:par>
            </p:tnLst>
          </p:tmpl>
        </p:tmplLst>
      </p:bldP>
      <p:bldP spid="84" grpId="0" build="p">
        <p:tmplLst>
          <p:tmpl lvl="1">
            <p:tnLst>
              <p:par>
                <p:cTn presetID="22" presetClass="entr" presetSubtype="8" fill="hold" nodeType="after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wipe(left)">
                      <p:cBhvr>
                        <p:cTn dur="500"/>
                        <p:tgtEl>
                          <p:spTgt spid="84"/>
                        </p:tgtEl>
                      </p:cBhvr>
                    </p:animEffect>
                  </p:childTnLst>
                </p:cTn>
              </p:par>
            </p:tnLst>
          </p:tmpl>
        </p:tmplLst>
      </p:bldP>
      <p:bldP spid="85" grpId="0" animBg="1"/>
      <p:bldP spid="86" grpId="0" build="p">
        <p:tmplLst>
          <p:tmpl lvl="1">
            <p:tnLst>
              <p:par>
                <p:cTn presetID="22" presetClass="entr" presetSubtype="4" fill="hold" nodeType="afterEffect">
                  <p:stCondLst>
                    <p:cond delay="0"/>
                  </p:stCondLst>
                  <p:iterate type="lt">
                    <p:tmPct val="10000"/>
                  </p:iterate>
                  <p:childTnLst>
                    <p:set>
                      <p:cBhvr>
                        <p:cTn dur="1" fill="hold">
                          <p:stCondLst>
                            <p:cond delay="0"/>
                          </p:stCondLst>
                        </p:cTn>
                        <p:tgtEl>
                          <p:spTgt spid="86"/>
                        </p:tgtEl>
                        <p:attrNameLst>
                          <p:attrName>style.visibility</p:attrName>
                        </p:attrNameLst>
                      </p:cBhvr>
                      <p:to>
                        <p:strVal val="visible"/>
                      </p:to>
                    </p:set>
                    <p:animEffect transition="in" filter="wipe(down)">
                      <p:cBhvr>
                        <p:cTn dur="500"/>
                        <p:tgtEl>
                          <p:spTgt spid="86"/>
                        </p:tgtEl>
                      </p:cBhvr>
                    </p:animEffect>
                  </p:childTnLst>
                </p:cTn>
              </p:par>
            </p:tnLst>
          </p:tmpl>
        </p:tmplLst>
      </p:bldP>
      <p:bldP spid="87" grpId="0" build="p">
        <p:tmplLst>
          <p:tmpl lvl="1">
            <p:tnLst>
              <p:par>
                <p:cTn presetID="2" presetClass="entr" presetSubtype="2" decel="98000" fill="hold" nodeType="afterEffect">
                  <p:stCondLst>
                    <p:cond delay="0"/>
                  </p:stCondLst>
                  <p:childTnLst>
                    <p:set>
                      <p:cBhvr>
                        <p:cTn dur="1" fill="hold">
                          <p:stCondLst>
                            <p:cond delay="0"/>
                          </p:stCondLst>
                        </p:cTn>
                        <p:tgtEl>
                          <p:spTgt spid="87"/>
                        </p:tgtEl>
                        <p:attrNameLst>
                          <p:attrName>style.visibility</p:attrName>
                        </p:attrNameLst>
                      </p:cBhvr>
                      <p:to>
                        <p:strVal val="visible"/>
                      </p:to>
                    </p:set>
                    <p:anim calcmode="lin" valueType="num">
                      <p:cBhvr additive="base">
                        <p:cTn dur="750" fill="hold"/>
                        <p:tgtEl>
                          <p:spTgt spid="87"/>
                        </p:tgtEl>
                        <p:attrNameLst>
                          <p:attrName>ppt_x</p:attrName>
                        </p:attrNameLst>
                      </p:cBhvr>
                      <p:tavLst>
                        <p:tav tm="0">
                          <p:val>
                            <p:strVal val="1+#ppt_w/2"/>
                          </p:val>
                        </p:tav>
                        <p:tav tm="100000">
                          <p:val>
                            <p:strVal val="#ppt_x"/>
                          </p:val>
                        </p:tav>
                      </p:tavLst>
                    </p:anim>
                    <p:anim calcmode="lin" valueType="num">
                      <p:cBhvr additive="base">
                        <p:cTn dur="750" fill="hold"/>
                        <p:tgtEl>
                          <p:spTgt spid="87"/>
                        </p:tgtEl>
                        <p:attrNameLst>
                          <p:attrName>ppt_y</p:attrName>
                        </p:attrNameLst>
                      </p:cBhvr>
                      <p:tavLst>
                        <p:tav tm="0">
                          <p:val>
                            <p:strVal val="#ppt_y"/>
                          </p:val>
                        </p:tav>
                        <p:tav tm="100000">
                          <p:val>
                            <p:strVal val="#ppt_y"/>
                          </p:val>
                        </p:tav>
                      </p:tavLst>
                    </p:anim>
                  </p:childTnLst>
                </p:cTn>
              </p:par>
            </p:tnLst>
          </p:tmpl>
        </p:tmplLst>
      </p:bldP>
      <p:bldP spid="88" grpId="0" build="p">
        <p:tmplLst>
          <p:tmpl lvl="1">
            <p:tnLst>
              <p:par>
                <p:cTn presetID="22" presetClass="entr" presetSubtype="8" fill="hold" nodeType="afterEffect">
                  <p:stCondLst>
                    <p:cond delay="0"/>
                  </p:stCondLst>
                  <p:childTnLst>
                    <p:set>
                      <p:cBhvr>
                        <p:cTn dur="1" fill="hold">
                          <p:stCondLst>
                            <p:cond delay="0"/>
                          </p:stCondLst>
                        </p:cTn>
                        <p:tgtEl>
                          <p:spTgt spid="88"/>
                        </p:tgtEl>
                        <p:attrNameLst>
                          <p:attrName>style.visibility</p:attrName>
                        </p:attrNameLst>
                      </p:cBhvr>
                      <p:to>
                        <p:strVal val="visible"/>
                      </p:to>
                    </p:set>
                    <p:animEffect transition="in" filter="wipe(left)">
                      <p:cBhvr>
                        <p:cTn dur="500"/>
                        <p:tgtEl>
                          <p:spTgt spid="88"/>
                        </p:tgtEl>
                      </p:cBhvr>
                    </p:animEffect>
                  </p:childTnLst>
                </p:cTn>
              </p:par>
            </p:tnLst>
          </p:tmpl>
        </p:tmplLst>
      </p:bldP>
      <p:bldP spid="89" grpId="0" animBg="1"/>
      <p:bldP spid="90" grpId="0" build="p">
        <p:tmplLst>
          <p:tmpl lvl="1">
            <p:tnLst>
              <p:par>
                <p:cTn presetID="22" presetClass="entr" presetSubtype="4" fill="hold" nodeType="afterEffect">
                  <p:stCondLst>
                    <p:cond delay="0"/>
                  </p:stCondLst>
                  <p:iterate type="lt">
                    <p:tmPct val="10000"/>
                  </p:iterate>
                  <p:childTnLst>
                    <p:set>
                      <p:cBhvr>
                        <p:cTn dur="1" fill="hold">
                          <p:stCondLst>
                            <p:cond delay="0"/>
                          </p:stCondLst>
                        </p:cTn>
                        <p:tgtEl>
                          <p:spTgt spid="90"/>
                        </p:tgtEl>
                        <p:attrNameLst>
                          <p:attrName>style.visibility</p:attrName>
                        </p:attrNameLst>
                      </p:cBhvr>
                      <p:to>
                        <p:strVal val="visible"/>
                      </p:to>
                    </p:set>
                    <p:animEffect transition="in" filter="wipe(down)">
                      <p:cBhvr>
                        <p:cTn dur="500"/>
                        <p:tgtEl>
                          <p:spTgt spid="90"/>
                        </p:tgtEl>
                      </p:cBhvr>
                    </p:animEffect>
                  </p:childTnLst>
                </p:cTn>
              </p:par>
            </p:tnLst>
          </p:tmpl>
        </p:tmplLst>
      </p:bldP>
      <p:bldP spid="67"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 keyword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1" y="3775955"/>
            <a:ext cx="18286412" cy="1947863"/>
          </a:xfrm>
          <a:prstGeom prst="rect">
            <a:avLst/>
          </a:prstGeom>
          <a:solidFill>
            <a:schemeClr val="tx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二等辺三角形 7"/>
          <p:cNvSpPr/>
          <p:nvPr userDrawn="1"/>
        </p:nvSpPr>
        <p:spPr>
          <a:xfrm>
            <a:off x="8043640" y="3307951"/>
            <a:ext cx="945094" cy="467072"/>
          </a:xfrm>
          <a:custGeom>
            <a:avLst/>
            <a:gdLst/>
            <a:ahLst/>
            <a:cxnLst/>
            <a:rect l="l" t="t" r="r" b="b"/>
            <a:pathLst>
              <a:path w="945094" h="467072">
                <a:moveTo>
                  <a:pt x="467072" y="0"/>
                </a:moveTo>
                <a:lnTo>
                  <a:pt x="945094" y="467072"/>
                </a:lnTo>
                <a:lnTo>
                  <a:pt x="0" y="467072"/>
                </a:ln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33"/>
          <p:cNvSpPr/>
          <p:nvPr userDrawn="1"/>
        </p:nvSpPr>
        <p:spPr>
          <a:xfrm rot="10800000">
            <a:off x="3503785" y="5722886"/>
            <a:ext cx="951623" cy="468000"/>
          </a:xfrm>
          <a:custGeom>
            <a:avLst/>
            <a:gdLst/>
            <a:ahLst/>
            <a:cxnLst/>
            <a:rect l="l" t="t" r="r" b="b"/>
            <a:pathLst>
              <a:path w="951623" h="468000">
                <a:moveTo>
                  <a:pt x="951623" y="468000"/>
                </a:moveTo>
                <a:lnTo>
                  <a:pt x="0" y="468000"/>
                </a:lnTo>
                <a:lnTo>
                  <a:pt x="269575" y="198426"/>
                </a:lnTo>
                <a:lnTo>
                  <a:pt x="472652" y="0"/>
                </a:ln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二等辺三角形 7"/>
          <p:cNvSpPr/>
          <p:nvPr userDrawn="1"/>
        </p:nvSpPr>
        <p:spPr>
          <a:xfrm>
            <a:off x="10853552" y="3307951"/>
            <a:ext cx="945094" cy="467072"/>
          </a:xfrm>
          <a:custGeom>
            <a:avLst/>
            <a:gdLst/>
            <a:ahLst/>
            <a:cxnLst/>
            <a:rect l="l" t="t" r="r" b="b"/>
            <a:pathLst>
              <a:path w="945094" h="467072">
                <a:moveTo>
                  <a:pt x="467072" y="0"/>
                </a:moveTo>
                <a:lnTo>
                  <a:pt x="945094" y="467072"/>
                </a:lnTo>
                <a:lnTo>
                  <a:pt x="0" y="467072"/>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二等辺三角形 33"/>
          <p:cNvSpPr/>
          <p:nvPr userDrawn="1"/>
        </p:nvSpPr>
        <p:spPr>
          <a:xfrm rot="10800000">
            <a:off x="6313697" y="5722886"/>
            <a:ext cx="951623" cy="468000"/>
          </a:xfrm>
          <a:custGeom>
            <a:avLst/>
            <a:gdLst/>
            <a:ahLst/>
            <a:cxnLst/>
            <a:rect l="l" t="t" r="r" b="b"/>
            <a:pathLst>
              <a:path w="951623" h="468000">
                <a:moveTo>
                  <a:pt x="951623" y="468000"/>
                </a:moveTo>
                <a:lnTo>
                  <a:pt x="0" y="468000"/>
                </a:lnTo>
                <a:lnTo>
                  <a:pt x="269575" y="198426"/>
                </a:lnTo>
                <a:lnTo>
                  <a:pt x="472652"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二等辺三角形 7"/>
          <p:cNvSpPr/>
          <p:nvPr userDrawn="1"/>
        </p:nvSpPr>
        <p:spPr>
          <a:xfrm>
            <a:off x="13663464" y="3307951"/>
            <a:ext cx="945094" cy="467072"/>
          </a:xfrm>
          <a:custGeom>
            <a:avLst/>
            <a:gdLst/>
            <a:ahLst/>
            <a:cxnLst/>
            <a:rect l="l" t="t" r="r" b="b"/>
            <a:pathLst>
              <a:path w="945094" h="467072">
                <a:moveTo>
                  <a:pt x="467072" y="0"/>
                </a:moveTo>
                <a:lnTo>
                  <a:pt x="945094" y="467072"/>
                </a:lnTo>
                <a:lnTo>
                  <a:pt x="0" y="467072"/>
                </a:lnTo>
                <a:close/>
              </a:path>
            </a:pathLst>
          </a:cu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二等辺三角形 33"/>
          <p:cNvSpPr/>
          <p:nvPr userDrawn="1"/>
        </p:nvSpPr>
        <p:spPr>
          <a:xfrm rot="10800000">
            <a:off x="9123609" y="5722886"/>
            <a:ext cx="951623" cy="468000"/>
          </a:xfrm>
          <a:custGeom>
            <a:avLst/>
            <a:gdLst/>
            <a:ahLst/>
            <a:cxnLst/>
            <a:rect l="l" t="t" r="r" b="b"/>
            <a:pathLst>
              <a:path w="951623" h="468000">
                <a:moveTo>
                  <a:pt x="951623" y="468000"/>
                </a:moveTo>
                <a:lnTo>
                  <a:pt x="0" y="468000"/>
                </a:lnTo>
                <a:lnTo>
                  <a:pt x="269575" y="198426"/>
                </a:lnTo>
                <a:lnTo>
                  <a:pt x="472652" y="0"/>
                </a:lnTo>
                <a:close/>
              </a:path>
            </a:pathLst>
          </a:cu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7"/>
          <p:cNvSpPr/>
          <p:nvPr userDrawn="1"/>
        </p:nvSpPr>
        <p:spPr>
          <a:xfrm>
            <a:off x="16473376" y="3307951"/>
            <a:ext cx="945094" cy="467072"/>
          </a:xfrm>
          <a:custGeom>
            <a:avLst/>
            <a:gdLst/>
            <a:ahLst/>
            <a:cxnLst/>
            <a:rect l="l" t="t" r="r" b="b"/>
            <a:pathLst>
              <a:path w="945094" h="467072">
                <a:moveTo>
                  <a:pt x="467072" y="0"/>
                </a:moveTo>
                <a:lnTo>
                  <a:pt x="945094" y="467072"/>
                </a:lnTo>
                <a:lnTo>
                  <a:pt x="0" y="467072"/>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二等辺三角形 33"/>
          <p:cNvSpPr/>
          <p:nvPr userDrawn="1"/>
        </p:nvSpPr>
        <p:spPr>
          <a:xfrm rot="10800000">
            <a:off x="11933521" y="5722886"/>
            <a:ext cx="951623" cy="468000"/>
          </a:xfrm>
          <a:custGeom>
            <a:avLst/>
            <a:gdLst/>
            <a:ahLst/>
            <a:cxnLst/>
            <a:rect l="l" t="t" r="r" b="b"/>
            <a:pathLst>
              <a:path w="951623" h="468000">
                <a:moveTo>
                  <a:pt x="951623" y="468000"/>
                </a:moveTo>
                <a:lnTo>
                  <a:pt x="0" y="468000"/>
                </a:lnTo>
                <a:lnTo>
                  <a:pt x="269575" y="198426"/>
                </a:lnTo>
                <a:lnTo>
                  <a:pt x="472652" y="0"/>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二等辺三角形 7"/>
          <p:cNvSpPr/>
          <p:nvPr userDrawn="1"/>
        </p:nvSpPr>
        <p:spPr>
          <a:xfrm>
            <a:off x="5233728" y="3307951"/>
            <a:ext cx="945094" cy="467072"/>
          </a:xfrm>
          <a:custGeom>
            <a:avLst/>
            <a:gdLst/>
            <a:ahLst/>
            <a:cxnLst/>
            <a:rect l="l" t="t" r="r" b="b"/>
            <a:pathLst>
              <a:path w="945094" h="467072">
                <a:moveTo>
                  <a:pt x="467072" y="0"/>
                </a:moveTo>
                <a:lnTo>
                  <a:pt x="945094" y="467072"/>
                </a:lnTo>
                <a:lnTo>
                  <a:pt x="0" y="467072"/>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二等辺三角形 33"/>
          <p:cNvSpPr/>
          <p:nvPr userDrawn="1"/>
        </p:nvSpPr>
        <p:spPr>
          <a:xfrm rot="10800000">
            <a:off x="693873" y="5722886"/>
            <a:ext cx="951623" cy="468000"/>
          </a:xfrm>
          <a:custGeom>
            <a:avLst/>
            <a:gdLst/>
            <a:ahLst/>
            <a:cxnLst/>
            <a:rect l="l" t="t" r="r" b="b"/>
            <a:pathLst>
              <a:path w="951623" h="468000">
                <a:moveTo>
                  <a:pt x="951623" y="468000"/>
                </a:moveTo>
                <a:lnTo>
                  <a:pt x="0" y="468000"/>
                </a:lnTo>
                <a:lnTo>
                  <a:pt x="269575" y="198426"/>
                </a:lnTo>
                <a:lnTo>
                  <a:pt x="472652"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プレースホルダー 6"/>
          <p:cNvSpPr>
            <a:spLocks noGrp="1"/>
          </p:cNvSpPr>
          <p:nvPr>
            <p:ph type="body" sz="quarter" idx="15" hasCustomPrompt="1"/>
          </p:nvPr>
        </p:nvSpPr>
        <p:spPr>
          <a:xfrm>
            <a:off x="1078310" y="7170289"/>
            <a:ext cx="16200313" cy="1755993"/>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2" name="正方形/長方形 31"/>
          <p:cNvSpPr/>
          <p:nvPr userDrawn="1"/>
        </p:nvSpPr>
        <p:spPr>
          <a:xfrm>
            <a:off x="1222326" y="7026274"/>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6"/>
          <p:cNvSpPr/>
          <p:nvPr userDrawn="1"/>
        </p:nvSpPr>
        <p:spPr>
          <a:xfrm rot="18900000">
            <a:off x="3617978" y="4163864"/>
            <a:ext cx="5248576" cy="1170179"/>
          </a:xfrm>
          <a:custGeom>
            <a:avLst/>
            <a:gdLst/>
            <a:ahLst/>
            <a:cxnLst/>
            <a:rect l="l" t="t" r="r" b="b"/>
            <a:pathLst>
              <a:path w="5248576" h="1170179">
                <a:moveTo>
                  <a:pt x="4078397" y="0"/>
                </a:moveTo>
                <a:lnTo>
                  <a:pt x="5248576" y="1170179"/>
                </a:lnTo>
                <a:lnTo>
                  <a:pt x="1170178" y="117017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6"/>
          <p:cNvSpPr/>
          <p:nvPr userDrawn="1"/>
        </p:nvSpPr>
        <p:spPr>
          <a:xfrm rot="18900000">
            <a:off x="6427890" y="4163864"/>
            <a:ext cx="5248576" cy="1170179"/>
          </a:xfrm>
          <a:custGeom>
            <a:avLst/>
            <a:gdLst/>
            <a:ahLst/>
            <a:cxnLst/>
            <a:rect l="l" t="t" r="r" b="b"/>
            <a:pathLst>
              <a:path w="5248576" h="1170179">
                <a:moveTo>
                  <a:pt x="4078397" y="0"/>
                </a:moveTo>
                <a:lnTo>
                  <a:pt x="5248576" y="1170179"/>
                </a:lnTo>
                <a:lnTo>
                  <a:pt x="1170178" y="1170179"/>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6"/>
          <p:cNvSpPr/>
          <p:nvPr userDrawn="1"/>
        </p:nvSpPr>
        <p:spPr>
          <a:xfrm rot="18900000">
            <a:off x="9237802" y="4163864"/>
            <a:ext cx="5248576" cy="1170179"/>
          </a:xfrm>
          <a:custGeom>
            <a:avLst/>
            <a:gdLst/>
            <a:ahLst/>
            <a:cxnLst/>
            <a:rect l="l" t="t" r="r" b="b"/>
            <a:pathLst>
              <a:path w="5248576" h="1170179">
                <a:moveTo>
                  <a:pt x="4078397" y="0"/>
                </a:moveTo>
                <a:lnTo>
                  <a:pt x="5248576" y="1170179"/>
                </a:lnTo>
                <a:lnTo>
                  <a:pt x="1170178" y="117017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6"/>
          <p:cNvSpPr/>
          <p:nvPr userDrawn="1"/>
        </p:nvSpPr>
        <p:spPr>
          <a:xfrm rot="18900000">
            <a:off x="12047714" y="4163864"/>
            <a:ext cx="5248576" cy="1170179"/>
          </a:xfrm>
          <a:custGeom>
            <a:avLst/>
            <a:gdLst/>
            <a:ahLst/>
            <a:cxnLst/>
            <a:rect l="l" t="t" r="r" b="b"/>
            <a:pathLst>
              <a:path w="5248576" h="1170179">
                <a:moveTo>
                  <a:pt x="4078397" y="0"/>
                </a:moveTo>
                <a:lnTo>
                  <a:pt x="5248576" y="1170179"/>
                </a:lnTo>
                <a:lnTo>
                  <a:pt x="1170178" y="1170179"/>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6"/>
          <p:cNvSpPr/>
          <p:nvPr userDrawn="1"/>
        </p:nvSpPr>
        <p:spPr>
          <a:xfrm rot="18900000">
            <a:off x="808066" y="4163864"/>
            <a:ext cx="5248576" cy="1170179"/>
          </a:xfrm>
          <a:custGeom>
            <a:avLst/>
            <a:gdLst/>
            <a:ahLst/>
            <a:cxnLst/>
            <a:rect l="l" t="t" r="r" b="b"/>
            <a:pathLst>
              <a:path w="5248576" h="1170179">
                <a:moveTo>
                  <a:pt x="4078397" y="0"/>
                </a:moveTo>
                <a:lnTo>
                  <a:pt x="5248576" y="1170179"/>
                </a:lnTo>
                <a:lnTo>
                  <a:pt x="1170178" y="11701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プレースホルダー 11"/>
          <p:cNvSpPr>
            <a:spLocks noGrp="1"/>
          </p:cNvSpPr>
          <p:nvPr>
            <p:ph type="body" sz="quarter" idx="36" hasCustomPrompt="1"/>
          </p:nvPr>
        </p:nvSpPr>
        <p:spPr>
          <a:xfrm rot="18900000">
            <a:off x="1674413" y="4278329"/>
            <a:ext cx="3572959" cy="870619"/>
          </a:xfrm>
        </p:spPr>
        <p:txBody>
          <a:bodyPr anchor="ctr">
            <a:noAutofit/>
          </a:bodyPr>
          <a:lstStyle>
            <a:lvl1pPr algn="ctr">
              <a:lnSpc>
                <a:spcPct val="100000"/>
              </a:lnSpc>
              <a:spcBef>
                <a:spcPts val="0"/>
              </a:spcBef>
              <a:defRPr sz="3600" spc="0" baseline="0">
                <a:solidFill>
                  <a:schemeClr val="bg1"/>
                </a:solidFill>
                <a:effectLst/>
                <a:latin typeface="Route 159 Bold" pitchFamily="50" charset="0"/>
              </a:defRPr>
            </a:lvl1pPr>
          </a:lstStyle>
          <a:p>
            <a:pPr lvl="0"/>
            <a:r>
              <a:rPr lang="en-US" dirty="0"/>
              <a:t>Word</a:t>
            </a:r>
          </a:p>
        </p:txBody>
      </p:sp>
      <p:sp>
        <p:nvSpPr>
          <p:cNvPr id="27" name="テキスト プレースホルダー 11"/>
          <p:cNvSpPr>
            <a:spLocks noGrp="1"/>
          </p:cNvSpPr>
          <p:nvPr>
            <p:ph type="body" sz="quarter" idx="37" hasCustomPrompt="1"/>
          </p:nvPr>
        </p:nvSpPr>
        <p:spPr>
          <a:xfrm rot="18900000">
            <a:off x="4490186" y="4278329"/>
            <a:ext cx="3572959" cy="870619"/>
          </a:xfrm>
        </p:spPr>
        <p:txBody>
          <a:bodyPr anchor="ctr">
            <a:noAutofit/>
          </a:bodyPr>
          <a:lstStyle>
            <a:lvl1pPr algn="ctr">
              <a:lnSpc>
                <a:spcPct val="100000"/>
              </a:lnSpc>
              <a:spcBef>
                <a:spcPts val="0"/>
              </a:spcBef>
              <a:defRPr sz="3600" spc="0">
                <a:solidFill>
                  <a:schemeClr val="bg1"/>
                </a:solidFill>
                <a:effectLst/>
                <a:latin typeface="Route 159 Bold" pitchFamily="50" charset="0"/>
              </a:defRPr>
            </a:lvl1pPr>
          </a:lstStyle>
          <a:p>
            <a:pPr lvl="0"/>
            <a:r>
              <a:rPr lang="en-US" altLang="ja-JP" dirty="0"/>
              <a:t>Word</a:t>
            </a:r>
          </a:p>
        </p:txBody>
      </p:sp>
      <p:sp>
        <p:nvSpPr>
          <p:cNvPr id="28" name="テキスト プレースホルダー 11"/>
          <p:cNvSpPr>
            <a:spLocks noGrp="1"/>
          </p:cNvSpPr>
          <p:nvPr>
            <p:ph type="body" sz="quarter" idx="38" hasCustomPrompt="1"/>
          </p:nvPr>
        </p:nvSpPr>
        <p:spPr>
          <a:xfrm rot="18900000">
            <a:off x="7305959" y="4278329"/>
            <a:ext cx="3572959" cy="870619"/>
          </a:xfrm>
        </p:spPr>
        <p:txBody>
          <a:bodyPr anchor="ctr">
            <a:noAutofit/>
          </a:bodyPr>
          <a:lstStyle>
            <a:lvl1pPr algn="ctr">
              <a:lnSpc>
                <a:spcPct val="100000"/>
              </a:lnSpc>
              <a:spcBef>
                <a:spcPts val="0"/>
              </a:spcBef>
              <a:defRPr sz="3600" spc="0">
                <a:solidFill>
                  <a:schemeClr val="bg1"/>
                </a:solidFill>
                <a:effectLst/>
                <a:latin typeface="Route 159 Bold" pitchFamily="50" charset="0"/>
              </a:defRPr>
            </a:lvl1pPr>
          </a:lstStyle>
          <a:p>
            <a:pPr lvl="0"/>
            <a:r>
              <a:rPr lang="en-US" altLang="ja-JP" dirty="0"/>
              <a:t>Word</a:t>
            </a:r>
          </a:p>
        </p:txBody>
      </p:sp>
      <p:sp>
        <p:nvSpPr>
          <p:cNvPr id="29" name="テキスト プレースホルダー 11"/>
          <p:cNvSpPr>
            <a:spLocks noGrp="1"/>
          </p:cNvSpPr>
          <p:nvPr>
            <p:ph type="body" sz="quarter" idx="39" hasCustomPrompt="1"/>
          </p:nvPr>
        </p:nvSpPr>
        <p:spPr>
          <a:xfrm rot="18900000">
            <a:off x="10121732" y="4278329"/>
            <a:ext cx="3572959" cy="870619"/>
          </a:xfrm>
        </p:spPr>
        <p:txBody>
          <a:bodyPr anchor="ctr">
            <a:noAutofit/>
          </a:bodyPr>
          <a:lstStyle>
            <a:lvl1pPr algn="ctr">
              <a:lnSpc>
                <a:spcPct val="100000"/>
              </a:lnSpc>
              <a:spcBef>
                <a:spcPts val="0"/>
              </a:spcBef>
              <a:defRPr sz="3600" spc="0">
                <a:solidFill>
                  <a:schemeClr val="bg1"/>
                </a:solidFill>
                <a:effectLst/>
                <a:latin typeface="Route 159 Bold" pitchFamily="50" charset="0"/>
              </a:defRPr>
            </a:lvl1pPr>
          </a:lstStyle>
          <a:p>
            <a:pPr lvl="0"/>
            <a:r>
              <a:rPr lang="en-US" altLang="ja-JP" dirty="0"/>
              <a:t>Word</a:t>
            </a:r>
          </a:p>
        </p:txBody>
      </p:sp>
      <p:sp>
        <p:nvSpPr>
          <p:cNvPr id="30" name="テキスト プレースホルダー 11"/>
          <p:cNvSpPr>
            <a:spLocks noGrp="1"/>
          </p:cNvSpPr>
          <p:nvPr>
            <p:ph type="body" sz="quarter" idx="40" hasCustomPrompt="1"/>
          </p:nvPr>
        </p:nvSpPr>
        <p:spPr>
          <a:xfrm rot="18900000">
            <a:off x="12937503" y="4278329"/>
            <a:ext cx="3572959" cy="870619"/>
          </a:xfrm>
        </p:spPr>
        <p:txBody>
          <a:bodyPr anchor="ctr">
            <a:noAutofit/>
          </a:bodyPr>
          <a:lstStyle>
            <a:lvl1pPr algn="ctr">
              <a:lnSpc>
                <a:spcPct val="100000"/>
              </a:lnSpc>
              <a:spcBef>
                <a:spcPts val="0"/>
              </a:spcBef>
              <a:defRPr sz="3600" spc="0">
                <a:solidFill>
                  <a:schemeClr val="bg1"/>
                </a:solidFill>
                <a:effectLst/>
                <a:latin typeface="Route 159 Bold" pitchFamily="50" charset="0"/>
              </a:defRPr>
            </a:lvl1pPr>
          </a:lstStyle>
          <a:p>
            <a:pPr lvl="0"/>
            <a:r>
              <a:rPr lang="en-US" altLang="ja-JP" dirty="0"/>
              <a:t>Word</a:t>
            </a:r>
          </a:p>
        </p:txBody>
      </p:sp>
    </p:spTree>
    <p:extLst>
      <p:ext uri="{BB962C8B-B14F-4D97-AF65-F5344CB8AC3E}">
        <p14:creationId xmlns:p14="http://schemas.microsoft.com/office/powerpoint/2010/main" val="313968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16" presetClass="entr" presetSubtype="37"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arn(outVertical)">
                                      <p:cBhvr>
                                        <p:cTn id="15" dur="500"/>
                                        <p:tgtEl>
                                          <p:spTgt spid="10"/>
                                        </p:tgtEl>
                                      </p:cBhvr>
                                    </p:animEffect>
                                  </p:childTnLst>
                                </p:cTn>
                              </p:par>
                            </p:childTnLst>
                          </p:cTn>
                        </p:par>
                        <p:par>
                          <p:cTn id="16" fill="hold">
                            <p:stCondLst>
                              <p:cond delay="1000"/>
                            </p:stCondLst>
                            <p:childTnLst>
                              <p:par>
                                <p:cTn id="17" presetID="22" presetClass="entr" presetSubtype="1"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up)">
                                      <p:cBhvr>
                                        <p:cTn id="19" dur="250"/>
                                        <p:tgtEl>
                                          <p:spTgt spid="25"/>
                                        </p:tgtEl>
                                      </p:cBhvr>
                                    </p:animEffect>
                                  </p:childTnLst>
                                </p:cTn>
                              </p:par>
                            </p:childTnLst>
                          </p:cTn>
                        </p:par>
                        <p:par>
                          <p:cTn id="20" fill="hold">
                            <p:stCondLst>
                              <p:cond delay="1250"/>
                            </p:stCondLst>
                            <p:childTnLst>
                              <p:par>
                                <p:cTn id="21" presetID="22" presetClass="entr" presetSubtype="4"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26">
                                            <p:txEl>
                                              <p:pRg st="0" end="0"/>
                                            </p:txEl>
                                          </p:spTgt>
                                        </p:tgtEl>
                                        <p:attrNameLst>
                                          <p:attrName>style.visibility</p:attrName>
                                        </p:attrNameLst>
                                      </p:cBhvr>
                                      <p:to>
                                        <p:strVal val="visible"/>
                                      </p:to>
                                    </p:set>
                                    <p:animEffect transition="in" filter="wipe(down)">
                                      <p:cBhvr>
                                        <p:cTn id="26" dur="500"/>
                                        <p:tgtEl>
                                          <p:spTgt spid="26">
                                            <p:txEl>
                                              <p:pRg st="0" end="0"/>
                                            </p:txEl>
                                          </p:spTgt>
                                        </p:tgtEl>
                                      </p:cBhvr>
                                    </p:animEffect>
                                  </p:childTnLst>
                                </p:cTn>
                              </p:par>
                            </p:childTnLst>
                          </p:cTn>
                        </p:par>
                        <p:par>
                          <p:cTn id="27" fill="hold">
                            <p:stCondLst>
                              <p:cond delay="1750"/>
                            </p:stCondLst>
                            <p:childTnLst>
                              <p:par>
                                <p:cTn id="28" presetID="22" presetClass="entr" presetSubtype="1"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up)">
                                      <p:cBhvr>
                                        <p:cTn id="30" dur="250"/>
                                        <p:tgtEl>
                                          <p:spTgt spid="24"/>
                                        </p:tgtEl>
                                      </p:cBhvr>
                                    </p:animEffect>
                                  </p:childTnLst>
                                </p:cTn>
                              </p:par>
                            </p:childTnLst>
                          </p:cTn>
                        </p:par>
                        <p:par>
                          <p:cTn id="31" fill="hold">
                            <p:stCondLst>
                              <p:cond delay="2000"/>
                            </p:stCondLst>
                            <p:childTnLst>
                              <p:par>
                                <p:cTn id="32" presetID="22" presetClass="entr" presetSubtype="1"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up)">
                                      <p:cBhvr>
                                        <p:cTn id="34" dur="250"/>
                                        <p:tgtEl>
                                          <p:spTgt spid="16"/>
                                        </p:tgtEl>
                                      </p:cBhvr>
                                    </p:animEffect>
                                  </p:childTnLst>
                                </p:cTn>
                              </p:par>
                            </p:childTnLst>
                          </p:cTn>
                        </p:par>
                        <p:par>
                          <p:cTn id="35" fill="hold">
                            <p:stCondLst>
                              <p:cond delay="2250"/>
                            </p:stCondLst>
                            <p:childTnLst>
                              <p:par>
                                <p:cTn id="36" presetID="22" presetClass="entr" presetSubtype="4"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down)">
                                      <p:cBhvr>
                                        <p:cTn id="38" dur="500"/>
                                        <p:tgtEl>
                                          <p:spTgt spid="14"/>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8">
                                            <p:txEl>
                                              <p:pRg st="0" end="0"/>
                                            </p:txEl>
                                          </p:spTgt>
                                        </p:tgtEl>
                                        <p:attrNameLst>
                                          <p:attrName>style.visibility</p:attrName>
                                        </p:attrNameLst>
                                      </p:cBhvr>
                                      <p:to>
                                        <p:strVal val="visible"/>
                                      </p:to>
                                    </p:set>
                                    <p:animEffect transition="in" filter="wipe(down)">
                                      <p:cBhvr>
                                        <p:cTn id="41" dur="500"/>
                                        <p:tgtEl>
                                          <p:spTgt spid="28">
                                            <p:txEl>
                                              <p:pRg st="0" end="0"/>
                                            </p:txEl>
                                          </p:spTgt>
                                        </p:tgtEl>
                                      </p:cBhvr>
                                    </p:animEffect>
                                  </p:childTnLst>
                                </p:cTn>
                              </p:par>
                            </p:childTnLst>
                          </p:cTn>
                        </p:par>
                        <p:par>
                          <p:cTn id="42" fill="hold">
                            <p:stCondLst>
                              <p:cond delay="2750"/>
                            </p:stCondLst>
                            <p:childTnLst>
                              <p:par>
                                <p:cTn id="43" presetID="22" presetClass="entr" presetSubtype="1"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up)">
                                      <p:cBhvr>
                                        <p:cTn id="45" dur="250"/>
                                        <p:tgtEl>
                                          <p:spTgt spid="15"/>
                                        </p:tgtEl>
                                      </p:cBhvr>
                                    </p:animEffect>
                                  </p:childTnLst>
                                </p:cTn>
                              </p:par>
                            </p:childTnLst>
                          </p:cTn>
                        </p:par>
                        <p:par>
                          <p:cTn id="46" fill="hold">
                            <p:stCondLst>
                              <p:cond delay="3000"/>
                            </p:stCondLst>
                            <p:childTnLst>
                              <p:par>
                                <p:cTn id="47" presetID="22" presetClass="entr" presetSubtype="1" fill="hold" grpId="0"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wipe(up)">
                                      <p:cBhvr>
                                        <p:cTn id="49" dur="250"/>
                                        <p:tgtEl>
                                          <p:spTgt spid="22"/>
                                        </p:tgtEl>
                                      </p:cBhvr>
                                    </p:animEffect>
                                  </p:childTnLst>
                                </p:cTn>
                              </p:par>
                            </p:childTnLst>
                          </p:cTn>
                        </p:par>
                        <p:par>
                          <p:cTn id="50" fill="hold">
                            <p:stCondLst>
                              <p:cond delay="3250"/>
                            </p:stCondLst>
                            <p:childTnLst>
                              <p:par>
                                <p:cTn id="51" presetID="22" presetClass="entr" presetSubtype="4"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down)">
                                      <p:cBhvr>
                                        <p:cTn id="53" dur="500"/>
                                        <p:tgtEl>
                                          <p:spTgt spid="20"/>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30">
                                            <p:txEl>
                                              <p:pRg st="0" end="0"/>
                                            </p:txEl>
                                          </p:spTgt>
                                        </p:tgtEl>
                                        <p:attrNameLst>
                                          <p:attrName>style.visibility</p:attrName>
                                        </p:attrNameLst>
                                      </p:cBhvr>
                                      <p:to>
                                        <p:strVal val="visible"/>
                                      </p:to>
                                    </p:set>
                                    <p:animEffect transition="in" filter="wipe(down)">
                                      <p:cBhvr>
                                        <p:cTn id="56" dur="500"/>
                                        <p:tgtEl>
                                          <p:spTgt spid="30">
                                            <p:txEl>
                                              <p:pRg st="0" end="0"/>
                                            </p:txEl>
                                          </p:spTgt>
                                        </p:tgtEl>
                                      </p:cBhvr>
                                    </p:animEffect>
                                  </p:childTnLst>
                                </p:cTn>
                              </p:par>
                            </p:childTnLst>
                          </p:cTn>
                        </p:par>
                        <p:par>
                          <p:cTn id="57" fill="hold">
                            <p:stCondLst>
                              <p:cond delay="3750"/>
                            </p:stCondLst>
                            <p:childTnLst>
                              <p:par>
                                <p:cTn id="58" presetID="22" presetClass="entr" presetSubtype="1"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up)">
                                      <p:cBhvr>
                                        <p:cTn id="60" dur="250"/>
                                        <p:tgtEl>
                                          <p:spTgt spid="21"/>
                                        </p:tgtEl>
                                      </p:cBhvr>
                                    </p:animEffect>
                                  </p:childTnLst>
                                </p:cTn>
                              </p:par>
                            </p:childTnLst>
                          </p:cTn>
                        </p:par>
                        <p:par>
                          <p:cTn id="61" fill="hold">
                            <p:stCondLst>
                              <p:cond delay="4000"/>
                            </p:stCondLst>
                            <p:childTnLst>
                              <p:par>
                                <p:cTn id="62" presetID="22" presetClass="entr" presetSubtype="1"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wipe(up)">
                                      <p:cBhvr>
                                        <p:cTn id="64" dur="250"/>
                                        <p:tgtEl>
                                          <p:spTgt spid="13"/>
                                        </p:tgtEl>
                                      </p:cBhvr>
                                    </p:animEffect>
                                  </p:childTnLst>
                                </p:cTn>
                              </p:par>
                            </p:childTnLst>
                          </p:cTn>
                        </p:par>
                        <p:par>
                          <p:cTn id="65" fill="hold">
                            <p:stCondLst>
                              <p:cond delay="4250"/>
                            </p:stCondLst>
                            <p:childTnLst>
                              <p:par>
                                <p:cTn id="66" presetID="22" presetClass="entr" presetSubtype="4" fill="hold" grpId="0" nodeType="after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wipe(down)">
                                      <p:cBhvr>
                                        <p:cTn id="68" dur="500"/>
                                        <p:tgtEl>
                                          <p:spTgt spid="11"/>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27">
                                            <p:txEl>
                                              <p:pRg st="0" end="0"/>
                                            </p:txEl>
                                          </p:spTgt>
                                        </p:tgtEl>
                                        <p:attrNameLst>
                                          <p:attrName>style.visibility</p:attrName>
                                        </p:attrNameLst>
                                      </p:cBhvr>
                                      <p:to>
                                        <p:strVal val="visible"/>
                                      </p:to>
                                    </p:set>
                                    <p:animEffect transition="in" filter="wipe(down)">
                                      <p:cBhvr>
                                        <p:cTn id="71" dur="500"/>
                                        <p:tgtEl>
                                          <p:spTgt spid="27">
                                            <p:txEl>
                                              <p:pRg st="0" end="0"/>
                                            </p:txEl>
                                          </p:spTgt>
                                        </p:tgtEl>
                                      </p:cBhvr>
                                    </p:animEffect>
                                  </p:childTnLst>
                                </p:cTn>
                              </p:par>
                            </p:childTnLst>
                          </p:cTn>
                        </p:par>
                        <p:par>
                          <p:cTn id="72" fill="hold">
                            <p:stCondLst>
                              <p:cond delay="4750"/>
                            </p:stCondLst>
                            <p:childTnLst>
                              <p:par>
                                <p:cTn id="73" presetID="22" presetClass="entr" presetSubtype="1" fill="hold" grpId="0" nodeType="after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ipe(up)">
                                      <p:cBhvr>
                                        <p:cTn id="75" dur="250"/>
                                        <p:tgtEl>
                                          <p:spTgt spid="12"/>
                                        </p:tgtEl>
                                      </p:cBhvr>
                                    </p:animEffect>
                                  </p:childTnLst>
                                </p:cTn>
                              </p:par>
                            </p:childTnLst>
                          </p:cTn>
                        </p:par>
                        <p:par>
                          <p:cTn id="76" fill="hold">
                            <p:stCondLst>
                              <p:cond delay="5000"/>
                            </p:stCondLst>
                            <p:childTnLst>
                              <p:par>
                                <p:cTn id="77" presetID="22" presetClass="entr" presetSubtype="1"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wipe(up)">
                                      <p:cBhvr>
                                        <p:cTn id="79" dur="250"/>
                                        <p:tgtEl>
                                          <p:spTgt spid="19"/>
                                        </p:tgtEl>
                                      </p:cBhvr>
                                    </p:animEffect>
                                  </p:childTnLst>
                                </p:cTn>
                              </p:par>
                            </p:childTnLst>
                          </p:cTn>
                        </p:par>
                        <p:par>
                          <p:cTn id="80" fill="hold">
                            <p:stCondLst>
                              <p:cond delay="5250"/>
                            </p:stCondLst>
                            <p:childTnLst>
                              <p:par>
                                <p:cTn id="81" presetID="22" presetClass="entr" presetSubtype="4" fill="hold" grpId="0" nodeType="after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wipe(down)">
                                      <p:cBhvr>
                                        <p:cTn id="83" dur="500"/>
                                        <p:tgtEl>
                                          <p:spTgt spid="17"/>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29">
                                            <p:txEl>
                                              <p:pRg st="0" end="0"/>
                                            </p:txEl>
                                          </p:spTgt>
                                        </p:tgtEl>
                                        <p:attrNameLst>
                                          <p:attrName>style.visibility</p:attrName>
                                        </p:attrNameLst>
                                      </p:cBhvr>
                                      <p:to>
                                        <p:strVal val="visible"/>
                                      </p:to>
                                    </p:set>
                                    <p:animEffect transition="in" filter="wipe(down)">
                                      <p:cBhvr>
                                        <p:cTn id="86" dur="500"/>
                                        <p:tgtEl>
                                          <p:spTgt spid="29">
                                            <p:txEl>
                                              <p:pRg st="0" end="0"/>
                                            </p:txEl>
                                          </p:spTgt>
                                        </p:tgtEl>
                                      </p:cBhvr>
                                    </p:animEffect>
                                  </p:childTnLst>
                                </p:cTn>
                              </p:par>
                            </p:childTnLst>
                          </p:cTn>
                        </p:par>
                        <p:par>
                          <p:cTn id="87" fill="hold">
                            <p:stCondLst>
                              <p:cond delay="5750"/>
                            </p:stCondLst>
                            <p:childTnLst>
                              <p:par>
                                <p:cTn id="88" presetID="22" presetClass="entr" presetSubtype="1" fill="hold" grpId="0" nodeType="after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wipe(up)">
                                      <p:cBhvr>
                                        <p:cTn id="90" dur="250"/>
                                        <p:tgtEl>
                                          <p:spTgt spid="18"/>
                                        </p:tgtEl>
                                      </p:cBhvr>
                                    </p:animEffect>
                                  </p:childTnLst>
                                </p:cTn>
                              </p:par>
                            </p:childTnLst>
                          </p:cTn>
                        </p:par>
                        <p:par>
                          <p:cTn id="91" fill="hold">
                            <p:stCondLst>
                              <p:cond delay="6000"/>
                            </p:stCondLst>
                            <p:childTnLst>
                              <p:par>
                                <p:cTn id="92" presetID="2" presetClass="entr" presetSubtype="8" decel="100000" fill="hold" grpId="0" nodeType="afterEffect">
                                  <p:stCondLst>
                                    <p:cond delay="500"/>
                                  </p:stCondLst>
                                  <p:childTnLst>
                                    <p:set>
                                      <p:cBhvr>
                                        <p:cTn id="93" dur="1" fill="hold">
                                          <p:stCondLst>
                                            <p:cond delay="0"/>
                                          </p:stCondLst>
                                        </p:cTn>
                                        <p:tgtEl>
                                          <p:spTgt spid="32"/>
                                        </p:tgtEl>
                                        <p:attrNameLst>
                                          <p:attrName>style.visibility</p:attrName>
                                        </p:attrNameLst>
                                      </p:cBhvr>
                                      <p:to>
                                        <p:strVal val="visible"/>
                                      </p:to>
                                    </p:set>
                                    <p:anim calcmode="lin" valueType="num">
                                      <p:cBhvr additive="base">
                                        <p:cTn id="94" dur="500" fill="hold"/>
                                        <p:tgtEl>
                                          <p:spTgt spid="32"/>
                                        </p:tgtEl>
                                        <p:attrNameLst>
                                          <p:attrName>ppt_x</p:attrName>
                                        </p:attrNameLst>
                                      </p:cBhvr>
                                      <p:tavLst>
                                        <p:tav tm="0">
                                          <p:val>
                                            <p:strVal val="0-#ppt_w/2"/>
                                          </p:val>
                                        </p:tav>
                                        <p:tav tm="100000">
                                          <p:val>
                                            <p:strVal val="#ppt_x"/>
                                          </p:val>
                                        </p:tav>
                                      </p:tavLst>
                                    </p:anim>
                                    <p:anim calcmode="lin" valueType="num">
                                      <p:cBhvr additive="base">
                                        <p:cTn id="95" dur="500" fill="hold"/>
                                        <p:tgtEl>
                                          <p:spTgt spid="32"/>
                                        </p:tgtEl>
                                        <p:attrNameLst>
                                          <p:attrName>ppt_y</p:attrName>
                                        </p:attrNameLst>
                                      </p:cBhvr>
                                      <p:tavLst>
                                        <p:tav tm="0">
                                          <p:val>
                                            <p:strVal val="#ppt_y"/>
                                          </p:val>
                                        </p:tav>
                                        <p:tav tm="100000">
                                          <p:val>
                                            <p:strVal val="#ppt_y"/>
                                          </p:val>
                                        </p:tav>
                                      </p:tavLst>
                                    </p:anim>
                                  </p:childTnLst>
                                </p:cTn>
                              </p:par>
                              <p:par>
                                <p:cTn id="96" presetID="2" presetClass="entr" presetSubtype="2" decel="100000" fill="hold" grpId="0" nodeType="withEffect">
                                  <p:stCondLst>
                                    <p:cond delay="500"/>
                                  </p:stCondLst>
                                  <p:childTnLst>
                                    <p:set>
                                      <p:cBhvr>
                                        <p:cTn id="97" dur="1" fill="hold">
                                          <p:stCondLst>
                                            <p:cond delay="0"/>
                                          </p:stCondLst>
                                        </p:cTn>
                                        <p:tgtEl>
                                          <p:spTgt spid="31">
                                            <p:txEl>
                                              <p:pRg st="0" end="0"/>
                                            </p:txEl>
                                          </p:spTgt>
                                        </p:tgtEl>
                                        <p:attrNameLst>
                                          <p:attrName>style.visibility</p:attrName>
                                        </p:attrNameLst>
                                      </p:cBhvr>
                                      <p:to>
                                        <p:strVal val="visible"/>
                                      </p:to>
                                    </p:set>
                                    <p:anim calcmode="lin" valueType="num">
                                      <p:cBhvr additive="base">
                                        <p:cTn id="98" dur="500" fill="hold"/>
                                        <p:tgtEl>
                                          <p:spTgt spid="31">
                                            <p:txEl>
                                              <p:pRg st="0" end="0"/>
                                            </p:txEl>
                                          </p:spTgt>
                                        </p:tgtEl>
                                        <p:attrNameLst>
                                          <p:attrName>ppt_x</p:attrName>
                                        </p:attrNameLst>
                                      </p:cBhvr>
                                      <p:tavLst>
                                        <p:tav tm="0">
                                          <p:val>
                                            <p:strVal val="1+#ppt_w/2"/>
                                          </p:val>
                                        </p:tav>
                                        <p:tav tm="100000">
                                          <p:val>
                                            <p:strVal val="#ppt_x"/>
                                          </p:val>
                                        </p:tav>
                                      </p:tavLst>
                                    </p:anim>
                                    <p:anim calcmode="lin" valueType="num">
                                      <p:cBhvr additive="base">
                                        <p:cTn id="99" dur="500" fill="hold"/>
                                        <p:tgtEl>
                                          <p:spTgt spid="3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31" grpId="0" build="allAtOnce">
        <p:tmplLst>
          <p:tmpl lvl="1">
            <p:tnLst>
              <p:par>
                <p:cTn presetID="2" presetClass="entr" presetSubtype="2" decel="10000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1+#ppt_w/2"/>
                          </p:val>
                        </p:tav>
                        <p:tav tm="100000">
                          <p:val>
                            <p:strVal val="#ppt_x"/>
                          </p:val>
                        </p:tav>
                      </p:tavLst>
                    </p:anim>
                    <p:anim calcmode="lin" valueType="num">
                      <p:cBhvr additive="base">
                        <p:cTn dur="500" fill="hold"/>
                        <p:tgtEl>
                          <p:spTgt spid="31"/>
                        </p:tgtEl>
                        <p:attrNameLst>
                          <p:attrName>ppt_y</p:attrName>
                        </p:attrNameLst>
                      </p:cBhvr>
                      <p:tavLst>
                        <p:tav tm="0">
                          <p:val>
                            <p:strVal val="#ppt_y"/>
                          </p:val>
                        </p:tav>
                        <p:tav tm="100000">
                          <p:val>
                            <p:strVal val="#ppt_y"/>
                          </p:val>
                        </p:tav>
                      </p:tavLst>
                    </p:anim>
                  </p:childTnLst>
                </p:cTn>
              </p:par>
            </p:tnLst>
          </p:tmpl>
        </p:tmplLst>
      </p:bldP>
      <p:bldP spid="32" grpId="0" animBg="1"/>
      <p:bldP spid="11" grpId="0" animBg="1"/>
      <p:bldP spid="14" grpId="0" animBg="1"/>
      <p:bldP spid="17" grpId="0" animBg="1"/>
      <p:bldP spid="20" grpId="0" animBg="1"/>
      <p:bldP spid="23" grpId="0" animBg="1"/>
      <p:bldP spid="26" grpId="0" build="p">
        <p:tmplLst>
          <p:tmpl lvl="1">
            <p:tnLst>
              <p:par>
                <p:cTn presetID="22" presetClass="entr" presetSubtype="4"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down)">
                      <p:cBhvr>
                        <p:cTn dur="500"/>
                        <p:tgtEl>
                          <p:spTgt spid="26"/>
                        </p:tgtEl>
                      </p:cBhvr>
                    </p:animEffect>
                  </p:childTnLst>
                </p:cTn>
              </p:par>
            </p:tnLst>
          </p:tmpl>
        </p:tmplLst>
      </p:bldP>
      <p:bldP spid="27" grpId="0" build="p">
        <p:tmplLst>
          <p:tmpl lvl="1">
            <p:tnLst>
              <p:par>
                <p:cTn presetID="22" presetClass="entr" presetSubtype="4"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down)">
                      <p:cBhvr>
                        <p:cTn dur="500"/>
                        <p:tgtEl>
                          <p:spTgt spid="27"/>
                        </p:tgtEl>
                      </p:cBhvr>
                    </p:animEffect>
                  </p:childTnLst>
                </p:cTn>
              </p:par>
            </p:tnLst>
          </p:tmpl>
        </p:tmplLst>
      </p:bldP>
      <p:bldP spid="28" grpId="0" build="p">
        <p:tmplLst>
          <p:tmpl lvl="1">
            <p:tnLst>
              <p:par>
                <p:cTn presetID="22" presetClass="entr" presetSubtype="4"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down)">
                      <p:cBhvr>
                        <p:cTn dur="500"/>
                        <p:tgtEl>
                          <p:spTgt spid="28"/>
                        </p:tgtEl>
                      </p:cBhvr>
                    </p:animEffect>
                  </p:childTnLst>
                </p:cTn>
              </p:par>
            </p:tnLst>
          </p:tmpl>
        </p:tmplLst>
      </p:bldP>
      <p:bldP spid="29" grpId="0" build="p">
        <p:tmplLst>
          <p:tmpl lvl="1">
            <p:tnLst>
              <p:par>
                <p:cTn presetID="22" presetClass="entr" presetSubtype="4"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down)">
                      <p:cBhvr>
                        <p:cTn dur="500"/>
                        <p:tgtEl>
                          <p:spTgt spid="29"/>
                        </p:tgtEl>
                      </p:cBhvr>
                    </p:animEffect>
                  </p:childTnLst>
                </p:cTn>
              </p:par>
            </p:tnLst>
          </p:tmpl>
        </p:tmplLst>
      </p:bldP>
      <p:bldP spid="30" grpId="0" build="p">
        <p:tmplLst>
          <p:tmpl lvl="1">
            <p:tnLst>
              <p:par>
                <p:cTn presetID="22" presetClass="entr" presetSubtype="4"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wipe(down)">
                      <p:cBhvr>
                        <p:cTn dur="500"/>
                        <p:tgtEl>
                          <p:spTgt spid="30"/>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 Image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図プレースホルダー 5"/>
          <p:cNvSpPr>
            <a:spLocks noGrp="1"/>
          </p:cNvSpPr>
          <p:nvPr>
            <p:ph type="pic" sz="quarter" idx="14" hasCustomPrompt="1"/>
          </p:nvPr>
        </p:nvSpPr>
        <p:spPr>
          <a:xfrm>
            <a:off x="259681" y="2368873"/>
            <a:ext cx="3456285" cy="4930229"/>
          </a:xfrm>
          <a:solidFill>
            <a:schemeClr val="bg1">
              <a:lumMod val="95000"/>
            </a:schemeClr>
          </a:solidFill>
        </p:spPr>
        <p:txBody>
          <a:bodyPr/>
          <a:lstStyle>
            <a:lvl1pPr>
              <a:defRPr baseline="0"/>
            </a:lvl1pPr>
          </a:lstStyle>
          <a:p>
            <a:r>
              <a:rPr kumimoji="1" lang="en-US" altLang="ja-JP" dirty="0"/>
              <a:t>Add an image</a:t>
            </a:r>
            <a:endParaRPr kumimoji="1" lang="ja-JP" altLang="en-US" dirty="0"/>
          </a:p>
        </p:txBody>
      </p:sp>
      <p:sp>
        <p:nvSpPr>
          <p:cNvPr id="9" name="図プレースホルダー 5"/>
          <p:cNvSpPr>
            <a:spLocks noGrp="1"/>
          </p:cNvSpPr>
          <p:nvPr>
            <p:ph type="pic" sz="quarter" idx="15" hasCustomPrompt="1"/>
          </p:nvPr>
        </p:nvSpPr>
        <p:spPr>
          <a:xfrm>
            <a:off x="3830737" y="2368873"/>
            <a:ext cx="3456285" cy="4930229"/>
          </a:xfrm>
          <a:solidFill>
            <a:schemeClr val="bg1">
              <a:lumMod val="95000"/>
            </a:schemeClr>
          </a:solidFill>
        </p:spPr>
        <p:txBody>
          <a:bodyPr/>
          <a:lstStyle>
            <a:lvl1pPr>
              <a:defRPr baseline="0"/>
            </a:lvl1pPr>
          </a:lstStyle>
          <a:p>
            <a:r>
              <a:rPr kumimoji="1" lang="en-US" altLang="ja-JP" dirty="0"/>
              <a:t>Add an image</a:t>
            </a:r>
            <a:endParaRPr kumimoji="1" lang="ja-JP" altLang="en-US" dirty="0"/>
          </a:p>
        </p:txBody>
      </p:sp>
      <p:sp>
        <p:nvSpPr>
          <p:cNvPr id="10" name="図プレースホルダー 5"/>
          <p:cNvSpPr>
            <a:spLocks noGrp="1"/>
          </p:cNvSpPr>
          <p:nvPr>
            <p:ph type="pic" sz="quarter" idx="16" hasCustomPrompt="1"/>
          </p:nvPr>
        </p:nvSpPr>
        <p:spPr>
          <a:xfrm>
            <a:off x="7401812" y="2368873"/>
            <a:ext cx="3456285" cy="4930229"/>
          </a:xfrm>
          <a:solidFill>
            <a:schemeClr val="bg1">
              <a:lumMod val="95000"/>
            </a:schemeClr>
          </a:solidFill>
        </p:spPr>
        <p:txBody>
          <a:bodyPr/>
          <a:lstStyle>
            <a:lvl1pPr>
              <a:defRPr baseline="0"/>
            </a:lvl1pPr>
          </a:lstStyle>
          <a:p>
            <a:r>
              <a:rPr kumimoji="1" lang="en-US" altLang="ja-JP" dirty="0"/>
              <a:t>Add an image</a:t>
            </a:r>
            <a:endParaRPr kumimoji="1" lang="ja-JP" altLang="en-US" dirty="0"/>
          </a:p>
        </p:txBody>
      </p:sp>
      <p:sp>
        <p:nvSpPr>
          <p:cNvPr id="11" name="図プレースホルダー 5"/>
          <p:cNvSpPr>
            <a:spLocks noGrp="1"/>
          </p:cNvSpPr>
          <p:nvPr>
            <p:ph type="pic" sz="quarter" idx="17" hasCustomPrompt="1"/>
          </p:nvPr>
        </p:nvSpPr>
        <p:spPr>
          <a:xfrm>
            <a:off x="10972849" y="2368873"/>
            <a:ext cx="3456285" cy="4930229"/>
          </a:xfrm>
          <a:solidFill>
            <a:schemeClr val="bg1">
              <a:lumMod val="95000"/>
            </a:schemeClr>
          </a:solidFill>
        </p:spPr>
        <p:txBody>
          <a:bodyPr/>
          <a:lstStyle>
            <a:lvl1pPr>
              <a:defRPr baseline="0"/>
            </a:lvl1pPr>
          </a:lstStyle>
          <a:p>
            <a:r>
              <a:rPr kumimoji="1" lang="en-US" altLang="ja-JP" dirty="0"/>
              <a:t>Add an image</a:t>
            </a:r>
            <a:endParaRPr kumimoji="1" lang="ja-JP" altLang="en-US" dirty="0"/>
          </a:p>
        </p:txBody>
      </p:sp>
      <p:sp>
        <p:nvSpPr>
          <p:cNvPr id="12" name="図プレースホルダー 5"/>
          <p:cNvSpPr>
            <a:spLocks noGrp="1"/>
          </p:cNvSpPr>
          <p:nvPr>
            <p:ph type="pic" sz="quarter" idx="18" hasCustomPrompt="1"/>
          </p:nvPr>
        </p:nvSpPr>
        <p:spPr>
          <a:xfrm>
            <a:off x="14543905" y="2368873"/>
            <a:ext cx="3456285" cy="4930229"/>
          </a:xfrm>
          <a:solidFill>
            <a:schemeClr val="bg1">
              <a:lumMod val="95000"/>
            </a:schemeClr>
          </a:solidFill>
        </p:spPr>
        <p:txBody>
          <a:bodyPr/>
          <a:lstStyle>
            <a:lvl1pPr>
              <a:defRPr baseline="0"/>
            </a:lvl1pPr>
          </a:lstStyle>
          <a:p>
            <a:r>
              <a:rPr kumimoji="1" lang="en-US" altLang="ja-JP" dirty="0"/>
              <a:t>Add an image</a:t>
            </a:r>
            <a:endParaRPr kumimoji="1" lang="ja-JP" altLang="en-US" dirty="0"/>
          </a:p>
        </p:txBody>
      </p:sp>
      <p:sp>
        <p:nvSpPr>
          <p:cNvPr id="14" name="テキスト プレースホルダー 13"/>
          <p:cNvSpPr>
            <a:spLocks noGrp="1"/>
          </p:cNvSpPr>
          <p:nvPr>
            <p:ph type="body" sz="quarter" idx="19" hasCustomPrompt="1"/>
          </p:nvPr>
        </p:nvSpPr>
        <p:spPr>
          <a:xfrm>
            <a:off x="260350" y="6545040"/>
            <a:ext cx="3455988" cy="754062"/>
          </a:xfrm>
          <a:solidFill>
            <a:schemeClr val="accent1">
              <a:alpha val="80000"/>
            </a:schemeClr>
          </a:solidFill>
        </p:spPr>
        <p:txBody>
          <a:bodyPr anchor="ctr"/>
          <a:lstStyle>
            <a:lvl1pPr algn="ctr">
              <a:defRPr>
                <a:solidFill>
                  <a:schemeClr val="bg1"/>
                </a:solidFill>
              </a:defRPr>
            </a:lvl1pPr>
          </a:lstStyle>
          <a:p>
            <a:pPr lvl="0"/>
            <a:r>
              <a:rPr kumimoji="1" lang="en-US" altLang="ja-JP" dirty="0"/>
              <a:t>TEXT</a:t>
            </a:r>
            <a:endParaRPr kumimoji="1" lang="ja-JP" altLang="en-US" dirty="0"/>
          </a:p>
        </p:txBody>
      </p:sp>
      <p:sp>
        <p:nvSpPr>
          <p:cNvPr id="15" name="テキスト プレースホルダー 13"/>
          <p:cNvSpPr>
            <a:spLocks noGrp="1"/>
          </p:cNvSpPr>
          <p:nvPr>
            <p:ph type="body" sz="quarter" idx="20" hasCustomPrompt="1"/>
          </p:nvPr>
        </p:nvSpPr>
        <p:spPr>
          <a:xfrm>
            <a:off x="3831239" y="6545040"/>
            <a:ext cx="3455988" cy="754062"/>
          </a:xfrm>
          <a:solidFill>
            <a:schemeClr val="accent3">
              <a:alpha val="80000"/>
            </a:schemeClr>
          </a:solidFill>
        </p:spPr>
        <p:txBody>
          <a:bodyPr anchor="ctr"/>
          <a:lstStyle>
            <a:lvl1pPr algn="ctr">
              <a:defRPr>
                <a:solidFill>
                  <a:schemeClr val="bg1"/>
                </a:solidFill>
              </a:defRPr>
            </a:lvl1pPr>
          </a:lstStyle>
          <a:p>
            <a:pPr lvl="0"/>
            <a:r>
              <a:rPr kumimoji="1" lang="en-US" altLang="ja-JP" dirty="0"/>
              <a:t>TEXT</a:t>
            </a:r>
            <a:endParaRPr kumimoji="1" lang="ja-JP" altLang="en-US" dirty="0"/>
          </a:p>
        </p:txBody>
      </p:sp>
      <p:sp>
        <p:nvSpPr>
          <p:cNvPr id="16" name="テキスト プレースホルダー 13"/>
          <p:cNvSpPr>
            <a:spLocks noGrp="1"/>
          </p:cNvSpPr>
          <p:nvPr>
            <p:ph type="body" sz="quarter" idx="21" hasCustomPrompt="1"/>
          </p:nvPr>
        </p:nvSpPr>
        <p:spPr>
          <a:xfrm>
            <a:off x="14543905" y="6545040"/>
            <a:ext cx="3455988" cy="754062"/>
          </a:xfrm>
          <a:solidFill>
            <a:schemeClr val="accent5">
              <a:alpha val="80000"/>
            </a:schemeClr>
          </a:solidFill>
        </p:spPr>
        <p:txBody>
          <a:bodyPr anchor="ctr"/>
          <a:lstStyle>
            <a:lvl1pPr algn="ctr">
              <a:defRPr>
                <a:solidFill>
                  <a:schemeClr val="bg1"/>
                </a:solidFill>
              </a:defRPr>
            </a:lvl1pPr>
          </a:lstStyle>
          <a:p>
            <a:pPr lvl="0"/>
            <a:r>
              <a:rPr kumimoji="1" lang="en-US" altLang="ja-JP" dirty="0"/>
              <a:t>TEXT</a:t>
            </a:r>
            <a:endParaRPr kumimoji="1" lang="ja-JP" altLang="en-US" dirty="0"/>
          </a:p>
        </p:txBody>
      </p:sp>
      <p:sp>
        <p:nvSpPr>
          <p:cNvPr id="17" name="テキスト プレースホルダー 13"/>
          <p:cNvSpPr>
            <a:spLocks noGrp="1"/>
          </p:cNvSpPr>
          <p:nvPr>
            <p:ph type="body" sz="quarter" idx="22" hasCustomPrompt="1"/>
          </p:nvPr>
        </p:nvSpPr>
        <p:spPr>
          <a:xfrm>
            <a:off x="10973017" y="6545040"/>
            <a:ext cx="3455988" cy="754062"/>
          </a:xfrm>
          <a:solidFill>
            <a:schemeClr val="accent4">
              <a:alpha val="80000"/>
            </a:schemeClr>
          </a:solidFill>
        </p:spPr>
        <p:txBody>
          <a:bodyPr anchor="ctr"/>
          <a:lstStyle>
            <a:lvl1pPr algn="ctr">
              <a:defRPr>
                <a:solidFill>
                  <a:schemeClr val="bg1"/>
                </a:solidFill>
              </a:defRPr>
            </a:lvl1pPr>
          </a:lstStyle>
          <a:p>
            <a:pPr lvl="0"/>
            <a:r>
              <a:rPr kumimoji="1" lang="en-US" altLang="ja-JP" dirty="0"/>
              <a:t>TEXT</a:t>
            </a:r>
            <a:endParaRPr kumimoji="1" lang="ja-JP" altLang="en-US" dirty="0"/>
          </a:p>
        </p:txBody>
      </p:sp>
      <p:sp>
        <p:nvSpPr>
          <p:cNvPr id="18" name="テキスト プレースホルダー 13"/>
          <p:cNvSpPr>
            <a:spLocks noGrp="1"/>
          </p:cNvSpPr>
          <p:nvPr>
            <p:ph type="body" sz="quarter" idx="23" hasCustomPrompt="1"/>
          </p:nvPr>
        </p:nvSpPr>
        <p:spPr>
          <a:xfrm>
            <a:off x="7401960" y="6545040"/>
            <a:ext cx="3455988" cy="754062"/>
          </a:xfrm>
          <a:solidFill>
            <a:schemeClr val="accent2">
              <a:alpha val="80000"/>
            </a:schemeClr>
          </a:solidFill>
        </p:spPr>
        <p:txBody>
          <a:bodyPr anchor="ctr"/>
          <a:lstStyle>
            <a:lvl1pPr algn="ctr">
              <a:defRPr>
                <a:solidFill>
                  <a:schemeClr val="bg1"/>
                </a:solidFill>
              </a:defRPr>
            </a:lvl1pPr>
          </a:lstStyle>
          <a:p>
            <a:pPr lvl="0"/>
            <a:r>
              <a:rPr kumimoji="1" lang="en-US" altLang="ja-JP" dirty="0"/>
              <a:t>TEXT</a:t>
            </a:r>
            <a:endParaRPr kumimoji="1" lang="ja-JP" altLang="en-US" dirty="0"/>
          </a:p>
        </p:txBody>
      </p:sp>
      <p:sp>
        <p:nvSpPr>
          <p:cNvPr id="19" name="テキスト プレースホルダー 6"/>
          <p:cNvSpPr>
            <a:spLocks noGrp="1"/>
          </p:cNvSpPr>
          <p:nvPr>
            <p:ph type="body" sz="quarter" idx="24" hasCustomPrompt="1"/>
          </p:nvPr>
        </p:nvSpPr>
        <p:spPr>
          <a:xfrm>
            <a:off x="1078310" y="7663779"/>
            <a:ext cx="16200313" cy="1530553"/>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20" name="正方形/長方形 19"/>
          <p:cNvSpPr/>
          <p:nvPr userDrawn="1"/>
        </p:nvSpPr>
        <p:spPr>
          <a:xfrm>
            <a:off x="1222326" y="7519764"/>
            <a:ext cx="3240360"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6372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p:stCondLst>
                              <p:cond delay="1500"/>
                            </p:stCondLst>
                            <p:childTnLst>
                              <p:par>
                                <p:cTn id="21" presetID="22" presetClass="entr" presetSubtype="1" fill="hold" grpId="0" nodeType="afterEffect">
                                  <p:stCondLst>
                                    <p:cond delay="250"/>
                                  </p:stCondLst>
                                  <p:childTnLst>
                                    <p:set>
                                      <p:cBhvr>
                                        <p:cTn id="22" dur="1" fill="hold">
                                          <p:stCondLst>
                                            <p:cond delay="0"/>
                                          </p:stCondLst>
                                        </p:cTn>
                                        <p:tgtEl>
                                          <p:spTgt spid="9"/>
                                        </p:tgtEl>
                                        <p:attrNameLst>
                                          <p:attrName>style.visibility</p:attrName>
                                        </p:attrNameLst>
                                      </p:cBhvr>
                                      <p:to>
                                        <p:strVal val="visible"/>
                                      </p:to>
                                    </p:set>
                                    <p:animEffect transition="in" filter="wipe(up)">
                                      <p:cBhvr>
                                        <p:cTn id="23" dur="500"/>
                                        <p:tgtEl>
                                          <p:spTgt spid="9"/>
                                        </p:tgtEl>
                                      </p:cBhvr>
                                    </p:animEffect>
                                  </p:childTnLst>
                                </p:cTn>
                              </p:par>
                            </p:childTnLst>
                          </p:cTn>
                        </p:par>
                        <p:par>
                          <p:cTn id="24" fill="hold">
                            <p:stCondLst>
                              <p:cond delay="2250"/>
                            </p:stCondLst>
                            <p:childTnLst>
                              <p:par>
                                <p:cTn id="25" presetID="22" presetClass="entr" presetSubtype="8"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2750"/>
                            </p:stCondLst>
                            <p:childTnLst>
                              <p:par>
                                <p:cTn id="29" presetID="22" presetClass="entr" presetSubtype="1" fill="hold" grpId="0" nodeType="afterEffect">
                                  <p:stCondLst>
                                    <p:cond delay="250"/>
                                  </p:stCondLst>
                                  <p:childTnLst>
                                    <p:set>
                                      <p:cBhvr>
                                        <p:cTn id="30" dur="1" fill="hold">
                                          <p:stCondLst>
                                            <p:cond delay="0"/>
                                          </p:stCondLst>
                                        </p:cTn>
                                        <p:tgtEl>
                                          <p:spTgt spid="10"/>
                                        </p:tgtEl>
                                        <p:attrNameLst>
                                          <p:attrName>style.visibility</p:attrName>
                                        </p:attrNameLst>
                                      </p:cBhvr>
                                      <p:to>
                                        <p:strVal val="visible"/>
                                      </p:to>
                                    </p:set>
                                    <p:animEffect transition="in" filter="wipe(up)">
                                      <p:cBhvr>
                                        <p:cTn id="31" dur="500"/>
                                        <p:tgtEl>
                                          <p:spTgt spid="10"/>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par>
                          <p:cTn id="36" fill="hold">
                            <p:stCondLst>
                              <p:cond delay="4000"/>
                            </p:stCondLst>
                            <p:childTnLst>
                              <p:par>
                                <p:cTn id="37" presetID="22" presetClass="entr" presetSubtype="1" fill="hold" grpId="0" nodeType="afterEffect">
                                  <p:stCondLst>
                                    <p:cond delay="25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par>
                          <p:cTn id="40" fill="hold">
                            <p:stCondLst>
                              <p:cond delay="4750"/>
                            </p:stCondLst>
                            <p:childTnLst>
                              <p:par>
                                <p:cTn id="41" presetID="22" presetClass="entr" presetSubtype="8"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par>
                          <p:cTn id="44" fill="hold">
                            <p:stCondLst>
                              <p:cond delay="5250"/>
                            </p:stCondLst>
                            <p:childTnLst>
                              <p:par>
                                <p:cTn id="45" presetID="22" presetClass="entr" presetSubtype="1" fill="hold" grpId="0" nodeType="afterEffect">
                                  <p:stCondLst>
                                    <p:cond delay="250"/>
                                  </p:stCondLst>
                                  <p:childTnLst>
                                    <p:set>
                                      <p:cBhvr>
                                        <p:cTn id="46" dur="1" fill="hold">
                                          <p:stCondLst>
                                            <p:cond delay="0"/>
                                          </p:stCondLst>
                                        </p:cTn>
                                        <p:tgtEl>
                                          <p:spTgt spid="12"/>
                                        </p:tgtEl>
                                        <p:attrNameLst>
                                          <p:attrName>style.visibility</p:attrName>
                                        </p:attrNameLst>
                                      </p:cBhvr>
                                      <p:to>
                                        <p:strVal val="visible"/>
                                      </p:to>
                                    </p:set>
                                    <p:animEffect transition="in" filter="wipe(up)">
                                      <p:cBhvr>
                                        <p:cTn id="47" dur="500"/>
                                        <p:tgtEl>
                                          <p:spTgt spid="12"/>
                                        </p:tgtEl>
                                      </p:cBhvr>
                                    </p:animEffect>
                                  </p:childTnLst>
                                </p:cTn>
                              </p:par>
                            </p:childTnLst>
                          </p:cTn>
                        </p:par>
                        <p:par>
                          <p:cTn id="48" fill="hold">
                            <p:stCondLst>
                              <p:cond delay="6000"/>
                            </p:stCondLst>
                            <p:childTnLst>
                              <p:par>
                                <p:cTn id="49" presetID="22" presetClass="entr" presetSubtype="8"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childTnLst>
                          </p:cTn>
                        </p:par>
                        <p:par>
                          <p:cTn id="52" fill="hold">
                            <p:stCondLst>
                              <p:cond delay="6500"/>
                            </p:stCondLst>
                            <p:childTnLst>
                              <p:par>
                                <p:cTn id="53" presetID="2" presetClass="entr" presetSubtype="8" decel="100000" fill="hold" grpId="0" nodeType="afterEffect">
                                  <p:stCondLst>
                                    <p:cond delay="25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0-#ppt_w/2"/>
                                          </p:val>
                                        </p:tav>
                                        <p:tav tm="100000">
                                          <p:val>
                                            <p:strVal val="#ppt_x"/>
                                          </p:val>
                                        </p:tav>
                                      </p:tavLst>
                                    </p:anim>
                                    <p:anim calcmode="lin" valueType="num">
                                      <p:cBhvr additive="base">
                                        <p:cTn id="56" dur="500" fill="hold"/>
                                        <p:tgtEl>
                                          <p:spTgt spid="20"/>
                                        </p:tgtEl>
                                        <p:attrNameLst>
                                          <p:attrName>ppt_y</p:attrName>
                                        </p:attrNameLst>
                                      </p:cBhvr>
                                      <p:tavLst>
                                        <p:tav tm="0">
                                          <p:val>
                                            <p:strVal val="#ppt_y"/>
                                          </p:val>
                                        </p:tav>
                                        <p:tav tm="100000">
                                          <p:val>
                                            <p:strVal val="#ppt_y"/>
                                          </p:val>
                                        </p:tav>
                                      </p:tavLst>
                                    </p:anim>
                                  </p:childTnLst>
                                </p:cTn>
                              </p:par>
                              <p:par>
                                <p:cTn id="57" presetID="2" presetClass="entr" presetSubtype="2" decel="100000" fill="hold" grpId="0" nodeType="withEffect">
                                  <p:stCondLst>
                                    <p:cond delay="250"/>
                                  </p:stCondLst>
                                  <p:childTnLst>
                                    <p:set>
                                      <p:cBhvr>
                                        <p:cTn id="58" dur="1" fill="hold">
                                          <p:stCondLst>
                                            <p:cond delay="0"/>
                                          </p:stCondLst>
                                        </p:cTn>
                                        <p:tgtEl>
                                          <p:spTgt spid="19">
                                            <p:txEl>
                                              <p:pRg st="0" end="0"/>
                                            </p:txEl>
                                          </p:spTgt>
                                        </p:tgtEl>
                                        <p:attrNameLst>
                                          <p:attrName>style.visibility</p:attrName>
                                        </p:attrNameLst>
                                      </p:cBhvr>
                                      <p:to>
                                        <p:strVal val="visible"/>
                                      </p:to>
                                    </p:set>
                                    <p:anim calcmode="lin" valueType="num">
                                      <p:cBhvr additive="base">
                                        <p:cTn id="59" dur="5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1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6" grpId="0" animBg="1"/>
      <p:bldP spid="9" grpId="0" animBg="1"/>
      <p:bldP spid="10" grpId="0" animBg="1"/>
      <p:bldP spid="11" grpId="0" animBg="1"/>
      <p:bldP spid="12" grpId="0" animBg="1"/>
      <p:bldP spid="14" grpId="0" animBg="1">
        <p:tmplLst>
          <p:tmpl>
            <p:tnLst>
              <p:par>
                <p:cTn presetID="22" presetClass="entr" presetSubtype="8"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P spid="15" grpId="0" animBg="1">
        <p:tmplLst>
          <p:tmpl>
            <p:tnLst>
              <p:par>
                <p:cTn presetID="22" presetClass="entr" presetSubtype="8"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left)">
                      <p:cBhvr>
                        <p:cTn dur="500"/>
                        <p:tgtEl>
                          <p:spTgt spid="15"/>
                        </p:tgtEl>
                      </p:cBhvr>
                    </p:animEffect>
                  </p:childTnLst>
                </p:cTn>
              </p:par>
            </p:tnLst>
          </p:tmpl>
        </p:tmplLst>
      </p:bldP>
      <p:bldP spid="16" grpId="0" animBg="1">
        <p:tmplLst>
          <p:tmpl>
            <p:tnLst>
              <p:par>
                <p:cTn presetID="22" presetClass="entr" presetSubtype="8"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animBg="1">
        <p:tmplLst>
          <p:tmpl>
            <p:tnLst>
              <p:par>
                <p:cTn presetID="2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18" grpId="0" animBg="1">
        <p:tmplLst>
          <p:tmpl>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19" grpId="0" build="allAtOnce">
        <p:tmplLst>
          <p:tmpl lvl="1">
            <p:tnLst>
              <p:par>
                <p:cTn presetID="2" presetClass="entr" presetSubtype="2" decel="10000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1+#ppt_w/2"/>
                          </p:val>
                        </p:tav>
                        <p:tav tm="100000">
                          <p:val>
                            <p:strVal val="#ppt_x"/>
                          </p:val>
                        </p:tav>
                      </p:tavLst>
                    </p:anim>
                    <p:anim calcmode="lin" valueType="num">
                      <p:cBhvr additive="base">
                        <p:cTn dur="500" fill="hold"/>
                        <p:tgtEl>
                          <p:spTgt spid="19"/>
                        </p:tgtEl>
                        <p:attrNameLst>
                          <p:attrName>ppt_y</p:attrName>
                        </p:attrNameLst>
                      </p:cBhvr>
                      <p:tavLst>
                        <p:tav tm="0">
                          <p:val>
                            <p:strVal val="#ppt_y"/>
                          </p:val>
                        </p:tav>
                        <p:tav tm="100000">
                          <p:val>
                            <p:strVal val="#ppt_y"/>
                          </p:val>
                        </p:tav>
                      </p:tavLst>
                    </p:anim>
                  </p:childTnLst>
                </p:cTn>
              </p:par>
            </p:tnLst>
          </p:tmpl>
        </p:tmplLst>
      </p:bldP>
      <p:bldP spid="20"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Step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p:cNvSpPr/>
          <p:nvPr userDrawn="1"/>
        </p:nvSpPr>
        <p:spPr>
          <a:xfrm>
            <a:off x="0" y="2767236"/>
            <a:ext cx="7129368" cy="10801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平行四辺形 11"/>
          <p:cNvSpPr/>
          <p:nvPr userDrawn="1"/>
        </p:nvSpPr>
        <p:spPr>
          <a:xfrm>
            <a:off x="1800000" y="3847355"/>
            <a:ext cx="5329368" cy="552061"/>
          </a:xfrm>
          <a:prstGeom prst="parallelogram">
            <a:avLst>
              <a:gd name="adj" fmla="val 137052"/>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6"/>
          <p:cNvSpPr>
            <a:spLocks noGrp="1"/>
          </p:cNvSpPr>
          <p:nvPr>
            <p:ph type="body" sz="quarter" idx="21" hasCustomPrompt="1"/>
          </p:nvPr>
        </p:nvSpPr>
        <p:spPr>
          <a:xfrm>
            <a:off x="423427" y="2947255"/>
            <a:ext cx="6528067" cy="720080"/>
          </a:xfrm>
        </p:spPr>
        <p:txBody>
          <a:bodyPr anchor="ctr">
            <a:noAutofit/>
          </a:bodyPr>
          <a:lstStyle>
            <a:lvl1pPr algn="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22" name="平行四辺形 21"/>
          <p:cNvSpPr/>
          <p:nvPr userDrawn="1"/>
        </p:nvSpPr>
        <p:spPr>
          <a:xfrm>
            <a:off x="3600000" y="5479537"/>
            <a:ext cx="5329368" cy="552061"/>
          </a:xfrm>
          <a:prstGeom prst="parallelogram">
            <a:avLst>
              <a:gd name="adj" fmla="val 13705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平行四辺形 22"/>
          <p:cNvSpPr/>
          <p:nvPr userDrawn="1"/>
        </p:nvSpPr>
        <p:spPr>
          <a:xfrm>
            <a:off x="5398214" y="7111718"/>
            <a:ext cx="5329368" cy="552061"/>
          </a:xfrm>
          <a:prstGeom prst="parallelogram">
            <a:avLst>
              <a:gd name="adj" fmla="val 13705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a:off x="1800000" y="4399417"/>
            <a:ext cx="7129368" cy="10801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3600000" y="6031598"/>
            <a:ext cx="7129368" cy="10801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userDrawn="1"/>
        </p:nvSpPr>
        <p:spPr>
          <a:xfrm>
            <a:off x="5398214" y="7663780"/>
            <a:ext cx="7129368" cy="1080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6"/>
          <p:cNvSpPr>
            <a:spLocks noGrp="1"/>
          </p:cNvSpPr>
          <p:nvPr>
            <p:ph type="body" sz="quarter" idx="22" hasCustomPrompt="1"/>
          </p:nvPr>
        </p:nvSpPr>
        <p:spPr>
          <a:xfrm>
            <a:off x="2222017" y="4579437"/>
            <a:ext cx="6528067" cy="720080"/>
          </a:xfrm>
        </p:spPr>
        <p:txBody>
          <a:bodyPr anchor="ctr">
            <a:noAutofit/>
          </a:bodyPr>
          <a:lstStyle>
            <a:lvl1pPr algn="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3" hasCustomPrompt="1"/>
          </p:nvPr>
        </p:nvSpPr>
        <p:spPr>
          <a:xfrm>
            <a:off x="4022217" y="6211618"/>
            <a:ext cx="6528067" cy="720080"/>
          </a:xfrm>
        </p:spPr>
        <p:txBody>
          <a:bodyPr anchor="ctr">
            <a:noAutofit/>
          </a:bodyPr>
          <a:lstStyle>
            <a:lvl1pPr algn="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4" hasCustomPrompt="1"/>
          </p:nvPr>
        </p:nvSpPr>
        <p:spPr>
          <a:xfrm>
            <a:off x="5824027" y="7843800"/>
            <a:ext cx="6528067" cy="720080"/>
          </a:xfrm>
        </p:spPr>
        <p:txBody>
          <a:bodyPr anchor="ctr">
            <a:noAutofit/>
          </a:bodyPr>
          <a:lstStyle>
            <a:lvl1pPr algn="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30" name="テキスト プレースホルダー 6"/>
          <p:cNvSpPr>
            <a:spLocks noGrp="1"/>
          </p:cNvSpPr>
          <p:nvPr>
            <p:ph type="body" sz="quarter" idx="25" hasCustomPrompt="1"/>
          </p:nvPr>
        </p:nvSpPr>
        <p:spPr>
          <a:xfrm>
            <a:off x="7198990" y="2668427"/>
            <a:ext cx="5544616" cy="1284144"/>
          </a:xfrm>
        </p:spPr>
        <p:txBody>
          <a:bodyPr anchor="ctr">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p:ph type="body" sz="quarter" idx="26" hasCustomPrompt="1"/>
          </p:nvPr>
        </p:nvSpPr>
        <p:spPr>
          <a:xfrm>
            <a:off x="12599590" y="7570632"/>
            <a:ext cx="5544616" cy="1284144"/>
          </a:xfrm>
        </p:spPr>
        <p:txBody>
          <a:bodyPr anchor="ctr">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27" hasCustomPrompt="1"/>
          </p:nvPr>
        </p:nvSpPr>
        <p:spPr>
          <a:xfrm>
            <a:off x="8999190" y="4299864"/>
            <a:ext cx="5544616" cy="1284144"/>
          </a:xfrm>
        </p:spPr>
        <p:txBody>
          <a:bodyPr anchor="ctr">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28" hasCustomPrompt="1"/>
          </p:nvPr>
        </p:nvSpPr>
        <p:spPr>
          <a:xfrm>
            <a:off x="10845998" y="5932789"/>
            <a:ext cx="5544616" cy="1284144"/>
          </a:xfrm>
        </p:spPr>
        <p:txBody>
          <a:bodyPr anchor="ctr">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76298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500"/>
                                        <p:tgtEl>
                                          <p:spTgt spid="7">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Effect transition="in" filter="wipe(left)">
                                      <p:cBhvr>
                                        <p:cTn id="19" dur="500"/>
                                        <p:tgtEl>
                                          <p:spTgt spid="18">
                                            <p:txEl>
                                              <p:pRg st="0" end="0"/>
                                            </p:txEl>
                                          </p:spTgt>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30">
                                            <p:txEl>
                                              <p:pRg st="0" end="0"/>
                                            </p:txEl>
                                          </p:spTgt>
                                        </p:tgtEl>
                                        <p:attrNameLst>
                                          <p:attrName>style.visibility</p:attrName>
                                        </p:attrNameLst>
                                      </p:cBhvr>
                                      <p:to>
                                        <p:strVal val="visible"/>
                                      </p:to>
                                    </p:set>
                                    <p:animEffect transition="in" filter="wipe(left)">
                                      <p:cBhvr>
                                        <p:cTn id="23" dur="500"/>
                                        <p:tgtEl>
                                          <p:spTgt spid="30">
                                            <p:txEl>
                                              <p:pRg st="0" end="0"/>
                                            </p:txEl>
                                          </p:spTgt>
                                        </p:tgtEl>
                                      </p:cBhvr>
                                    </p:animEffect>
                                  </p:childTnLst>
                                </p:cTn>
                              </p:par>
                            </p:childTnLst>
                          </p:cTn>
                        </p:par>
                        <p:par>
                          <p:cTn id="24" fill="hold">
                            <p:stCondLst>
                              <p:cond delay="2000"/>
                            </p:stCondLst>
                            <p:childTnLst>
                              <p:par>
                                <p:cTn id="25" presetID="22" presetClass="entr" presetSubtype="1"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500"/>
                                        <p:tgtEl>
                                          <p:spTgt spid="12"/>
                                        </p:tgtEl>
                                      </p:cBhvr>
                                    </p:animEffect>
                                  </p:childTnLst>
                                </p:cTn>
                              </p:par>
                            </p:childTnLst>
                          </p:cTn>
                        </p:par>
                        <p:par>
                          <p:cTn id="28" fill="hold">
                            <p:stCondLst>
                              <p:cond delay="2500"/>
                            </p:stCondLst>
                            <p:childTnLst>
                              <p:par>
                                <p:cTn id="29" presetID="22" presetClass="entr" presetSubtype="8"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5">
                                            <p:txEl>
                                              <p:pRg st="0" end="0"/>
                                            </p:txEl>
                                          </p:spTgt>
                                        </p:tgtEl>
                                        <p:attrNameLst>
                                          <p:attrName>style.visibility</p:attrName>
                                        </p:attrNameLst>
                                      </p:cBhvr>
                                      <p:to>
                                        <p:strVal val="visible"/>
                                      </p:to>
                                    </p:set>
                                    <p:animEffect transition="in" filter="wipe(left)">
                                      <p:cBhvr>
                                        <p:cTn id="34" dur="500"/>
                                        <p:tgtEl>
                                          <p:spTgt spid="25">
                                            <p:txEl>
                                              <p:pRg st="0" end="0"/>
                                            </p:txEl>
                                          </p:spTgt>
                                        </p:tgtEl>
                                      </p:cBhvr>
                                    </p:animEffect>
                                  </p:childTnLst>
                                </p:cTn>
                              </p:par>
                            </p:childTnLst>
                          </p:cTn>
                        </p:par>
                        <p:par>
                          <p:cTn id="35" fill="hold">
                            <p:stCondLst>
                              <p:cond delay="3000"/>
                            </p:stCondLst>
                            <p:childTnLst>
                              <p:par>
                                <p:cTn id="36" presetID="22" presetClass="entr" presetSubtype="8" fill="hold" grpId="0" nodeType="afterEffect">
                                  <p:stCondLst>
                                    <p:cond delay="0"/>
                                  </p:stCondLst>
                                  <p:childTnLst>
                                    <p:set>
                                      <p:cBhvr>
                                        <p:cTn id="37" dur="1" fill="hold">
                                          <p:stCondLst>
                                            <p:cond delay="0"/>
                                          </p:stCondLst>
                                        </p:cTn>
                                        <p:tgtEl>
                                          <p:spTgt spid="32">
                                            <p:txEl>
                                              <p:pRg st="0" end="0"/>
                                            </p:txEl>
                                          </p:spTgt>
                                        </p:tgtEl>
                                        <p:attrNameLst>
                                          <p:attrName>style.visibility</p:attrName>
                                        </p:attrNameLst>
                                      </p:cBhvr>
                                      <p:to>
                                        <p:strVal val="visible"/>
                                      </p:to>
                                    </p:set>
                                    <p:animEffect transition="in" filter="wipe(left)">
                                      <p:cBhvr>
                                        <p:cTn id="38" dur="500"/>
                                        <p:tgtEl>
                                          <p:spTgt spid="32">
                                            <p:txEl>
                                              <p:pRg st="0" end="0"/>
                                            </p:txEl>
                                          </p:spTgt>
                                        </p:tgtEl>
                                      </p:cBhvr>
                                    </p:animEffect>
                                  </p:childTnLst>
                                </p:cTn>
                              </p:par>
                            </p:childTnLst>
                          </p:cTn>
                        </p:par>
                        <p:par>
                          <p:cTn id="39" fill="hold">
                            <p:stCondLst>
                              <p:cond delay="3500"/>
                            </p:stCondLst>
                            <p:childTnLst>
                              <p:par>
                                <p:cTn id="40" presetID="22" presetClass="entr" presetSubtype="1"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up)">
                                      <p:cBhvr>
                                        <p:cTn id="42" dur="500"/>
                                        <p:tgtEl>
                                          <p:spTgt spid="22"/>
                                        </p:tgtEl>
                                      </p:cBhvr>
                                    </p:animEffect>
                                  </p:childTnLst>
                                </p:cTn>
                              </p:par>
                            </p:childTnLst>
                          </p:cTn>
                        </p:par>
                        <p:par>
                          <p:cTn id="43" fill="hold">
                            <p:stCondLst>
                              <p:cond delay="4000"/>
                            </p:stCondLst>
                            <p:childTnLst>
                              <p:par>
                                <p:cTn id="44" presetID="22" presetClass="entr" presetSubtype="8"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7">
                                            <p:txEl>
                                              <p:pRg st="0" end="0"/>
                                            </p:txEl>
                                          </p:spTgt>
                                        </p:tgtEl>
                                        <p:attrNameLst>
                                          <p:attrName>style.visibility</p:attrName>
                                        </p:attrNameLst>
                                      </p:cBhvr>
                                      <p:to>
                                        <p:strVal val="visible"/>
                                      </p:to>
                                    </p:set>
                                    <p:animEffect transition="in" filter="wipe(left)">
                                      <p:cBhvr>
                                        <p:cTn id="49" dur="500"/>
                                        <p:tgtEl>
                                          <p:spTgt spid="27">
                                            <p:txEl>
                                              <p:pRg st="0" end="0"/>
                                            </p:txEl>
                                          </p:spTgt>
                                        </p:tgtEl>
                                      </p:cBhvr>
                                    </p:animEffect>
                                  </p:childTnLst>
                                </p:cTn>
                              </p:par>
                            </p:childTnLst>
                          </p:cTn>
                        </p:par>
                        <p:par>
                          <p:cTn id="50" fill="hold">
                            <p:stCondLst>
                              <p:cond delay="4500"/>
                            </p:stCondLst>
                            <p:childTnLst>
                              <p:par>
                                <p:cTn id="51" presetID="22" presetClass="entr" presetSubtype="8" fill="hold" grpId="0" nodeType="afterEffect">
                                  <p:stCondLst>
                                    <p:cond delay="0"/>
                                  </p:stCondLst>
                                  <p:childTnLst>
                                    <p:set>
                                      <p:cBhvr>
                                        <p:cTn id="52" dur="1" fill="hold">
                                          <p:stCondLst>
                                            <p:cond delay="0"/>
                                          </p:stCondLst>
                                        </p:cTn>
                                        <p:tgtEl>
                                          <p:spTgt spid="33">
                                            <p:txEl>
                                              <p:pRg st="0" end="0"/>
                                            </p:txEl>
                                          </p:spTgt>
                                        </p:tgtEl>
                                        <p:attrNameLst>
                                          <p:attrName>style.visibility</p:attrName>
                                        </p:attrNameLst>
                                      </p:cBhvr>
                                      <p:to>
                                        <p:strVal val="visible"/>
                                      </p:to>
                                    </p:set>
                                    <p:animEffect transition="in" filter="wipe(left)">
                                      <p:cBhvr>
                                        <p:cTn id="53" dur="500"/>
                                        <p:tgtEl>
                                          <p:spTgt spid="33">
                                            <p:txEl>
                                              <p:pRg st="0" end="0"/>
                                            </p:txEl>
                                          </p:spTgt>
                                        </p:tgtEl>
                                      </p:cBhvr>
                                    </p:animEffect>
                                  </p:childTnLst>
                                </p:cTn>
                              </p:par>
                            </p:childTnLst>
                          </p:cTn>
                        </p:par>
                        <p:par>
                          <p:cTn id="54" fill="hold">
                            <p:stCondLst>
                              <p:cond delay="5000"/>
                            </p:stCondLst>
                            <p:childTnLst>
                              <p:par>
                                <p:cTn id="55" presetID="22" presetClass="entr" presetSubtype="1" fill="hold" grpId="0" nodeType="after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up)">
                                      <p:cBhvr>
                                        <p:cTn id="57" dur="500"/>
                                        <p:tgtEl>
                                          <p:spTgt spid="23"/>
                                        </p:tgtEl>
                                      </p:cBhvr>
                                    </p:animEffect>
                                  </p:childTnLst>
                                </p:cTn>
                              </p:par>
                            </p:childTnLst>
                          </p:cTn>
                        </p:par>
                        <p:par>
                          <p:cTn id="58" fill="hold">
                            <p:stCondLst>
                              <p:cond delay="5500"/>
                            </p:stCondLst>
                            <p:childTnLst>
                              <p:par>
                                <p:cTn id="59" presetID="22" presetClass="entr" presetSubtype="8" fill="hold" grpId="0"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9">
                                            <p:txEl>
                                              <p:pRg st="0" end="0"/>
                                            </p:txEl>
                                          </p:spTgt>
                                        </p:tgtEl>
                                        <p:attrNameLst>
                                          <p:attrName>style.visibility</p:attrName>
                                        </p:attrNameLst>
                                      </p:cBhvr>
                                      <p:to>
                                        <p:strVal val="visible"/>
                                      </p:to>
                                    </p:set>
                                    <p:animEffect transition="in" filter="wipe(left)">
                                      <p:cBhvr>
                                        <p:cTn id="64" dur="500"/>
                                        <p:tgtEl>
                                          <p:spTgt spid="29">
                                            <p:txEl>
                                              <p:pRg st="0" end="0"/>
                                            </p:txEl>
                                          </p:spTgt>
                                        </p:tgtEl>
                                      </p:cBhvr>
                                    </p:animEffect>
                                  </p:childTnLst>
                                </p:cTn>
                              </p:par>
                            </p:childTnLst>
                          </p:cTn>
                        </p:par>
                        <p:par>
                          <p:cTn id="65" fill="hold">
                            <p:stCondLst>
                              <p:cond delay="6000"/>
                            </p:stCondLst>
                            <p:childTnLst>
                              <p:par>
                                <p:cTn id="66" presetID="22" presetClass="entr" presetSubtype="8" fill="hold" grpId="0" nodeType="afterEffect">
                                  <p:stCondLst>
                                    <p:cond delay="0"/>
                                  </p:stCondLst>
                                  <p:childTnLst>
                                    <p:set>
                                      <p:cBhvr>
                                        <p:cTn id="67" dur="1" fill="hold">
                                          <p:stCondLst>
                                            <p:cond delay="0"/>
                                          </p:stCondLst>
                                        </p:cTn>
                                        <p:tgtEl>
                                          <p:spTgt spid="31">
                                            <p:txEl>
                                              <p:pRg st="0" end="0"/>
                                            </p:txEl>
                                          </p:spTgt>
                                        </p:tgtEl>
                                        <p:attrNameLst>
                                          <p:attrName>style.visibility</p:attrName>
                                        </p:attrNameLst>
                                      </p:cBhvr>
                                      <p:to>
                                        <p:strVal val="visible"/>
                                      </p:to>
                                    </p:set>
                                    <p:animEffect transition="in" filter="wipe(left)">
                                      <p:cBhvr>
                                        <p:cTn id="68" dur="5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6" grpId="0" animBg="1"/>
      <p:bldP spid="12" grpId="0" animBg="1"/>
      <p:bldP spid="18" grpId="0" build="p">
        <p:tmplLst>
          <p:tmpl lvl="1">
            <p:tnLst>
              <p:par>
                <p:cTn presetID="22" presetClass="entr" presetSubtype="8" fill="hold" nodeType="with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22" grpId="0" animBg="1"/>
      <p:bldP spid="23" grpId="0" animBg="1"/>
      <p:bldP spid="9" grpId="0" animBg="1"/>
      <p:bldP spid="10" grpId="0" animBg="1"/>
      <p:bldP spid="19" grpId="0" animBg="1"/>
      <p:bldP spid="25" grpId="0" build="p">
        <p:tmplLst>
          <p:tmpl lvl="1">
            <p:tnLst>
              <p:par>
                <p:cTn presetID="22" presetClass="entr" presetSubtype="8"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27" grpId="0" build="p">
        <p:tmplLst>
          <p:tmpl lvl="1">
            <p:tnLst>
              <p:par>
                <p:cTn presetID="22" presetClass="entr" presetSubtype="8"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left)">
                      <p:cBhvr>
                        <p:cTn dur="500"/>
                        <p:tgtEl>
                          <p:spTgt spid="27"/>
                        </p:tgtEl>
                      </p:cBhvr>
                    </p:animEffect>
                  </p:childTnLst>
                </p:cTn>
              </p:par>
            </p:tnLst>
          </p:tmpl>
        </p:tmplLst>
      </p:bldP>
      <p:bldP spid="29" grpId="0" build="p">
        <p:tmplLst>
          <p:tmpl lvl="1">
            <p:tnLst>
              <p:par>
                <p:cTn presetID="22" presetClass="entr" presetSubtype="8"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P spid="30" grpId="0" build="p">
        <p:tmplLst>
          <p:tmpl lvl="1">
            <p:tnLst>
              <p:par>
                <p:cTn presetID="22" presetClass="entr" presetSubtype="8" fill="hold" nodeType="after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wipe(left)">
                      <p:cBhvr>
                        <p:cTn dur="500"/>
                        <p:tgtEl>
                          <p:spTgt spid="30"/>
                        </p:tgtEl>
                      </p:cBhvr>
                    </p:animEffect>
                  </p:childTnLst>
                </p:cTn>
              </p:par>
            </p:tnLst>
          </p:tmpl>
        </p:tmplLst>
      </p:bldP>
      <p:bldP spid="31" grpId="0" build="p">
        <p:tmplLst>
          <p:tmpl lvl="1">
            <p:tnLst>
              <p:par>
                <p:cTn presetID="22" presetClass="entr" presetSubtype="8"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wipe(left)">
                      <p:cBhvr>
                        <p:cTn dur="500"/>
                        <p:tgtEl>
                          <p:spTgt spid="31"/>
                        </p:tgtEl>
                      </p:cBhvr>
                    </p:animEffect>
                  </p:childTnLst>
                </p:cTn>
              </p:par>
            </p:tnLst>
          </p:tmpl>
        </p:tmplLst>
      </p:bldP>
      <p:bldP spid="32" grpId="0" build="p">
        <p:tmplLst>
          <p:tmpl lvl="1">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build="p">
        <p:tmplLst>
          <p:tmpl lvl="1">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Steps">
    <p:spTree>
      <p:nvGrpSpPr>
        <p:cNvPr id="1" name=""/>
        <p:cNvGrpSpPr/>
        <p:nvPr/>
      </p:nvGrpSpPr>
      <p:grpSpPr>
        <a:xfrm>
          <a:off x="0" y="0"/>
          <a:ext cx="0" cy="0"/>
          <a:chOff x="0" y="0"/>
          <a:chExt cx="0" cy="0"/>
        </a:xfrm>
      </p:grpSpPr>
      <p:sp>
        <p:nvSpPr>
          <p:cNvPr id="25" name="正方形/長方形 24"/>
          <p:cNvSpPr/>
          <p:nvPr userDrawn="1"/>
        </p:nvSpPr>
        <p:spPr>
          <a:xfrm>
            <a:off x="-29722" y="8477753"/>
            <a:ext cx="6677030" cy="7204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直角三角形 22"/>
          <p:cNvSpPr/>
          <p:nvPr userDrawn="1"/>
        </p:nvSpPr>
        <p:spPr>
          <a:xfrm rot="10800000">
            <a:off x="5926875" y="6645437"/>
            <a:ext cx="720434" cy="2552751"/>
          </a:xfrm>
          <a:custGeom>
            <a:avLst/>
            <a:gdLst/>
            <a:ahLst/>
            <a:cxnLst/>
            <a:rect l="l" t="t" r="r" b="b"/>
            <a:pathLst>
              <a:path w="720434" h="2552751">
                <a:moveTo>
                  <a:pt x="720433" y="2552751"/>
                </a:moveTo>
                <a:lnTo>
                  <a:pt x="0" y="2552751"/>
                </a:lnTo>
                <a:lnTo>
                  <a:pt x="0" y="720434"/>
                </a:lnTo>
                <a:lnTo>
                  <a:pt x="0" y="0"/>
                </a:lnTo>
                <a:lnTo>
                  <a:pt x="720434" y="720434"/>
                </a:lnTo>
                <a:lnTo>
                  <a:pt x="720433" y="720434"/>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直角三角形 5"/>
          <p:cNvSpPr/>
          <p:nvPr userDrawn="1"/>
        </p:nvSpPr>
        <p:spPr>
          <a:xfrm rot="10800000">
            <a:off x="5926875" y="6645436"/>
            <a:ext cx="4600136" cy="720434"/>
          </a:xfrm>
          <a:custGeom>
            <a:avLst/>
            <a:gdLst/>
            <a:ahLst/>
            <a:cxnLst/>
            <a:rect l="l" t="t" r="r" b="b"/>
            <a:pathLst>
              <a:path w="4600136" h="720434">
                <a:moveTo>
                  <a:pt x="4600136" y="720434"/>
                </a:moveTo>
                <a:lnTo>
                  <a:pt x="3879703" y="720434"/>
                </a:lnTo>
                <a:lnTo>
                  <a:pt x="3879702" y="720434"/>
                </a:lnTo>
                <a:lnTo>
                  <a:pt x="707423" y="720434"/>
                </a:lnTo>
                <a:lnTo>
                  <a:pt x="0" y="13011"/>
                </a:lnTo>
                <a:lnTo>
                  <a:pt x="0" y="0"/>
                </a:lnTo>
                <a:lnTo>
                  <a:pt x="3879702" y="0"/>
                </a:lnTo>
                <a:lnTo>
                  <a:pt x="3879703" y="0"/>
                </a:lnTo>
                <a:lnTo>
                  <a:pt x="3879703" y="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p:cNvSpPr/>
          <p:nvPr userDrawn="1"/>
        </p:nvSpPr>
        <p:spPr>
          <a:xfrm rot="10800000">
            <a:off x="9806577" y="4813120"/>
            <a:ext cx="720434" cy="2552751"/>
          </a:xfrm>
          <a:custGeom>
            <a:avLst/>
            <a:gdLst/>
            <a:ahLst/>
            <a:cxnLst/>
            <a:rect l="l" t="t" r="r" b="b"/>
            <a:pathLst>
              <a:path w="720434" h="2552751">
                <a:moveTo>
                  <a:pt x="720433" y="2552751"/>
                </a:moveTo>
                <a:lnTo>
                  <a:pt x="0" y="2552751"/>
                </a:lnTo>
                <a:lnTo>
                  <a:pt x="0" y="720434"/>
                </a:lnTo>
                <a:lnTo>
                  <a:pt x="0" y="0"/>
                </a:lnTo>
                <a:lnTo>
                  <a:pt x="720434" y="720434"/>
                </a:lnTo>
                <a:lnTo>
                  <a:pt x="720433" y="720434"/>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userDrawn="1"/>
        </p:nvSpPr>
        <p:spPr>
          <a:xfrm>
            <a:off x="9806575" y="4813119"/>
            <a:ext cx="4600136" cy="720434"/>
          </a:xfrm>
          <a:custGeom>
            <a:avLst/>
            <a:gdLst/>
            <a:ahLst/>
            <a:cxnLst/>
            <a:rect l="l" t="t" r="r" b="b"/>
            <a:pathLst>
              <a:path w="4600136" h="720434">
                <a:moveTo>
                  <a:pt x="0" y="0"/>
                </a:moveTo>
                <a:lnTo>
                  <a:pt x="720433" y="0"/>
                </a:lnTo>
                <a:lnTo>
                  <a:pt x="720434" y="0"/>
                </a:lnTo>
                <a:lnTo>
                  <a:pt x="3898149" y="0"/>
                </a:lnTo>
                <a:lnTo>
                  <a:pt x="4600136" y="701987"/>
                </a:lnTo>
                <a:lnTo>
                  <a:pt x="4600136" y="720434"/>
                </a:lnTo>
                <a:lnTo>
                  <a:pt x="720434" y="720434"/>
                </a:lnTo>
                <a:lnTo>
                  <a:pt x="720433" y="720434"/>
                </a:lnTo>
                <a:lnTo>
                  <a:pt x="720433" y="72043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直角三角形 13"/>
          <p:cNvSpPr/>
          <p:nvPr userDrawn="1"/>
        </p:nvSpPr>
        <p:spPr>
          <a:xfrm rot="10800000">
            <a:off x="13686278" y="2980804"/>
            <a:ext cx="720434" cy="2552751"/>
          </a:xfrm>
          <a:custGeom>
            <a:avLst/>
            <a:gdLst/>
            <a:ahLst/>
            <a:cxnLst/>
            <a:rect l="l" t="t" r="r" b="b"/>
            <a:pathLst>
              <a:path w="720434" h="2552751">
                <a:moveTo>
                  <a:pt x="720433" y="2552751"/>
                </a:moveTo>
                <a:lnTo>
                  <a:pt x="0" y="2552751"/>
                </a:lnTo>
                <a:lnTo>
                  <a:pt x="0" y="720434"/>
                </a:lnTo>
                <a:lnTo>
                  <a:pt x="0" y="0"/>
                </a:lnTo>
                <a:lnTo>
                  <a:pt x="720434" y="720434"/>
                </a:lnTo>
                <a:lnTo>
                  <a:pt x="720433" y="720434"/>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userDrawn="1"/>
        </p:nvSpPr>
        <p:spPr>
          <a:xfrm>
            <a:off x="13686277" y="2980803"/>
            <a:ext cx="4600135" cy="720434"/>
          </a:xfrm>
          <a:custGeom>
            <a:avLst/>
            <a:gdLst/>
            <a:ahLst/>
            <a:cxnLst/>
            <a:rect l="l" t="t" r="r" b="b"/>
            <a:pathLst>
              <a:path w="4600135" h="720434">
                <a:moveTo>
                  <a:pt x="0" y="0"/>
                </a:moveTo>
                <a:lnTo>
                  <a:pt x="720433" y="0"/>
                </a:lnTo>
                <a:lnTo>
                  <a:pt x="720434" y="0"/>
                </a:lnTo>
                <a:lnTo>
                  <a:pt x="4600135" y="0"/>
                </a:lnTo>
                <a:lnTo>
                  <a:pt x="4600135" y="720434"/>
                </a:lnTo>
                <a:lnTo>
                  <a:pt x="720434" y="720434"/>
                </a:lnTo>
                <a:lnTo>
                  <a:pt x="720433" y="720434"/>
                </a:lnTo>
                <a:lnTo>
                  <a:pt x="720433" y="72043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p:cNvSpPr txBox="1"/>
          <p:nvPr userDrawn="1"/>
        </p:nvSpPr>
        <p:spPr>
          <a:xfrm>
            <a:off x="6886463" y="7365870"/>
            <a:ext cx="1941557" cy="1938992"/>
          </a:xfrm>
          <a:prstGeom prst="rect">
            <a:avLst/>
          </a:prstGeom>
          <a:noFill/>
        </p:spPr>
        <p:txBody>
          <a:bodyPr wrap="none" rtlCol="0">
            <a:spAutoFit/>
          </a:bodyPr>
          <a:lstStyle/>
          <a:p>
            <a:r>
              <a:rPr kumimoji="1" lang="en-US" altLang="ja-JP" sz="12000" dirty="0">
                <a:solidFill>
                  <a:schemeClr val="accent1">
                    <a:lumMod val="60000"/>
                    <a:lumOff val="40000"/>
                  </a:schemeClr>
                </a:solidFill>
                <a:latin typeface="Open Sans Light" panose="020B0306030504020204" pitchFamily="34" charset="0"/>
                <a:ea typeface="Open Sans Light" panose="020B0306030504020204" pitchFamily="34" charset="0"/>
                <a:cs typeface="Open Sans Light" panose="020B0306030504020204" pitchFamily="34" charset="0"/>
              </a:rPr>
              <a:t>01</a:t>
            </a:r>
            <a:endParaRPr kumimoji="1" lang="ja-JP" altLang="en-US" sz="12000" dirty="0">
              <a:solidFill>
                <a:schemeClr val="accent1">
                  <a:lumMod val="60000"/>
                  <a:lumOff val="40000"/>
                </a:schemeClr>
              </a:solidFill>
              <a:latin typeface="Open Sans Light" panose="020B0306030504020204" pitchFamily="34" charset="0"/>
              <a:cs typeface="Open Sans Light" panose="020B0306030504020204" pitchFamily="34" charset="0"/>
            </a:endParaRPr>
          </a:p>
        </p:txBody>
      </p:sp>
      <p:sp>
        <p:nvSpPr>
          <p:cNvPr id="21" name="テキスト ボックス 20"/>
          <p:cNvSpPr txBox="1"/>
          <p:nvPr userDrawn="1"/>
        </p:nvSpPr>
        <p:spPr>
          <a:xfrm>
            <a:off x="10766800" y="5533553"/>
            <a:ext cx="1941557" cy="1938992"/>
          </a:xfrm>
          <a:prstGeom prst="rect">
            <a:avLst/>
          </a:prstGeom>
          <a:noFill/>
        </p:spPr>
        <p:txBody>
          <a:bodyPr wrap="none" rtlCol="0">
            <a:spAutoFit/>
          </a:bodyPr>
          <a:lstStyle/>
          <a:p>
            <a:r>
              <a:rPr kumimoji="1" lang="en-US" altLang="ja-JP" sz="12000" dirty="0">
                <a:solidFill>
                  <a:schemeClr val="accent3">
                    <a:lumMod val="60000"/>
                    <a:lumOff val="40000"/>
                  </a:schemeClr>
                </a:solidFill>
                <a:latin typeface="Open Sans Light" panose="020B0306030504020204" pitchFamily="34" charset="0"/>
                <a:ea typeface="Open Sans Light" panose="020B0306030504020204" pitchFamily="34" charset="0"/>
                <a:cs typeface="Open Sans Light" panose="020B0306030504020204" pitchFamily="34" charset="0"/>
              </a:rPr>
              <a:t>02</a:t>
            </a:r>
            <a:endParaRPr kumimoji="1" lang="ja-JP" altLang="en-US" sz="12000" dirty="0">
              <a:solidFill>
                <a:schemeClr val="accent3">
                  <a:lumMod val="60000"/>
                  <a:lumOff val="40000"/>
                </a:schemeClr>
              </a:solidFill>
              <a:latin typeface="Open Sans Light" panose="020B0306030504020204" pitchFamily="34" charset="0"/>
              <a:cs typeface="Open Sans Light" panose="020B0306030504020204" pitchFamily="34" charset="0"/>
            </a:endParaRPr>
          </a:p>
        </p:txBody>
      </p:sp>
      <p:sp>
        <p:nvSpPr>
          <p:cNvPr id="22" name="テキスト ボックス 21"/>
          <p:cNvSpPr txBox="1"/>
          <p:nvPr userDrawn="1"/>
        </p:nvSpPr>
        <p:spPr>
          <a:xfrm>
            <a:off x="14647139" y="3701237"/>
            <a:ext cx="1941557" cy="1938992"/>
          </a:xfrm>
          <a:prstGeom prst="rect">
            <a:avLst/>
          </a:prstGeom>
          <a:noFill/>
        </p:spPr>
        <p:txBody>
          <a:bodyPr wrap="none" rtlCol="0">
            <a:spAutoFit/>
          </a:bodyPr>
          <a:lstStyle/>
          <a:p>
            <a:r>
              <a:rPr kumimoji="1" lang="en-US" altLang="ja-JP" sz="12000" dirty="0">
                <a:solidFill>
                  <a:schemeClr val="accent2">
                    <a:lumMod val="60000"/>
                    <a:lumOff val="40000"/>
                  </a:schemeClr>
                </a:solidFill>
                <a:latin typeface="Open Sans Light" panose="020B0306030504020204" pitchFamily="34" charset="0"/>
                <a:ea typeface="Open Sans Light" panose="020B0306030504020204" pitchFamily="34" charset="0"/>
                <a:cs typeface="Open Sans Light" panose="020B0306030504020204" pitchFamily="34" charset="0"/>
              </a:rPr>
              <a:t>03</a:t>
            </a:r>
            <a:endParaRPr kumimoji="1" lang="ja-JP" altLang="en-US" sz="12000" dirty="0">
              <a:solidFill>
                <a:schemeClr val="accent2">
                  <a:lumMod val="60000"/>
                  <a:lumOff val="40000"/>
                </a:schemeClr>
              </a:solidFill>
              <a:latin typeface="Open Sans Light" panose="020B0306030504020204" pitchFamily="34" charset="0"/>
              <a:cs typeface="Open Sans Light" panose="020B0306030504020204" pitchFamily="34" charset="0"/>
            </a:endParaRPr>
          </a:p>
        </p:txBody>
      </p:sp>
      <p:sp>
        <p:nvSpPr>
          <p:cNvPr id="27" name="直角三角形 26"/>
          <p:cNvSpPr/>
          <p:nvPr userDrawn="1"/>
        </p:nvSpPr>
        <p:spPr>
          <a:xfrm>
            <a:off x="9121024" y="6645436"/>
            <a:ext cx="1404929" cy="720434"/>
          </a:xfrm>
          <a:custGeom>
            <a:avLst/>
            <a:gdLst/>
            <a:ahLst/>
            <a:cxnLst/>
            <a:rect l="l" t="t" r="r" b="b"/>
            <a:pathLst>
              <a:path w="1404929" h="720434">
                <a:moveTo>
                  <a:pt x="684495" y="0"/>
                </a:moveTo>
                <a:lnTo>
                  <a:pt x="684496" y="1"/>
                </a:lnTo>
                <a:lnTo>
                  <a:pt x="685961" y="1"/>
                </a:lnTo>
                <a:lnTo>
                  <a:pt x="685961" y="1466"/>
                </a:lnTo>
                <a:lnTo>
                  <a:pt x="1404929" y="720434"/>
                </a:lnTo>
                <a:lnTo>
                  <a:pt x="1403863" y="720434"/>
                </a:lnTo>
                <a:lnTo>
                  <a:pt x="0" y="1"/>
                </a:lnTo>
                <a:lnTo>
                  <a:pt x="684495" y="1"/>
                </a:lnTo>
                <a:close/>
              </a:path>
            </a:pathLst>
          </a:custGeom>
          <a:solidFill>
            <a:schemeClr val="tx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直角三角形 26"/>
          <p:cNvSpPr/>
          <p:nvPr userDrawn="1"/>
        </p:nvSpPr>
        <p:spPr>
          <a:xfrm>
            <a:off x="5224409" y="8477753"/>
            <a:ext cx="1404929" cy="720434"/>
          </a:xfrm>
          <a:custGeom>
            <a:avLst/>
            <a:gdLst/>
            <a:ahLst/>
            <a:cxnLst/>
            <a:rect l="l" t="t" r="r" b="b"/>
            <a:pathLst>
              <a:path w="1404929" h="720434">
                <a:moveTo>
                  <a:pt x="684495" y="0"/>
                </a:moveTo>
                <a:lnTo>
                  <a:pt x="684496" y="1"/>
                </a:lnTo>
                <a:lnTo>
                  <a:pt x="685961" y="1"/>
                </a:lnTo>
                <a:lnTo>
                  <a:pt x="685961" y="1466"/>
                </a:lnTo>
                <a:lnTo>
                  <a:pt x="1404929" y="720434"/>
                </a:lnTo>
                <a:lnTo>
                  <a:pt x="1403863" y="720434"/>
                </a:lnTo>
                <a:lnTo>
                  <a:pt x="0" y="1"/>
                </a:lnTo>
                <a:lnTo>
                  <a:pt x="684495" y="1"/>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直角三角形 26"/>
          <p:cNvSpPr/>
          <p:nvPr userDrawn="1"/>
        </p:nvSpPr>
        <p:spPr>
          <a:xfrm>
            <a:off x="13001594" y="4808553"/>
            <a:ext cx="1404929" cy="720434"/>
          </a:xfrm>
          <a:custGeom>
            <a:avLst/>
            <a:gdLst/>
            <a:ahLst/>
            <a:cxnLst/>
            <a:rect l="l" t="t" r="r" b="b"/>
            <a:pathLst>
              <a:path w="1404929" h="720434">
                <a:moveTo>
                  <a:pt x="684495" y="0"/>
                </a:moveTo>
                <a:lnTo>
                  <a:pt x="684496" y="1"/>
                </a:lnTo>
                <a:lnTo>
                  <a:pt x="685961" y="1"/>
                </a:lnTo>
                <a:lnTo>
                  <a:pt x="685961" y="1466"/>
                </a:lnTo>
                <a:lnTo>
                  <a:pt x="1404929" y="720434"/>
                </a:lnTo>
                <a:lnTo>
                  <a:pt x="1403863" y="720434"/>
                </a:lnTo>
                <a:lnTo>
                  <a:pt x="0" y="1"/>
                </a:lnTo>
                <a:lnTo>
                  <a:pt x="684495" y="1"/>
                </a:lnTo>
                <a:close/>
              </a:path>
            </a:pathLst>
          </a:custGeom>
          <a:solidFill>
            <a:schemeClr val="tx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プレースホルダー 6"/>
          <p:cNvSpPr>
            <a:spLocks noGrp="1"/>
          </p:cNvSpPr>
          <p:nvPr>
            <p:ph type="body" sz="quarter" idx="21" hasCustomPrompt="1"/>
          </p:nvPr>
        </p:nvSpPr>
        <p:spPr>
          <a:xfrm>
            <a:off x="773723" y="6494220"/>
            <a:ext cx="4851245" cy="720080"/>
          </a:xfrm>
        </p:spPr>
        <p:txBody>
          <a:bodyPr anchor="b">
            <a:noAutofit/>
          </a:bodyPr>
          <a:lstStyle>
            <a:lvl1pPr algn="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p:ph type="body" sz="quarter" idx="24" hasCustomPrompt="1"/>
          </p:nvPr>
        </p:nvSpPr>
        <p:spPr>
          <a:xfrm>
            <a:off x="759655" y="7249864"/>
            <a:ext cx="4872043"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6" name="正方形/長方形 35"/>
          <p:cNvSpPr/>
          <p:nvPr userDrawn="1"/>
        </p:nvSpPr>
        <p:spPr>
          <a:xfrm>
            <a:off x="2251327" y="7152456"/>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プレースホルダー 6"/>
          <p:cNvSpPr>
            <a:spLocks noGrp="1"/>
          </p:cNvSpPr>
          <p:nvPr>
            <p:ph type="body" sz="quarter" idx="25" hasCustomPrompt="1"/>
          </p:nvPr>
        </p:nvSpPr>
        <p:spPr>
          <a:xfrm>
            <a:off x="4682197" y="4668503"/>
            <a:ext cx="4851245" cy="720080"/>
          </a:xfrm>
        </p:spPr>
        <p:txBody>
          <a:bodyPr anchor="b">
            <a:noAutofit/>
          </a:bodyPr>
          <a:lstStyle>
            <a:lvl1pPr algn="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0" name="テキスト プレースホルダー 6"/>
          <p:cNvSpPr>
            <a:spLocks noGrp="1"/>
          </p:cNvSpPr>
          <p:nvPr>
            <p:ph type="body" sz="quarter" idx="26" hasCustomPrompt="1"/>
          </p:nvPr>
        </p:nvSpPr>
        <p:spPr>
          <a:xfrm>
            <a:off x="4668129" y="5424147"/>
            <a:ext cx="4872043"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1" name="正方形/長方形 40"/>
          <p:cNvSpPr/>
          <p:nvPr userDrawn="1"/>
        </p:nvSpPr>
        <p:spPr>
          <a:xfrm>
            <a:off x="6159801" y="5326739"/>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プレースホルダー 6"/>
          <p:cNvSpPr>
            <a:spLocks noGrp="1"/>
          </p:cNvSpPr>
          <p:nvPr>
            <p:ph type="body" sz="quarter" idx="27" hasCustomPrompt="1"/>
          </p:nvPr>
        </p:nvSpPr>
        <p:spPr>
          <a:xfrm>
            <a:off x="8564878" y="2829587"/>
            <a:ext cx="4851245" cy="720080"/>
          </a:xfrm>
        </p:spPr>
        <p:txBody>
          <a:bodyPr anchor="b">
            <a:noAutofit/>
          </a:bodyPr>
          <a:lstStyle>
            <a:lvl1pPr algn="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28" hasCustomPrompt="1"/>
          </p:nvPr>
        </p:nvSpPr>
        <p:spPr>
          <a:xfrm>
            <a:off x="8550810" y="3585231"/>
            <a:ext cx="4872043"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4" name="正方形/長方形 43"/>
          <p:cNvSpPr/>
          <p:nvPr userDrawn="1"/>
        </p:nvSpPr>
        <p:spPr>
          <a:xfrm>
            <a:off x="10042482" y="3487823"/>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0329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wipe(left)">
                                      <p:cBhvr>
                                        <p:cTn id="14" dur="500"/>
                                        <p:tgtEl>
                                          <p:spTgt spid="25"/>
                                        </p:tgtEl>
                                      </p:cBhvr>
                                    </p:animEffect>
                                  </p:childTnLst>
                                </p:cTn>
                              </p:par>
                              <p:par>
                                <p:cTn id="15" presetID="22" presetClass="entr" presetSubtype="4" fill="hold" grpId="0" nodeType="withEffect">
                                  <p:stCondLst>
                                    <p:cond delay="250"/>
                                  </p:stCondLst>
                                  <p:childTnLst>
                                    <p:set>
                                      <p:cBhvr>
                                        <p:cTn id="16" dur="1" fill="hold">
                                          <p:stCondLst>
                                            <p:cond delay="0"/>
                                          </p:stCondLst>
                                        </p:cTn>
                                        <p:tgtEl>
                                          <p:spTgt spid="23"/>
                                        </p:tgtEl>
                                        <p:attrNameLst>
                                          <p:attrName>style.visibility</p:attrName>
                                        </p:attrNameLst>
                                      </p:cBhvr>
                                      <p:to>
                                        <p:strVal val="visible"/>
                                      </p:to>
                                    </p:set>
                                    <p:animEffect transition="in" filter="wipe(down)">
                                      <p:cBhvr>
                                        <p:cTn id="17" dur="500"/>
                                        <p:tgtEl>
                                          <p:spTgt spid="23"/>
                                        </p:tgtEl>
                                      </p:cBhvr>
                                    </p:animEffect>
                                  </p:childTnLst>
                                </p:cTn>
                              </p:par>
                              <p:par>
                                <p:cTn id="18" presetID="22" presetClass="entr" presetSubtype="2" fill="hold" grpId="0" nodeType="withEffect">
                                  <p:stCondLst>
                                    <p:cond delay="250"/>
                                  </p:stCondLst>
                                  <p:childTnLst>
                                    <p:set>
                                      <p:cBhvr>
                                        <p:cTn id="19" dur="1" fill="hold">
                                          <p:stCondLst>
                                            <p:cond delay="0"/>
                                          </p:stCondLst>
                                        </p:cTn>
                                        <p:tgtEl>
                                          <p:spTgt spid="30"/>
                                        </p:tgtEl>
                                        <p:attrNameLst>
                                          <p:attrName>style.visibility</p:attrName>
                                        </p:attrNameLst>
                                      </p:cBhvr>
                                      <p:to>
                                        <p:strVal val="visible"/>
                                      </p:to>
                                    </p:set>
                                    <p:animEffect transition="in" filter="wipe(right)">
                                      <p:cBhvr>
                                        <p:cTn id="20" dur="500"/>
                                        <p:tgtEl>
                                          <p:spTgt spid="30"/>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par>
                          <p:cTn id="28" fill="hold">
                            <p:stCondLst>
                              <p:cond delay="1500"/>
                            </p:stCondLst>
                            <p:childTnLst>
                              <p:par>
                                <p:cTn id="29" presetID="2" presetClass="entr" presetSubtype="8" decel="100000" fill="hold" grpId="0" nodeType="afterEffect">
                                  <p:stCondLst>
                                    <p:cond delay="0"/>
                                  </p:stCondLst>
                                  <p:childTnLst>
                                    <p:set>
                                      <p:cBhvr>
                                        <p:cTn id="30" dur="1" fill="hold">
                                          <p:stCondLst>
                                            <p:cond delay="0"/>
                                          </p:stCondLst>
                                        </p:cTn>
                                        <p:tgtEl>
                                          <p:spTgt spid="34">
                                            <p:txEl>
                                              <p:pRg st="0" end="0"/>
                                            </p:txEl>
                                          </p:spTgt>
                                        </p:tgtEl>
                                        <p:attrNameLst>
                                          <p:attrName>style.visibility</p:attrName>
                                        </p:attrNameLst>
                                      </p:cBhvr>
                                      <p:to>
                                        <p:strVal val="visible"/>
                                      </p:to>
                                    </p:set>
                                    <p:anim calcmode="lin" valueType="num">
                                      <p:cBhvr additive="base">
                                        <p:cTn id="31"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4">
                                            <p:txEl>
                                              <p:pRg st="0" end="0"/>
                                            </p:txEl>
                                          </p:spTgt>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00"/>
                                  </p:stCondLst>
                                  <p:childTnLst>
                                    <p:set>
                                      <p:cBhvr>
                                        <p:cTn id="34" dur="1" fill="hold">
                                          <p:stCondLst>
                                            <p:cond delay="0"/>
                                          </p:stCondLst>
                                        </p:cTn>
                                        <p:tgtEl>
                                          <p:spTgt spid="36"/>
                                        </p:tgtEl>
                                        <p:attrNameLst>
                                          <p:attrName>style.visibility</p:attrName>
                                        </p:attrNameLst>
                                      </p:cBhvr>
                                      <p:to>
                                        <p:strVal val="visible"/>
                                      </p:to>
                                    </p:set>
                                    <p:anim calcmode="lin" valueType="num">
                                      <p:cBhvr additive="base">
                                        <p:cTn id="35" dur="500" fill="hold"/>
                                        <p:tgtEl>
                                          <p:spTgt spid="36"/>
                                        </p:tgtEl>
                                        <p:attrNameLst>
                                          <p:attrName>ppt_x</p:attrName>
                                        </p:attrNameLst>
                                      </p:cBhvr>
                                      <p:tavLst>
                                        <p:tav tm="0">
                                          <p:val>
                                            <p:strVal val="0-#ppt_w/2"/>
                                          </p:val>
                                        </p:tav>
                                        <p:tav tm="100000">
                                          <p:val>
                                            <p:strVal val="#ppt_x"/>
                                          </p:val>
                                        </p:tav>
                                      </p:tavLst>
                                    </p:anim>
                                    <p:anim calcmode="lin" valueType="num">
                                      <p:cBhvr additive="base">
                                        <p:cTn id="36" dur="500" fill="hold"/>
                                        <p:tgtEl>
                                          <p:spTgt spid="36"/>
                                        </p:tgtEl>
                                        <p:attrNameLst>
                                          <p:attrName>ppt_y</p:attrName>
                                        </p:attrNameLst>
                                      </p:cBhvr>
                                      <p:tavLst>
                                        <p:tav tm="0">
                                          <p:val>
                                            <p:strVal val="#ppt_y"/>
                                          </p:val>
                                        </p:tav>
                                        <p:tav tm="100000">
                                          <p:val>
                                            <p:strVal val="#ppt_y"/>
                                          </p:val>
                                        </p:tav>
                                      </p:tavLst>
                                    </p:anim>
                                  </p:childTnLst>
                                </p:cTn>
                              </p:par>
                            </p:childTnLst>
                          </p:cTn>
                        </p:par>
                        <p:par>
                          <p:cTn id="37" fill="hold">
                            <p:stCondLst>
                              <p:cond delay="2100"/>
                            </p:stCondLst>
                            <p:childTnLst>
                              <p:par>
                                <p:cTn id="38" presetID="22" presetClass="entr" presetSubtype="8" fill="hold" grpId="0" nodeType="afterEffect">
                                  <p:stCondLst>
                                    <p:cond delay="0"/>
                                  </p:stCondLst>
                                  <p:childTnLst>
                                    <p:set>
                                      <p:cBhvr>
                                        <p:cTn id="39" dur="1" fill="hold">
                                          <p:stCondLst>
                                            <p:cond delay="0"/>
                                          </p:stCondLst>
                                        </p:cTn>
                                        <p:tgtEl>
                                          <p:spTgt spid="35">
                                            <p:txEl>
                                              <p:pRg st="0" end="0"/>
                                            </p:txEl>
                                          </p:spTgt>
                                        </p:tgtEl>
                                        <p:attrNameLst>
                                          <p:attrName>style.visibility</p:attrName>
                                        </p:attrNameLst>
                                      </p:cBhvr>
                                      <p:to>
                                        <p:strVal val="visible"/>
                                      </p:to>
                                    </p:set>
                                    <p:animEffect transition="in" filter="wipe(left)">
                                      <p:cBhvr>
                                        <p:cTn id="40" dur="500"/>
                                        <p:tgtEl>
                                          <p:spTgt spid="35">
                                            <p:txEl>
                                              <p:pRg st="0" end="0"/>
                                            </p:txEl>
                                          </p:spTgt>
                                        </p:tgtEl>
                                      </p:cBhvr>
                                    </p:animEffect>
                                  </p:childTnLst>
                                </p:cTn>
                              </p:par>
                              <p:par>
                                <p:cTn id="41" presetID="22" presetClass="entr" presetSubtype="4" fill="hold" grpId="0" nodeType="withEffect">
                                  <p:stCondLst>
                                    <p:cond delay="750"/>
                                  </p:stCondLst>
                                  <p:childTnLst>
                                    <p:set>
                                      <p:cBhvr>
                                        <p:cTn id="42" dur="1" fill="hold">
                                          <p:stCondLst>
                                            <p:cond delay="0"/>
                                          </p:stCondLst>
                                        </p:cTn>
                                        <p:tgtEl>
                                          <p:spTgt spid="10"/>
                                        </p:tgtEl>
                                        <p:attrNameLst>
                                          <p:attrName>style.visibility</p:attrName>
                                        </p:attrNameLst>
                                      </p:cBhvr>
                                      <p:to>
                                        <p:strVal val="visible"/>
                                      </p:to>
                                    </p:set>
                                    <p:animEffect transition="in" filter="wipe(down)">
                                      <p:cBhvr>
                                        <p:cTn id="43" dur="500"/>
                                        <p:tgtEl>
                                          <p:spTgt spid="10"/>
                                        </p:tgtEl>
                                      </p:cBhvr>
                                    </p:animEffect>
                                  </p:childTnLst>
                                </p:cTn>
                              </p:par>
                              <p:par>
                                <p:cTn id="44" presetID="22" presetClass="entr" presetSubtype="4" fill="hold" grpId="0" nodeType="withEffect">
                                  <p:stCondLst>
                                    <p:cond delay="750"/>
                                  </p:stCondLst>
                                  <p:childTnLst>
                                    <p:set>
                                      <p:cBhvr>
                                        <p:cTn id="45" dur="1" fill="hold">
                                          <p:stCondLst>
                                            <p:cond delay="0"/>
                                          </p:stCondLst>
                                        </p:cTn>
                                        <p:tgtEl>
                                          <p:spTgt spid="27"/>
                                        </p:tgtEl>
                                        <p:attrNameLst>
                                          <p:attrName>style.visibility</p:attrName>
                                        </p:attrNameLst>
                                      </p:cBhvr>
                                      <p:to>
                                        <p:strVal val="visible"/>
                                      </p:to>
                                    </p:set>
                                    <p:animEffect transition="in" filter="wipe(down)">
                                      <p:cBhvr>
                                        <p:cTn id="46" dur="500"/>
                                        <p:tgtEl>
                                          <p:spTgt spid="27"/>
                                        </p:tgtEl>
                                      </p:cBhvr>
                                    </p:animEffect>
                                  </p:childTnLst>
                                </p:cTn>
                              </p:par>
                              <p:par>
                                <p:cTn id="47" presetID="22" presetClass="entr" presetSubtype="8" fill="hold" grpId="0" nodeType="withEffect">
                                  <p:stCondLst>
                                    <p:cond delay="100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par>
                          <p:cTn id="50" fill="hold">
                            <p:stCondLst>
                              <p:cond delay="3600"/>
                            </p:stCondLst>
                            <p:childTnLst>
                              <p:par>
                                <p:cTn id="51" presetID="10" presetClass="entr" presetSubtype="0"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childTnLst>
                          </p:cTn>
                        </p:par>
                        <p:par>
                          <p:cTn id="54" fill="hold">
                            <p:stCondLst>
                              <p:cond delay="4100"/>
                            </p:stCondLst>
                            <p:childTnLst>
                              <p:par>
                                <p:cTn id="55" presetID="2" presetClass="entr" presetSubtype="8" decel="100000" fill="hold" grpId="0" nodeType="afterEffect">
                                  <p:stCondLst>
                                    <p:cond delay="0"/>
                                  </p:stCondLst>
                                  <p:childTnLst>
                                    <p:set>
                                      <p:cBhvr>
                                        <p:cTn id="56" dur="1" fill="hold">
                                          <p:stCondLst>
                                            <p:cond delay="0"/>
                                          </p:stCondLst>
                                        </p:cTn>
                                        <p:tgtEl>
                                          <p:spTgt spid="39">
                                            <p:txEl>
                                              <p:pRg st="0" end="0"/>
                                            </p:txEl>
                                          </p:spTgt>
                                        </p:tgtEl>
                                        <p:attrNameLst>
                                          <p:attrName>style.visibility</p:attrName>
                                        </p:attrNameLst>
                                      </p:cBhvr>
                                      <p:to>
                                        <p:strVal val="visible"/>
                                      </p:to>
                                    </p:set>
                                    <p:anim calcmode="lin" valueType="num">
                                      <p:cBhvr additive="base">
                                        <p:cTn id="57" dur="500" fill="hold"/>
                                        <p:tgtEl>
                                          <p:spTgt spid="39">
                                            <p:txEl>
                                              <p:pRg st="0" end="0"/>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39">
                                            <p:txEl>
                                              <p:pRg st="0" end="0"/>
                                            </p:txEl>
                                          </p:spTgt>
                                        </p:tgtEl>
                                        <p:attrNameLst>
                                          <p:attrName>ppt_y</p:attrName>
                                        </p:attrNameLst>
                                      </p:cBhvr>
                                      <p:tavLst>
                                        <p:tav tm="0">
                                          <p:val>
                                            <p:strVal val="#ppt_y"/>
                                          </p:val>
                                        </p:tav>
                                        <p:tav tm="100000">
                                          <p:val>
                                            <p:strVal val="#ppt_y"/>
                                          </p:val>
                                        </p:tav>
                                      </p:tavLst>
                                    </p:anim>
                                  </p:childTnLst>
                                </p:cTn>
                              </p:par>
                              <p:par>
                                <p:cTn id="59" presetID="2" presetClass="entr" presetSubtype="8" decel="100000" fill="hold" grpId="0" nodeType="withEffect">
                                  <p:stCondLst>
                                    <p:cond delay="100"/>
                                  </p:stCondLst>
                                  <p:childTnLst>
                                    <p:set>
                                      <p:cBhvr>
                                        <p:cTn id="60" dur="1" fill="hold">
                                          <p:stCondLst>
                                            <p:cond delay="0"/>
                                          </p:stCondLst>
                                        </p:cTn>
                                        <p:tgtEl>
                                          <p:spTgt spid="41"/>
                                        </p:tgtEl>
                                        <p:attrNameLst>
                                          <p:attrName>style.visibility</p:attrName>
                                        </p:attrNameLst>
                                      </p:cBhvr>
                                      <p:to>
                                        <p:strVal val="visible"/>
                                      </p:to>
                                    </p:set>
                                    <p:anim calcmode="lin" valueType="num">
                                      <p:cBhvr additive="base">
                                        <p:cTn id="61" dur="500" fill="hold"/>
                                        <p:tgtEl>
                                          <p:spTgt spid="41"/>
                                        </p:tgtEl>
                                        <p:attrNameLst>
                                          <p:attrName>ppt_x</p:attrName>
                                        </p:attrNameLst>
                                      </p:cBhvr>
                                      <p:tavLst>
                                        <p:tav tm="0">
                                          <p:val>
                                            <p:strVal val="0-#ppt_w/2"/>
                                          </p:val>
                                        </p:tav>
                                        <p:tav tm="100000">
                                          <p:val>
                                            <p:strVal val="#ppt_x"/>
                                          </p:val>
                                        </p:tav>
                                      </p:tavLst>
                                    </p:anim>
                                    <p:anim calcmode="lin" valueType="num">
                                      <p:cBhvr additive="base">
                                        <p:cTn id="62" dur="500" fill="hold"/>
                                        <p:tgtEl>
                                          <p:spTgt spid="41"/>
                                        </p:tgtEl>
                                        <p:attrNameLst>
                                          <p:attrName>ppt_y</p:attrName>
                                        </p:attrNameLst>
                                      </p:cBhvr>
                                      <p:tavLst>
                                        <p:tav tm="0">
                                          <p:val>
                                            <p:strVal val="#ppt_y"/>
                                          </p:val>
                                        </p:tav>
                                        <p:tav tm="100000">
                                          <p:val>
                                            <p:strVal val="#ppt_y"/>
                                          </p:val>
                                        </p:tav>
                                      </p:tavLst>
                                    </p:anim>
                                  </p:childTnLst>
                                </p:cTn>
                              </p:par>
                            </p:childTnLst>
                          </p:cTn>
                        </p:par>
                        <p:par>
                          <p:cTn id="63" fill="hold">
                            <p:stCondLst>
                              <p:cond delay="4700"/>
                            </p:stCondLst>
                            <p:childTnLst>
                              <p:par>
                                <p:cTn id="64" presetID="22" presetClass="entr" presetSubtype="8" fill="hold" grpId="0" nodeType="afterEffect">
                                  <p:stCondLst>
                                    <p:cond delay="0"/>
                                  </p:stCondLst>
                                  <p:childTnLst>
                                    <p:set>
                                      <p:cBhvr>
                                        <p:cTn id="65" dur="1" fill="hold">
                                          <p:stCondLst>
                                            <p:cond delay="0"/>
                                          </p:stCondLst>
                                        </p:cTn>
                                        <p:tgtEl>
                                          <p:spTgt spid="40">
                                            <p:txEl>
                                              <p:pRg st="0" end="0"/>
                                            </p:txEl>
                                          </p:spTgt>
                                        </p:tgtEl>
                                        <p:attrNameLst>
                                          <p:attrName>style.visibility</p:attrName>
                                        </p:attrNameLst>
                                      </p:cBhvr>
                                      <p:to>
                                        <p:strVal val="visible"/>
                                      </p:to>
                                    </p:set>
                                    <p:animEffect transition="in" filter="wipe(left)">
                                      <p:cBhvr>
                                        <p:cTn id="66" dur="500"/>
                                        <p:tgtEl>
                                          <p:spTgt spid="40">
                                            <p:txEl>
                                              <p:pRg st="0" end="0"/>
                                            </p:txEl>
                                          </p:spTgt>
                                        </p:tgtEl>
                                      </p:cBhvr>
                                    </p:animEffect>
                                  </p:childTnLst>
                                </p:cTn>
                              </p:par>
                              <p:par>
                                <p:cTn id="67" presetID="22" presetClass="entr" presetSubtype="4" fill="hold" grpId="0" nodeType="withEffect">
                                  <p:stCondLst>
                                    <p:cond delay="1250"/>
                                  </p:stCondLst>
                                  <p:childTnLst>
                                    <p:set>
                                      <p:cBhvr>
                                        <p:cTn id="68" dur="1" fill="hold">
                                          <p:stCondLst>
                                            <p:cond delay="0"/>
                                          </p:stCondLst>
                                        </p:cTn>
                                        <p:tgtEl>
                                          <p:spTgt spid="14"/>
                                        </p:tgtEl>
                                        <p:attrNameLst>
                                          <p:attrName>style.visibility</p:attrName>
                                        </p:attrNameLst>
                                      </p:cBhvr>
                                      <p:to>
                                        <p:strVal val="visible"/>
                                      </p:to>
                                    </p:set>
                                    <p:animEffect transition="in" filter="wipe(down)">
                                      <p:cBhvr>
                                        <p:cTn id="69" dur="500"/>
                                        <p:tgtEl>
                                          <p:spTgt spid="14"/>
                                        </p:tgtEl>
                                      </p:cBhvr>
                                    </p:animEffect>
                                  </p:childTnLst>
                                </p:cTn>
                              </p:par>
                              <p:par>
                                <p:cTn id="70" presetID="22" presetClass="entr" presetSubtype="4" fill="hold" grpId="0" nodeType="withEffect">
                                  <p:stCondLst>
                                    <p:cond delay="1250"/>
                                  </p:stCondLst>
                                  <p:childTnLst>
                                    <p:set>
                                      <p:cBhvr>
                                        <p:cTn id="71" dur="1" fill="hold">
                                          <p:stCondLst>
                                            <p:cond delay="0"/>
                                          </p:stCondLst>
                                        </p:cTn>
                                        <p:tgtEl>
                                          <p:spTgt spid="31"/>
                                        </p:tgtEl>
                                        <p:attrNameLst>
                                          <p:attrName>style.visibility</p:attrName>
                                        </p:attrNameLst>
                                      </p:cBhvr>
                                      <p:to>
                                        <p:strVal val="visible"/>
                                      </p:to>
                                    </p:set>
                                    <p:animEffect transition="in" filter="wipe(down)">
                                      <p:cBhvr>
                                        <p:cTn id="72" dur="500"/>
                                        <p:tgtEl>
                                          <p:spTgt spid="31"/>
                                        </p:tgtEl>
                                      </p:cBhvr>
                                    </p:animEffect>
                                  </p:childTnLst>
                                </p:cTn>
                              </p:par>
                              <p:par>
                                <p:cTn id="73" presetID="22" presetClass="entr" presetSubtype="8" fill="hold" grpId="0" nodeType="withEffect">
                                  <p:stCondLst>
                                    <p:cond delay="1500"/>
                                  </p:stCondLst>
                                  <p:childTnLst>
                                    <p:set>
                                      <p:cBhvr>
                                        <p:cTn id="74" dur="1" fill="hold">
                                          <p:stCondLst>
                                            <p:cond delay="0"/>
                                          </p:stCondLst>
                                        </p:cTn>
                                        <p:tgtEl>
                                          <p:spTgt spid="17"/>
                                        </p:tgtEl>
                                        <p:attrNameLst>
                                          <p:attrName>style.visibility</p:attrName>
                                        </p:attrNameLst>
                                      </p:cBhvr>
                                      <p:to>
                                        <p:strVal val="visible"/>
                                      </p:to>
                                    </p:set>
                                    <p:animEffect transition="in" filter="wipe(left)">
                                      <p:cBhvr>
                                        <p:cTn id="75" dur="500"/>
                                        <p:tgtEl>
                                          <p:spTgt spid="17"/>
                                        </p:tgtEl>
                                      </p:cBhvr>
                                    </p:animEffect>
                                  </p:childTnLst>
                                </p:cTn>
                              </p:par>
                            </p:childTnLst>
                          </p:cTn>
                        </p:par>
                        <p:par>
                          <p:cTn id="76" fill="hold">
                            <p:stCondLst>
                              <p:cond delay="6700"/>
                            </p:stCondLst>
                            <p:childTnLst>
                              <p:par>
                                <p:cTn id="77" presetID="10" presetClass="entr" presetSubtype="0" fill="hold" grpId="0" nodeType="after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500"/>
                                        <p:tgtEl>
                                          <p:spTgt spid="22"/>
                                        </p:tgtEl>
                                      </p:cBhvr>
                                    </p:animEffect>
                                  </p:childTnLst>
                                </p:cTn>
                              </p:par>
                            </p:childTnLst>
                          </p:cTn>
                        </p:par>
                        <p:par>
                          <p:cTn id="80" fill="hold">
                            <p:stCondLst>
                              <p:cond delay="7200"/>
                            </p:stCondLst>
                            <p:childTnLst>
                              <p:par>
                                <p:cTn id="81" presetID="2" presetClass="entr" presetSubtype="8" decel="100000" fill="hold" grpId="0" nodeType="afterEffect">
                                  <p:stCondLst>
                                    <p:cond delay="0"/>
                                  </p:stCondLst>
                                  <p:childTnLst>
                                    <p:set>
                                      <p:cBhvr>
                                        <p:cTn id="82" dur="1" fill="hold">
                                          <p:stCondLst>
                                            <p:cond delay="0"/>
                                          </p:stCondLst>
                                        </p:cTn>
                                        <p:tgtEl>
                                          <p:spTgt spid="42">
                                            <p:txEl>
                                              <p:pRg st="0" end="0"/>
                                            </p:txEl>
                                          </p:spTgt>
                                        </p:tgtEl>
                                        <p:attrNameLst>
                                          <p:attrName>style.visibility</p:attrName>
                                        </p:attrNameLst>
                                      </p:cBhvr>
                                      <p:to>
                                        <p:strVal val="visible"/>
                                      </p:to>
                                    </p:set>
                                    <p:anim calcmode="lin" valueType="num">
                                      <p:cBhvr additive="base">
                                        <p:cTn id="83" dur="500" fill="hold"/>
                                        <p:tgtEl>
                                          <p:spTgt spid="42">
                                            <p:txEl>
                                              <p:pRg st="0" end="0"/>
                                            </p:txEl>
                                          </p:spTgt>
                                        </p:tgtEl>
                                        <p:attrNameLst>
                                          <p:attrName>ppt_x</p:attrName>
                                        </p:attrNameLst>
                                      </p:cBhvr>
                                      <p:tavLst>
                                        <p:tav tm="0">
                                          <p:val>
                                            <p:strVal val="0-#ppt_w/2"/>
                                          </p:val>
                                        </p:tav>
                                        <p:tav tm="100000">
                                          <p:val>
                                            <p:strVal val="#ppt_x"/>
                                          </p:val>
                                        </p:tav>
                                      </p:tavLst>
                                    </p:anim>
                                    <p:anim calcmode="lin" valueType="num">
                                      <p:cBhvr additive="base">
                                        <p:cTn id="84" dur="500" fill="hold"/>
                                        <p:tgtEl>
                                          <p:spTgt spid="42">
                                            <p:txEl>
                                              <p:pRg st="0" end="0"/>
                                            </p:txEl>
                                          </p:spTgt>
                                        </p:tgtEl>
                                        <p:attrNameLst>
                                          <p:attrName>ppt_y</p:attrName>
                                        </p:attrNameLst>
                                      </p:cBhvr>
                                      <p:tavLst>
                                        <p:tav tm="0">
                                          <p:val>
                                            <p:strVal val="#ppt_y"/>
                                          </p:val>
                                        </p:tav>
                                        <p:tav tm="100000">
                                          <p:val>
                                            <p:strVal val="#ppt_y"/>
                                          </p:val>
                                        </p:tav>
                                      </p:tavLst>
                                    </p:anim>
                                  </p:childTnLst>
                                </p:cTn>
                              </p:par>
                              <p:par>
                                <p:cTn id="85" presetID="2" presetClass="entr" presetSubtype="8" decel="100000" fill="hold" grpId="0" nodeType="withEffect">
                                  <p:stCondLst>
                                    <p:cond delay="100"/>
                                  </p:stCondLst>
                                  <p:childTnLst>
                                    <p:set>
                                      <p:cBhvr>
                                        <p:cTn id="86" dur="1" fill="hold">
                                          <p:stCondLst>
                                            <p:cond delay="0"/>
                                          </p:stCondLst>
                                        </p:cTn>
                                        <p:tgtEl>
                                          <p:spTgt spid="44"/>
                                        </p:tgtEl>
                                        <p:attrNameLst>
                                          <p:attrName>style.visibility</p:attrName>
                                        </p:attrNameLst>
                                      </p:cBhvr>
                                      <p:to>
                                        <p:strVal val="visible"/>
                                      </p:to>
                                    </p:set>
                                    <p:anim calcmode="lin" valueType="num">
                                      <p:cBhvr additive="base">
                                        <p:cTn id="87" dur="500" fill="hold"/>
                                        <p:tgtEl>
                                          <p:spTgt spid="44"/>
                                        </p:tgtEl>
                                        <p:attrNameLst>
                                          <p:attrName>ppt_x</p:attrName>
                                        </p:attrNameLst>
                                      </p:cBhvr>
                                      <p:tavLst>
                                        <p:tav tm="0">
                                          <p:val>
                                            <p:strVal val="0-#ppt_w/2"/>
                                          </p:val>
                                        </p:tav>
                                        <p:tav tm="100000">
                                          <p:val>
                                            <p:strVal val="#ppt_x"/>
                                          </p:val>
                                        </p:tav>
                                      </p:tavLst>
                                    </p:anim>
                                    <p:anim calcmode="lin" valueType="num">
                                      <p:cBhvr additive="base">
                                        <p:cTn id="88" dur="500" fill="hold"/>
                                        <p:tgtEl>
                                          <p:spTgt spid="44"/>
                                        </p:tgtEl>
                                        <p:attrNameLst>
                                          <p:attrName>ppt_y</p:attrName>
                                        </p:attrNameLst>
                                      </p:cBhvr>
                                      <p:tavLst>
                                        <p:tav tm="0">
                                          <p:val>
                                            <p:strVal val="#ppt_y"/>
                                          </p:val>
                                        </p:tav>
                                        <p:tav tm="100000">
                                          <p:val>
                                            <p:strVal val="#ppt_y"/>
                                          </p:val>
                                        </p:tav>
                                      </p:tavLst>
                                    </p:anim>
                                  </p:childTnLst>
                                </p:cTn>
                              </p:par>
                            </p:childTnLst>
                          </p:cTn>
                        </p:par>
                        <p:par>
                          <p:cTn id="89" fill="hold">
                            <p:stCondLst>
                              <p:cond delay="7800"/>
                            </p:stCondLst>
                            <p:childTnLst>
                              <p:par>
                                <p:cTn id="90" presetID="22" presetClass="entr" presetSubtype="8" fill="hold" grpId="0" nodeType="afterEffect">
                                  <p:stCondLst>
                                    <p:cond delay="0"/>
                                  </p:stCondLst>
                                  <p:childTnLst>
                                    <p:set>
                                      <p:cBhvr>
                                        <p:cTn id="91" dur="1" fill="hold">
                                          <p:stCondLst>
                                            <p:cond delay="0"/>
                                          </p:stCondLst>
                                        </p:cTn>
                                        <p:tgtEl>
                                          <p:spTgt spid="43">
                                            <p:txEl>
                                              <p:pRg st="0" end="0"/>
                                            </p:txEl>
                                          </p:spTgt>
                                        </p:tgtEl>
                                        <p:attrNameLst>
                                          <p:attrName>style.visibility</p:attrName>
                                        </p:attrNameLst>
                                      </p:cBhvr>
                                      <p:to>
                                        <p:strVal val="visible"/>
                                      </p:to>
                                    </p:set>
                                    <p:animEffect transition="in" filter="wipe(left)">
                                      <p:cBhvr>
                                        <p:cTn id="92" dur="5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3"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6" grpId="0" animBg="1"/>
      <p:bldP spid="10" grpId="0" animBg="1"/>
      <p:bldP spid="13" grpId="0" animBg="1"/>
      <p:bldP spid="14" grpId="0" animBg="1"/>
      <p:bldP spid="17" grpId="0" animBg="1"/>
      <p:bldP spid="20" grpId="0"/>
      <p:bldP spid="21" grpId="0"/>
      <p:bldP spid="22" grpId="0"/>
      <p:bldP spid="27" grpId="0" animBg="1"/>
      <p:bldP spid="30" grpId="0" animBg="1"/>
      <p:bldP spid="31" grpId="0" animBg="1"/>
      <p:bldP spid="34" grpId="0" build="p">
        <p:tmplLst>
          <p:tmpl lvl="1">
            <p:tnLst>
              <p:par>
                <p:cTn presetID="2" presetClass="entr" presetSubtype="8" decel="10000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0-#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animBg="1"/>
      <p:bldP spid="39" grpId="0" build="p">
        <p:tmplLst>
          <p:tmpl lvl="1">
            <p:tnLst>
              <p:par>
                <p:cTn presetID="2" presetClass="entr" presetSubtype="8" decel="10000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0-#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build="p">
        <p:tmplLst>
          <p:tmpl lvl="1">
            <p:tnLst>
              <p:par>
                <p:cTn presetID="22" presetClass="entr" presetSubtype="8"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animBg="1"/>
      <p:bldP spid="42" grpId="0" build="p">
        <p:tmplLst>
          <p:tmpl lvl="1">
            <p:tnLst>
              <p:par>
                <p:cTn presetID="2" presetClass="entr" presetSubtype="8" decel="100000"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0-#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build="p">
        <p:tmplLst>
          <p:tmpl lvl="1">
            <p:tnLst>
              <p:par>
                <p:cTn presetID="22" presetClass="entr" presetSubtype="8"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left)">
                      <p:cBhvr>
                        <p:cTn dur="500"/>
                        <p:tgtEl>
                          <p:spTgt spid="43"/>
                        </p:tgtEl>
                      </p:cBhvr>
                    </p:animEffect>
                  </p:childTnLst>
                </p:cTn>
              </p:par>
            </p:tnLst>
          </p:tmpl>
        </p:tmplLst>
      </p:bldP>
      <p:bldP spid="44"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issions">
    <p:spTree>
      <p:nvGrpSpPr>
        <p:cNvPr id="1" name=""/>
        <p:cNvGrpSpPr/>
        <p:nvPr/>
      </p:nvGrpSpPr>
      <p:grpSpPr>
        <a:xfrm>
          <a:off x="0" y="0"/>
          <a:ext cx="0" cy="0"/>
          <a:chOff x="0" y="0"/>
          <a:chExt cx="0" cy="0"/>
        </a:xfrm>
      </p:grpSpPr>
      <p:grpSp>
        <p:nvGrpSpPr>
          <p:cNvPr id="117" name="グループ化 116"/>
          <p:cNvGrpSpPr/>
          <p:nvPr userDrawn="1"/>
        </p:nvGrpSpPr>
        <p:grpSpPr>
          <a:xfrm>
            <a:off x="6035724" y="3139078"/>
            <a:ext cx="6003425" cy="908106"/>
            <a:chOff x="1073297" y="6784950"/>
            <a:chExt cx="6003425" cy="908106"/>
          </a:xfrm>
          <a:solidFill>
            <a:schemeClr val="accent2">
              <a:lumMod val="20000"/>
              <a:lumOff val="80000"/>
            </a:schemeClr>
          </a:solidFill>
        </p:grpSpPr>
        <p:sp>
          <p:nvSpPr>
            <p:cNvPr id="118" name="正方形/長方形 117"/>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9" name="円/楕円 118"/>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円/楕円 119"/>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0" name="グループ化 109"/>
          <p:cNvGrpSpPr/>
          <p:nvPr userDrawn="1"/>
        </p:nvGrpSpPr>
        <p:grpSpPr>
          <a:xfrm>
            <a:off x="3387886" y="5081591"/>
            <a:ext cx="6003425" cy="908106"/>
            <a:chOff x="1073297" y="6784950"/>
            <a:chExt cx="6003425" cy="908106"/>
          </a:xfrm>
          <a:solidFill>
            <a:schemeClr val="accent3">
              <a:lumMod val="20000"/>
              <a:lumOff val="80000"/>
            </a:schemeClr>
          </a:solidFill>
        </p:grpSpPr>
        <p:sp>
          <p:nvSpPr>
            <p:cNvPr id="111" name="正方形/長方形 110"/>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円/楕円 111"/>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 name="円/楕円 112"/>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5" name="テキスト プレースホルダー 6"/>
          <p:cNvSpPr>
            <a:spLocks noGrp="1"/>
          </p:cNvSpPr>
          <p:nvPr>
            <p:ph type="body" sz="quarter" idx="25" hasCustomPrompt="1"/>
          </p:nvPr>
        </p:nvSpPr>
        <p:spPr>
          <a:xfrm>
            <a:off x="3960509" y="5197631"/>
            <a:ext cx="4389120" cy="720080"/>
          </a:xfrm>
        </p:spPr>
        <p:txBody>
          <a:bodyPr anchor="ctr">
            <a:noAutofit/>
          </a:bodyPr>
          <a:lstStyle>
            <a:lvl1pPr algn="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16" name="テキスト プレースホルダー 6"/>
          <p:cNvSpPr>
            <a:spLocks noGrp="1"/>
          </p:cNvSpPr>
          <p:nvPr>
            <p:ph type="body" sz="quarter" idx="26" hasCustomPrompt="1"/>
          </p:nvPr>
        </p:nvSpPr>
        <p:spPr>
          <a:xfrm>
            <a:off x="9577553" y="5328330"/>
            <a:ext cx="4959523" cy="169577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grpSp>
        <p:nvGrpSpPr>
          <p:cNvPr id="108" name="グループ化 107"/>
          <p:cNvGrpSpPr/>
          <p:nvPr userDrawn="1"/>
        </p:nvGrpSpPr>
        <p:grpSpPr>
          <a:xfrm>
            <a:off x="763801" y="7024106"/>
            <a:ext cx="6003425" cy="908106"/>
            <a:chOff x="1073297" y="6784950"/>
            <a:chExt cx="6003425" cy="908106"/>
          </a:xfrm>
        </p:grpSpPr>
        <p:sp>
          <p:nvSpPr>
            <p:cNvPr id="99" name="正方形/長方形 98"/>
            <p:cNvSpPr/>
            <p:nvPr userDrawn="1"/>
          </p:nvSpPr>
          <p:spPr>
            <a:xfrm>
              <a:off x="1527349" y="6784951"/>
              <a:ext cx="5095320" cy="90810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円/楕円 101"/>
            <p:cNvSpPr/>
            <p:nvPr userDrawn="1"/>
          </p:nvSpPr>
          <p:spPr>
            <a:xfrm>
              <a:off x="6168617" y="6784951"/>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円/楕円 106"/>
            <p:cNvSpPr/>
            <p:nvPr userDrawn="1"/>
          </p:nvSpPr>
          <p:spPr>
            <a:xfrm>
              <a:off x="1073297" y="6784950"/>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4000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0" name="グループ化 69"/>
          <p:cNvGrpSpPr/>
          <p:nvPr userDrawn="1"/>
        </p:nvGrpSpPr>
        <p:grpSpPr>
          <a:xfrm rot="3180000">
            <a:off x="-2239641" y="12022006"/>
            <a:ext cx="1496309" cy="2535059"/>
            <a:chOff x="7305638" y="3002101"/>
            <a:chExt cx="2688353" cy="4554631"/>
          </a:xfrm>
        </p:grpSpPr>
        <p:grpSp>
          <p:nvGrpSpPr>
            <p:cNvPr id="71" name="グループ化 70"/>
            <p:cNvGrpSpPr/>
            <p:nvPr userDrawn="1"/>
          </p:nvGrpSpPr>
          <p:grpSpPr>
            <a:xfrm>
              <a:off x="8267831" y="5345989"/>
              <a:ext cx="763508" cy="2210743"/>
              <a:chOff x="8267831" y="5345989"/>
              <a:chExt cx="763508" cy="2210743"/>
            </a:xfrm>
          </p:grpSpPr>
          <p:sp>
            <p:nvSpPr>
              <p:cNvPr id="95" name="円/楕円 94"/>
              <p:cNvSpPr/>
              <p:nvPr userDrawn="1"/>
            </p:nvSpPr>
            <p:spPr>
              <a:xfrm>
                <a:off x="8267831" y="5345989"/>
                <a:ext cx="763508" cy="2210743"/>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円/楕円 95"/>
              <p:cNvSpPr/>
              <p:nvPr userDrawn="1"/>
            </p:nvSpPr>
            <p:spPr>
              <a:xfrm>
                <a:off x="8366877" y="5498390"/>
                <a:ext cx="566334" cy="163982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2" name="弦 8"/>
            <p:cNvSpPr/>
            <p:nvPr userDrawn="1"/>
          </p:nvSpPr>
          <p:spPr>
            <a:xfrm rot="10800000">
              <a:off x="7932506" y="3996103"/>
              <a:ext cx="1435076" cy="2370993"/>
            </a:xfrm>
            <a:custGeom>
              <a:avLst/>
              <a:gdLst/>
              <a:ahLst/>
              <a:cxnLst/>
              <a:rect l="l" t="t" r="r" b="b"/>
              <a:pathLst>
                <a:path w="1969479" h="3253919">
                  <a:moveTo>
                    <a:pt x="984740" y="3253919"/>
                  </a:moveTo>
                  <a:cubicBezTo>
                    <a:pt x="362425" y="2811676"/>
                    <a:pt x="-3869" y="2109952"/>
                    <a:pt x="30" y="1362802"/>
                  </a:cubicBezTo>
                  <a:cubicBezTo>
                    <a:pt x="2628" y="865042"/>
                    <a:pt x="169314" y="389014"/>
                    <a:pt x="468726" y="0"/>
                  </a:cubicBezTo>
                  <a:lnTo>
                    <a:pt x="984740" y="0"/>
                  </a:lnTo>
                  <a:lnTo>
                    <a:pt x="1500508" y="0"/>
                  </a:lnTo>
                  <a:cubicBezTo>
                    <a:pt x="1805017" y="395392"/>
                    <a:pt x="1972090" y="880450"/>
                    <a:pt x="1969449" y="1386333"/>
                  </a:cubicBezTo>
                  <a:cubicBezTo>
                    <a:pt x="1965591" y="2125578"/>
                    <a:pt x="1599814" y="2816889"/>
                    <a:pt x="984740" y="3253919"/>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3" name="グループ化 72"/>
            <p:cNvGrpSpPr/>
            <p:nvPr userDrawn="1"/>
          </p:nvGrpSpPr>
          <p:grpSpPr>
            <a:xfrm flipH="1">
              <a:off x="8650044" y="5266273"/>
              <a:ext cx="1343947" cy="1366912"/>
              <a:chOff x="7305639" y="5547570"/>
              <a:chExt cx="1343947" cy="1366912"/>
            </a:xfrm>
            <a:solidFill>
              <a:schemeClr val="accent2">
                <a:lumMod val="50000"/>
              </a:schemeClr>
            </a:solidFill>
          </p:grpSpPr>
          <p:sp>
            <p:nvSpPr>
              <p:cNvPr id="91" name="直角三角形 90"/>
              <p:cNvSpPr/>
              <p:nvPr userDrawn="1"/>
            </p:nvSpPr>
            <p:spPr>
              <a:xfrm rot="5400000">
                <a:off x="7305639" y="6450248"/>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直角三角形 91"/>
              <p:cNvSpPr/>
              <p:nvPr userDrawn="1"/>
            </p:nvSpPr>
            <p:spPr>
              <a:xfrm rot="16200000">
                <a:off x="7305639" y="5547571"/>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正方形/長方形 92"/>
              <p:cNvSpPr/>
              <p:nvPr userDrawn="1"/>
            </p:nvSpPr>
            <p:spPr>
              <a:xfrm>
                <a:off x="7305639" y="6011805"/>
                <a:ext cx="464234" cy="438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正方形/長方形 93"/>
              <p:cNvSpPr/>
              <p:nvPr userDrawn="1"/>
            </p:nvSpPr>
            <p:spPr>
              <a:xfrm>
                <a:off x="7769874" y="5547570"/>
                <a:ext cx="879712" cy="9026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4" name="グループ化 73"/>
            <p:cNvGrpSpPr/>
            <p:nvPr userDrawn="1"/>
          </p:nvGrpSpPr>
          <p:grpSpPr>
            <a:xfrm>
              <a:off x="7305638" y="5266273"/>
              <a:ext cx="1343947" cy="1366912"/>
              <a:chOff x="7305639" y="5547570"/>
              <a:chExt cx="1343947" cy="1366912"/>
            </a:xfrm>
            <a:solidFill>
              <a:schemeClr val="accent2">
                <a:lumMod val="50000"/>
              </a:schemeClr>
            </a:solidFill>
          </p:grpSpPr>
          <p:sp>
            <p:nvSpPr>
              <p:cNvPr id="87" name="直角三角形 86"/>
              <p:cNvSpPr/>
              <p:nvPr userDrawn="1"/>
            </p:nvSpPr>
            <p:spPr>
              <a:xfrm rot="5400000">
                <a:off x="7305639" y="6450248"/>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直角三角形 87"/>
              <p:cNvSpPr/>
              <p:nvPr userDrawn="1"/>
            </p:nvSpPr>
            <p:spPr>
              <a:xfrm rot="16200000">
                <a:off x="7305639" y="5547571"/>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正方形/長方形 88"/>
              <p:cNvSpPr/>
              <p:nvPr userDrawn="1"/>
            </p:nvSpPr>
            <p:spPr>
              <a:xfrm>
                <a:off x="7305639" y="6011805"/>
                <a:ext cx="464234" cy="438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正方形/長方形 89"/>
              <p:cNvSpPr/>
              <p:nvPr userDrawn="1"/>
            </p:nvSpPr>
            <p:spPr>
              <a:xfrm>
                <a:off x="7769874" y="5547570"/>
                <a:ext cx="879712" cy="9026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5" name="グループ化 74"/>
            <p:cNvGrpSpPr/>
            <p:nvPr userDrawn="1"/>
          </p:nvGrpSpPr>
          <p:grpSpPr>
            <a:xfrm>
              <a:off x="7665303" y="3002101"/>
              <a:ext cx="1969480" cy="3253919"/>
              <a:chOff x="7665303" y="3002101"/>
              <a:chExt cx="1969480" cy="3253919"/>
            </a:xfrm>
          </p:grpSpPr>
          <p:sp>
            <p:nvSpPr>
              <p:cNvPr id="85" name="弦 8"/>
              <p:cNvSpPr/>
              <p:nvPr userDrawn="1"/>
            </p:nvSpPr>
            <p:spPr>
              <a:xfrm rot="10800000">
                <a:off x="8650043" y="3002101"/>
                <a:ext cx="984740" cy="3253919"/>
              </a:xfrm>
              <a:custGeom>
                <a:avLst/>
                <a:gdLst/>
                <a:ahLst/>
                <a:cxnLst/>
                <a:rect l="l" t="t" r="r" b="b"/>
                <a:pathLst>
                  <a:path w="984740" h="3253919">
                    <a:moveTo>
                      <a:pt x="984740" y="3253919"/>
                    </a:moveTo>
                    <a:cubicBezTo>
                      <a:pt x="362425" y="2811676"/>
                      <a:pt x="-3869" y="2109952"/>
                      <a:pt x="30" y="1362802"/>
                    </a:cubicBezTo>
                    <a:cubicBezTo>
                      <a:pt x="2628" y="865042"/>
                      <a:pt x="169314" y="389014"/>
                      <a:pt x="468726" y="0"/>
                    </a:cubicBezTo>
                    <a:lnTo>
                      <a:pt x="98474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弦 8"/>
              <p:cNvSpPr/>
              <p:nvPr userDrawn="1"/>
            </p:nvSpPr>
            <p:spPr>
              <a:xfrm>
                <a:off x="7665303" y="3002101"/>
                <a:ext cx="984740" cy="3253919"/>
              </a:xfrm>
              <a:custGeom>
                <a:avLst/>
                <a:gdLst/>
                <a:ahLst/>
                <a:cxnLst/>
                <a:rect l="l" t="t" r="r" b="b"/>
                <a:pathLst>
                  <a:path w="984740" h="3253919">
                    <a:moveTo>
                      <a:pt x="984740" y="0"/>
                    </a:moveTo>
                    <a:lnTo>
                      <a:pt x="984740" y="3253919"/>
                    </a:lnTo>
                    <a:lnTo>
                      <a:pt x="468972" y="3253919"/>
                    </a:lnTo>
                    <a:cubicBezTo>
                      <a:pt x="164463" y="2858527"/>
                      <a:pt x="-2610" y="2373469"/>
                      <a:pt x="31" y="1867586"/>
                    </a:cubicBezTo>
                    <a:cubicBezTo>
                      <a:pt x="3889" y="1128341"/>
                      <a:pt x="369666" y="437030"/>
                      <a:pt x="98474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6" name="グループ化 75"/>
            <p:cNvGrpSpPr/>
            <p:nvPr userDrawn="1"/>
          </p:nvGrpSpPr>
          <p:grpSpPr>
            <a:xfrm>
              <a:off x="7830833" y="3002102"/>
              <a:ext cx="1639326" cy="1035326"/>
              <a:chOff x="7830833" y="3002102"/>
              <a:chExt cx="1639326" cy="1035326"/>
            </a:xfrm>
          </p:grpSpPr>
          <p:sp>
            <p:nvSpPr>
              <p:cNvPr id="83" name="弦 8"/>
              <p:cNvSpPr/>
              <p:nvPr userDrawn="1"/>
            </p:nvSpPr>
            <p:spPr>
              <a:xfrm rot="10800000">
                <a:off x="8650043" y="3002102"/>
                <a:ext cx="820116" cy="1035325"/>
              </a:xfrm>
              <a:custGeom>
                <a:avLst/>
                <a:gdLst/>
                <a:ahLst/>
                <a:cxnLst/>
                <a:rect l="l" t="t" r="r" b="b"/>
                <a:pathLst>
                  <a:path w="820116" h="1035325">
                    <a:moveTo>
                      <a:pt x="820116" y="1035325"/>
                    </a:moveTo>
                    <a:cubicBezTo>
                      <a:pt x="445216" y="768905"/>
                      <a:pt x="163231" y="408315"/>
                      <a:pt x="0" y="0"/>
                    </a:cubicBezTo>
                    <a:lnTo>
                      <a:pt x="820116"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弦 8"/>
              <p:cNvSpPr/>
              <p:nvPr userDrawn="1"/>
            </p:nvSpPr>
            <p:spPr>
              <a:xfrm>
                <a:off x="7830833" y="3002102"/>
                <a:ext cx="819211" cy="1035326"/>
              </a:xfrm>
              <a:custGeom>
                <a:avLst/>
                <a:gdLst/>
                <a:ahLst/>
                <a:cxnLst/>
                <a:rect l="l" t="t" r="r" b="b"/>
                <a:pathLst>
                  <a:path w="819211" h="1035326">
                    <a:moveTo>
                      <a:pt x="819211" y="0"/>
                    </a:moveTo>
                    <a:lnTo>
                      <a:pt x="819211" y="1035326"/>
                    </a:lnTo>
                    <a:lnTo>
                      <a:pt x="0" y="1035326"/>
                    </a:lnTo>
                    <a:cubicBezTo>
                      <a:pt x="162564" y="626542"/>
                      <a:pt x="444666" y="266126"/>
                      <a:pt x="819211"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7" name="グループ化 76"/>
            <p:cNvGrpSpPr/>
            <p:nvPr userDrawn="1"/>
          </p:nvGrpSpPr>
          <p:grpSpPr>
            <a:xfrm>
              <a:off x="8239071" y="3682019"/>
              <a:ext cx="821030" cy="821030"/>
              <a:chOff x="11914174" y="3199309"/>
              <a:chExt cx="990518" cy="990518"/>
            </a:xfrm>
          </p:grpSpPr>
          <p:sp>
            <p:nvSpPr>
              <p:cNvPr id="81" name="円/楕円 80"/>
              <p:cNvSpPr/>
              <p:nvPr userDrawn="1"/>
            </p:nvSpPr>
            <p:spPr>
              <a:xfrm>
                <a:off x="11914174" y="3199309"/>
                <a:ext cx="990518" cy="99051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円/楕円 81"/>
              <p:cNvSpPr/>
              <p:nvPr userDrawn="1"/>
            </p:nvSpPr>
            <p:spPr>
              <a:xfrm>
                <a:off x="12002891" y="3288026"/>
                <a:ext cx="813084" cy="8130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8" name="グループ化 77"/>
            <p:cNvGrpSpPr/>
            <p:nvPr userDrawn="1"/>
          </p:nvGrpSpPr>
          <p:grpSpPr>
            <a:xfrm>
              <a:off x="8562396" y="5264781"/>
              <a:ext cx="174376" cy="1354190"/>
              <a:chOff x="8562396" y="5264781"/>
              <a:chExt cx="174376" cy="1354190"/>
            </a:xfrm>
          </p:grpSpPr>
          <p:sp>
            <p:nvSpPr>
              <p:cNvPr id="79" name="台形 59"/>
              <p:cNvSpPr/>
              <p:nvPr userDrawn="1"/>
            </p:nvSpPr>
            <p:spPr>
              <a:xfrm rot="10800000">
                <a:off x="8649584" y="5264781"/>
                <a:ext cx="87188" cy="1354190"/>
              </a:xfrm>
              <a:custGeom>
                <a:avLst/>
                <a:gdLst/>
                <a:ahLst/>
                <a:cxnLst/>
                <a:rect l="l" t="t" r="r" b="b"/>
                <a:pathLst>
                  <a:path w="232411" h="2119037">
                    <a:moveTo>
                      <a:pt x="232411" y="2119037"/>
                    </a:moveTo>
                    <a:lnTo>
                      <a:pt x="0" y="2119037"/>
                    </a:lnTo>
                    <a:lnTo>
                      <a:pt x="116205" y="0"/>
                    </a:lnTo>
                    <a:lnTo>
                      <a:pt x="232411"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台形 59"/>
              <p:cNvSpPr/>
              <p:nvPr userDrawn="1"/>
            </p:nvSpPr>
            <p:spPr>
              <a:xfrm rot="10800000" flipH="1">
                <a:off x="8562396" y="5264781"/>
                <a:ext cx="87188" cy="1354190"/>
              </a:xfrm>
              <a:custGeom>
                <a:avLst/>
                <a:gdLst/>
                <a:ahLst/>
                <a:cxnLst/>
                <a:rect l="l" t="t" r="r" b="b"/>
                <a:pathLst>
                  <a:path w="232411" h="2119037">
                    <a:moveTo>
                      <a:pt x="232411" y="2119037"/>
                    </a:moveTo>
                    <a:lnTo>
                      <a:pt x="0" y="2119037"/>
                    </a:lnTo>
                    <a:lnTo>
                      <a:pt x="116205" y="0"/>
                    </a:lnTo>
                    <a:lnTo>
                      <a:pt x="232411"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97" name="直線コネクタ 96"/>
          <p:cNvCxnSpPr/>
          <p:nvPr userDrawn="1"/>
        </p:nvCxnSpPr>
        <p:spPr>
          <a:xfrm flipH="1">
            <a:off x="3174175" y="2465056"/>
            <a:ext cx="9872900" cy="731199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98" name="円/楕円 97"/>
          <p:cNvSpPr/>
          <p:nvPr userDrawn="1"/>
        </p:nvSpPr>
        <p:spPr>
          <a:xfrm>
            <a:off x="6108020" y="7273006"/>
            <a:ext cx="410308" cy="41030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1" name="円/楕円 100"/>
          <p:cNvSpPr/>
          <p:nvPr userDrawn="1"/>
        </p:nvSpPr>
        <p:spPr>
          <a:xfrm>
            <a:off x="11381060" y="3387977"/>
            <a:ext cx="410308" cy="4103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テキスト プレースホルダー 6"/>
          <p:cNvSpPr>
            <a:spLocks noGrp="1"/>
          </p:cNvSpPr>
          <p:nvPr>
            <p:ph type="body" sz="quarter" idx="21" hasCustomPrompt="1"/>
          </p:nvPr>
        </p:nvSpPr>
        <p:spPr>
          <a:xfrm>
            <a:off x="1336424" y="7140146"/>
            <a:ext cx="4389120" cy="720080"/>
          </a:xfrm>
        </p:spPr>
        <p:txBody>
          <a:bodyPr anchor="ctr">
            <a:noAutofit/>
          </a:bodyPr>
          <a:lstStyle>
            <a:lvl1pPr algn="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05" name="テキスト プレースホルダー 6"/>
          <p:cNvSpPr>
            <a:spLocks noGrp="1"/>
          </p:cNvSpPr>
          <p:nvPr>
            <p:ph type="body" sz="quarter" idx="24" hasCustomPrompt="1"/>
          </p:nvPr>
        </p:nvSpPr>
        <p:spPr>
          <a:xfrm>
            <a:off x="6953468" y="7270845"/>
            <a:ext cx="4959523" cy="169577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00" name="円/楕円 99"/>
          <p:cNvSpPr/>
          <p:nvPr userDrawn="1"/>
        </p:nvSpPr>
        <p:spPr>
          <a:xfrm>
            <a:off x="8744540" y="5330491"/>
            <a:ext cx="410308" cy="4103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テキスト プレースホルダー 6"/>
          <p:cNvSpPr>
            <a:spLocks noGrp="1"/>
          </p:cNvSpPr>
          <p:nvPr>
            <p:ph type="body" sz="quarter" idx="27" hasCustomPrompt="1"/>
          </p:nvPr>
        </p:nvSpPr>
        <p:spPr>
          <a:xfrm>
            <a:off x="6608347" y="3255118"/>
            <a:ext cx="4389120" cy="720080"/>
          </a:xfrm>
        </p:spPr>
        <p:txBody>
          <a:bodyPr anchor="ctr">
            <a:noAutofit/>
          </a:bodyPr>
          <a:lstStyle>
            <a:lvl1pPr algn="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122" name="テキスト プレースホルダー 6"/>
          <p:cNvSpPr>
            <a:spLocks noGrp="1"/>
          </p:cNvSpPr>
          <p:nvPr>
            <p:ph type="body" sz="quarter" idx="28" hasCustomPrompt="1"/>
          </p:nvPr>
        </p:nvSpPr>
        <p:spPr>
          <a:xfrm>
            <a:off x="12225391" y="3385817"/>
            <a:ext cx="4959523" cy="169577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70111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decel="100000" fill="hold" nodeType="afterEffect">
                                  <p:stCondLst>
                                    <p:cond delay="0"/>
                                  </p:stCondLst>
                                  <p:childTnLst>
                                    <p:animMotion origin="layout" path="M 4.16667E-7 -2.40049E-6 L 0.86667 -1.14625 " pathEditMode="relative" rAng="0" ptsTypes="AA">
                                      <p:cBhvr>
                                        <p:cTn id="6" dur="1000" fill="hold"/>
                                        <p:tgtEl>
                                          <p:spTgt spid="70"/>
                                        </p:tgtEl>
                                        <p:attrNameLst>
                                          <p:attrName>ppt_x</p:attrName>
                                          <p:attrName>ppt_y</p:attrName>
                                        </p:attrNameLst>
                                      </p:cBhvr>
                                      <p:rCtr x="43333" y="-57313"/>
                                    </p:animMotion>
                                  </p:childTnLst>
                                </p:cTn>
                              </p:par>
                              <p:par>
                                <p:cTn id="7" presetID="22" presetClass="entr" presetSubtype="4" fill="hold" nodeType="withEffect">
                                  <p:stCondLst>
                                    <p:cond delay="250"/>
                                  </p:stCondLst>
                                  <p:childTnLst>
                                    <p:set>
                                      <p:cBhvr>
                                        <p:cTn id="8" dur="1" fill="hold">
                                          <p:stCondLst>
                                            <p:cond delay="0"/>
                                          </p:stCondLst>
                                        </p:cTn>
                                        <p:tgtEl>
                                          <p:spTgt spid="97"/>
                                        </p:tgtEl>
                                        <p:attrNameLst>
                                          <p:attrName>style.visibility</p:attrName>
                                        </p:attrNameLst>
                                      </p:cBhvr>
                                      <p:to>
                                        <p:strVal val="visible"/>
                                      </p:to>
                                    </p:set>
                                    <p:animEffect transition="in" filter="wipe(down)">
                                      <p:cBhvr>
                                        <p:cTn id="9" dur="500"/>
                                        <p:tgtEl>
                                          <p:spTgt spid="97"/>
                                        </p:tgtEl>
                                      </p:cBhvr>
                                    </p:animEffect>
                                  </p:childTnLst>
                                </p:cTn>
                              </p:par>
                              <p:par>
                                <p:cTn id="10" presetID="10" presetClass="entr" presetSubtype="0" fill="hold" grpId="0" nodeType="withEffect">
                                  <p:stCondLst>
                                    <p:cond delay="350"/>
                                  </p:stCondLst>
                                  <p:childTnLst>
                                    <p:set>
                                      <p:cBhvr>
                                        <p:cTn id="11" dur="1" fill="hold">
                                          <p:stCondLst>
                                            <p:cond delay="0"/>
                                          </p:stCondLst>
                                        </p:cTn>
                                        <p:tgtEl>
                                          <p:spTgt spid="98"/>
                                        </p:tgtEl>
                                        <p:attrNameLst>
                                          <p:attrName>style.visibility</p:attrName>
                                        </p:attrNameLst>
                                      </p:cBhvr>
                                      <p:to>
                                        <p:strVal val="visible"/>
                                      </p:to>
                                    </p:set>
                                    <p:animEffect transition="in" filter="fade">
                                      <p:cBhvr>
                                        <p:cTn id="12" dur="500"/>
                                        <p:tgtEl>
                                          <p:spTgt spid="98"/>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100"/>
                                        </p:tgtEl>
                                        <p:attrNameLst>
                                          <p:attrName>style.visibility</p:attrName>
                                        </p:attrNameLst>
                                      </p:cBhvr>
                                      <p:to>
                                        <p:strVal val="visible"/>
                                      </p:to>
                                    </p:set>
                                    <p:animEffect transition="in" filter="fade">
                                      <p:cBhvr>
                                        <p:cTn id="15" dur="500"/>
                                        <p:tgtEl>
                                          <p:spTgt spid="100"/>
                                        </p:tgtEl>
                                      </p:cBhvr>
                                    </p:animEffect>
                                  </p:childTnLst>
                                </p:cTn>
                              </p:par>
                              <p:par>
                                <p:cTn id="16" presetID="10" presetClass="entr" presetSubtype="0" fill="hold" grpId="0" nodeType="withEffect">
                                  <p:stCondLst>
                                    <p:cond delay="550"/>
                                  </p:stCondLst>
                                  <p:childTnLst>
                                    <p:set>
                                      <p:cBhvr>
                                        <p:cTn id="17" dur="1" fill="hold">
                                          <p:stCondLst>
                                            <p:cond delay="0"/>
                                          </p:stCondLst>
                                        </p:cTn>
                                        <p:tgtEl>
                                          <p:spTgt spid="101"/>
                                        </p:tgtEl>
                                        <p:attrNameLst>
                                          <p:attrName>style.visibility</p:attrName>
                                        </p:attrNameLst>
                                      </p:cBhvr>
                                      <p:to>
                                        <p:strVal val="visible"/>
                                      </p:to>
                                    </p:set>
                                    <p:animEffect transition="in" filter="fade">
                                      <p:cBhvr>
                                        <p:cTn id="18" dur="500"/>
                                        <p:tgtEl>
                                          <p:spTgt spid="101"/>
                                        </p:tgtEl>
                                      </p:cBhvr>
                                    </p:animEffect>
                                  </p:childTnLst>
                                </p:cTn>
                              </p:par>
                            </p:childTnLst>
                          </p:cTn>
                        </p:par>
                        <p:par>
                          <p:cTn id="19" fill="hold">
                            <p:stCondLst>
                              <p:cond delay="1050"/>
                            </p:stCondLst>
                            <p:childTnLst>
                              <p:par>
                                <p:cTn id="20" presetID="2" presetClass="entr" presetSubtype="2" decel="10000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1+#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par>
                                <p:cTn id="24" presetID="22" presetClass="entr" presetSubtype="8" fill="hold" grpId="0" nodeType="with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wipe(left)">
                                      <p:cBhvr>
                                        <p:cTn id="26" dur="500"/>
                                        <p:tgtEl>
                                          <p:spTgt spid="7">
                                            <p:txEl>
                                              <p:pRg st="0" end="0"/>
                                            </p:txEl>
                                          </p:spTgt>
                                        </p:tgtEl>
                                      </p:cBhvr>
                                    </p:animEffect>
                                  </p:childTnLst>
                                </p:cTn>
                              </p:par>
                            </p:childTnLst>
                          </p:cTn>
                        </p:par>
                        <p:par>
                          <p:cTn id="27" fill="hold">
                            <p:stCondLst>
                              <p:cond delay="1550"/>
                            </p:stCondLst>
                            <p:childTnLst>
                              <p:par>
                                <p:cTn id="28" presetID="2" presetClass="entr" presetSubtype="8" decel="100000" fill="hold" grpId="0" nodeType="afterEffect">
                                  <p:stCondLst>
                                    <p:cond delay="0"/>
                                  </p:stCondLst>
                                  <p:childTnLst>
                                    <p:set>
                                      <p:cBhvr>
                                        <p:cTn id="29" dur="1" fill="hold">
                                          <p:stCondLst>
                                            <p:cond delay="0"/>
                                          </p:stCondLst>
                                        </p:cTn>
                                        <p:tgtEl>
                                          <p:spTgt spid="104">
                                            <p:txEl>
                                              <p:pRg st="0" end="0"/>
                                            </p:txEl>
                                          </p:spTgt>
                                        </p:tgtEl>
                                        <p:attrNameLst>
                                          <p:attrName>style.visibility</p:attrName>
                                        </p:attrNameLst>
                                      </p:cBhvr>
                                      <p:to>
                                        <p:strVal val="visible"/>
                                      </p:to>
                                    </p:set>
                                    <p:anim calcmode="lin" valueType="num">
                                      <p:cBhvr additive="base">
                                        <p:cTn id="30" dur="500" fill="hold"/>
                                        <p:tgtEl>
                                          <p:spTgt spid="104">
                                            <p:txEl>
                                              <p:pRg st="0" end="0"/>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104">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4" decel="100000" fill="hold" nodeType="withEffect">
                                  <p:stCondLst>
                                    <p:cond delay="0"/>
                                  </p:stCondLst>
                                  <p:childTnLst>
                                    <p:set>
                                      <p:cBhvr>
                                        <p:cTn id="33" dur="1" fill="hold">
                                          <p:stCondLst>
                                            <p:cond delay="0"/>
                                          </p:stCondLst>
                                        </p:cTn>
                                        <p:tgtEl>
                                          <p:spTgt spid="108"/>
                                        </p:tgtEl>
                                        <p:attrNameLst>
                                          <p:attrName>style.visibility</p:attrName>
                                        </p:attrNameLst>
                                      </p:cBhvr>
                                      <p:to>
                                        <p:strVal val="visible"/>
                                      </p:to>
                                    </p:set>
                                    <p:anim calcmode="lin" valueType="num">
                                      <p:cBhvr additive="base">
                                        <p:cTn id="34" dur="500" fill="hold"/>
                                        <p:tgtEl>
                                          <p:spTgt spid="108"/>
                                        </p:tgtEl>
                                        <p:attrNameLst>
                                          <p:attrName>ppt_x</p:attrName>
                                        </p:attrNameLst>
                                      </p:cBhvr>
                                      <p:tavLst>
                                        <p:tav tm="0">
                                          <p:val>
                                            <p:strVal val="#ppt_x"/>
                                          </p:val>
                                        </p:tav>
                                        <p:tav tm="100000">
                                          <p:val>
                                            <p:strVal val="#ppt_x"/>
                                          </p:val>
                                        </p:tav>
                                      </p:tavLst>
                                    </p:anim>
                                    <p:anim calcmode="lin" valueType="num">
                                      <p:cBhvr additive="base">
                                        <p:cTn id="35" dur="500" fill="hold"/>
                                        <p:tgtEl>
                                          <p:spTgt spid="108"/>
                                        </p:tgtEl>
                                        <p:attrNameLst>
                                          <p:attrName>ppt_y</p:attrName>
                                        </p:attrNameLst>
                                      </p:cBhvr>
                                      <p:tavLst>
                                        <p:tav tm="0">
                                          <p:val>
                                            <p:strVal val="1+#ppt_h/2"/>
                                          </p:val>
                                        </p:tav>
                                        <p:tav tm="100000">
                                          <p:val>
                                            <p:strVal val="#ppt_y"/>
                                          </p:val>
                                        </p:tav>
                                      </p:tavLst>
                                    </p:anim>
                                  </p:childTnLst>
                                </p:cTn>
                              </p:par>
                            </p:childTnLst>
                          </p:cTn>
                        </p:par>
                        <p:par>
                          <p:cTn id="36" fill="hold">
                            <p:stCondLst>
                              <p:cond delay="2050"/>
                            </p:stCondLst>
                            <p:childTnLst>
                              <p:par>
                                <p:cTn id="37" presetID="22" presetClass="entr" presetSubtype="8" fill="hold" grpId="0" nodeType="afterEffect">
                                  <p:stCondLst>
                                    <p:cond delay="0"/>
                                  </p:stCondLst>
                                  <p:childTnLst>
                                    <p:set>
                                      <p:cBhvr>
                                        <p:cTn id="38" dur="1" fill="hold">
                                          <p:stCondLst>
                                            <p:cond delay="0"/>
                                          </p:stCondLst>
                                        </p:cTn>
                                        <p:tgtEl>
                                          <p:spTgt spid="105">
                                            <p:txEl>
                                              <p:pRg st="0" end="0"/>
                                            </p:txEl>
                                          </p:spTgt>
                                        </p:tgtEl>
                                        <p:attrNameLst>
                                          <p:attrName>style.visibility</p:attrName>
                                        </p:attrNameLst>
                                      </p:cBhvr>
                                      <p:to>
                                        <p:strVal val="visible"/>
                                      </p:to>
                                    </p:set>
                                    <p:animEffect transition="in" filter="wipe(left)">
                                      <p:cBhvr>
                                        <p:cTn id="39" dur="500"/>
                                        <p:tgtEl>
                                          <p:spTgt spid="105">
                                            <p:txEl>
                                              <p:pRg st="0" end="0"/>
                                            </p:txEl>
                                          </p:spTgt>
                                        </p:tgtEl>
                                      </p:cBhvr>
                                    </p:animEffect>
                                  </p:childTnLst>
                                </p:cTn>
                              </p:par>
                            </p:childTnLst>
                          </p:cTn>
                        </p:par>
                        <p:par>
                          <p:cTn id="40" fill="hold">
                            <p:stCondLst>
                              <p:cond delay="2550"/>
                            </p:stCondLst>
                            <p:childTnLst>
                              <p:par>
                                <p:cTn id="41" presetID="2" presetClass="entr" presetSubtype="8" decel="100000" fill="hold" grpId="0" nodeType="afterEffect">
                                  <p:stCondLst>
                                    <p:cond delay="250"/>
                                  </p:stCondLst>
                                  <p:childTnLst>
                                    <p:set>
                                      <p:cBhvr>
                                        <p:cTn id="42" dur="1" fill="hold">
                                          <p:stCondLst>
                                            <p:cond delay="0"/>
                                          </p:stCondLst>
                                        </p:cTn>
                                        <p:tgtEl>
                                          <p:spTgt spid="115">
                                            <p:txEl>
                                              <p:pRg st="0" end="0"/>
                                            </p:txEl>
                                          </p:spTgt>
                                        </p:tgtEl>
                                        <p:attrNameLst>
                                          <p:attrName>style.visibility</p:attrName>
                                        </p:attrNameLst>
                                      </p:cBhvr>
                                      <p:to>
                                        <p:strVal val="visible"/>
                                      </p:to>
                                    </p:set>
                                    <p:anim calcmode="lin" valueType="num">
                                      <p:cBhvr additive="base">
                                        <p:cTn id="43" dur="500" fill="hold"/>
                                        <p:tgtEl>
                                          <p:spTgt spid="115">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15">
                                            <p:txEl>
                                              <p:pRg st="0" end="0"/>
                                            </p:txEl>
                                          </p:spTgt>
                                        </p:tgtEl>
                                        <p:attrNameLst>
                                          <p:attrName>ppt_y</p:attrName>
                                        </p:attrNameLst>
                                      </p:cBhvr>
                                      <p:tavLst>
                                        <p:tav tm="0">
                                          <p:val>
                                            <p:strVal val="#ppt_y"/>
                                          </p:val>
                                        </p:tav>
                                        <p:tav tm="100000">
                                          <p:val>
                                            <p:strVal val="#ppt_y"/>
                                          </p:val>
                                        </p:tav>
                                      </p:tavLst>
                                    </p:anim>
                                  </p:childTnLst>
                                </p:cTn>
                              </p:par>
                              <p:par>
                                <p:cTn id="45" presetID="2" presetClass="entr" presetSubtype="4" decel="100000" fill="hold" nodeType="withEffect">
                                  <p:stCondLst>
                                    <p:cond delay="250"/>
                                  </p:stCondLst>
                                  <p:childTnLst>
                                    <p:set>
                                      <p:cBhvr>
                                        <p:cTn id="46" dur="1" fill="hold">
                                          <p:stCondLst>
                                            <p:cond delay="0"/>
                                          </p:stCondLst>
                                        </p:cTn>
                                        <p:tgtEl>
                                          <p:spTgt spid="110"/>
                                        </p:tgtEl>
                                        <p:attrNameLst>
                                          <p:attrName>style.visibility</p:attrName>
                                        </p:attrNameLst>
                                      </p:cBhvr>
                                      <p:to>
                                        <p:strVal val="visible"/>
                                      </p:to>
                                    </p:set>
                                    <p:anim calcmode="lin" valueType="num">
                                      <p:cBhvr additive="base">
                                        <p:cTn id="47" dur="500" fill="hold"/>
                                        <p:tgtEl>
                                          <p:spTgt spid="110"/>
                                        </p:tgtEl>
                                        <p:attrNameLst>
                                          <p:attrName>ppt_x</p:attrName>
                                        </p:attrNameLst>
                                      </p:cBhvr>
                                      <p:tavLst>
                                        <p:tav tm="0">
                                          <p:val>
                                            <p:strVal val="#ppt_x"/>
                                          </p:val>
                                        </p:tav>
                                        <p:tav tm="100000">
                                          <p:val>
                                            <p:strVal val="#ppt_x"/>
                                          </p:val>
                                        </p:tav>
                                      </p:tavLst>
                                    </p:anim>
                                    <p:anim calcmode="lin" valueType="num">
                                      <p:cBhvr additive="base">
                                        <p:cTn id="48" dur="500" fill="hold"/>
                                        <p:tgtEl>
                                          <p:spTgt spid="110"/>
                                        </p:tgtEl>
                                        <p:attrNameLst>
                                          <p:attrName>ppt_y</p:attrName>
                                        </p:attrNameLst>
                                      </p:cBhvr>
                                      <p:tavLst>
                                        <p:tav tm="0">
                                          <p:val>
                                            <p:strVal val="1+#ppt_h/2"/>
                                          </p:val>
                                        </p:tav>
                                        <p:tav tm="100000">
                                          <p:val>
                                            <p:strVal val="#ppt_y"/>
                                          </p:val>
                                        </p:tav>
                                      </p:tavLst>
                                    </p:anim>
                                  </p:childTnLst>
                                </p:cTn>
                              </p:par>
                            </p:childTnLst>
                          </p:cTn>
                        </p:par>
                        <p:par>
                          <p:cTn id="49" fill="hold">
                            <p:stCondLst>
                              <p:cond delay="3300"/>
                            </p:stCondLst>
                            <p:childTnLst>
                              <p:par>
                                <p:cTn id="50" presetID="22" presetClass="entr" presetSubtype="8" fill="hold" grpId="0" nodeType="afterEffect">
                                  <p:stCondLst>
                                    <p:cond delay="0"/>
                                  </p:stCondLst>
                                  <p:childTnLst>
                                    <p:set>
                                      <p:cBhvr>
                                        <p:cTn id="51" dur="1" fill="hold">
                                          <p:stCondLst>
                                            <p:cond delay="0"/>
                                          </p:stCondLst>
                                        </p:cTn>
                                        <p:tgtEl>
                                          <p:spTgt spid="116">
                                            <p:txEl>
                                              <p:pRg st="0" end="0"/>
                                            </p:txEl>
                                          </p:spTgt>
                                        </p:tgtEl>
                                        <p:attrNameLst>
                                          <p:attrName>style.visibility</p:attrName>
                                        </p:attrNameLst>
                                      </p:cBhvr>
                                      <p:to>
                                        <p:strVal val="visible"/>
                                      </p:to>
                                    </p:set>
                                    <p:animEffect transition="in" filter="wipe(left)">
                                      <p:cBhvr>
                                        <p:cTn id="52" dur="500"/>
                                        <p:tgtEl>
                                          <p:spTgt spid="116">
                                            <p:txEl>
                                              <p:pRg st="0" end="0"/>
                                            </p:txEl>
                                          </p:spTgt>
                                        </p:tgtEl>
                                      </p:cBhvr>
                                    </p:animEffect>
                                  </p:childTnLst>
                                </p:cTn>
                              </p:par>
                            </p:childTnLst>
                          </p:cTn>
                        </p:par>
                        <p:par>
                          <p:cTn id="53" fill="hold">
                            <p:stCondLst>
                              <p:cond delay="3800"/>
                            </p:stCondLst>
                            <p:childTnLst>
                              <p:par>
                                <p:cTn id="54" presetID="2" presetClass="entr" presetSubtype="8" decel="100000" fill="hold" grpId="0" nodeType="afterEffect">
                                  <p:stCondLst>
                                    <p:cond delay="250"/>
                                  </p:stCondLst>
                                  <p:childTnLst>
                                    <p:set>
                                      <p:cBhvr>
                                        <p:cTn id="55" dur="1" fill="hold">
                                          <p:stCondLst>
                                            <p:cond delay="0"/>
                                          </p:stCondLst>
                                        </p:cTn>
                                        <p:tgtEl>
                                          <p:spTgt spid="121">
                                            <p:txEl>
                                              <p:pRg st="0" end="0"/>
                                            </p:txEl>
                                          </p:spTgt>
                                        </p:tgtEl>
                                        <p:attrNameLst>
                                          <p:attrName>style.visibility</p:attrName>
                                        </p:attrNameLst>
                                      </p:cBhvr>
                                      <p:to>
                                        <p:strVal val="visible"/>
                                      </p:to>
                                    </p:set>
                                    <p:anim calcmode="lin" valueType="num">
                                      <p:cBhvr additive="base">
                                        <p:cTn id="56" dur="500" fill="hold"/>
                                        <p:tgtEl>
                                          <p:spTgt spid="121">
                                            <p:txEl>
                                              <p:pRg st="0" end="0"/>
                                            </p:txEl>
                                          </p:spTgt>
                                        </p:tgtEl>
                                        <p:attrNameLst>
                                          <p:attrName>ppt_x</p:attrName>
                                        </p:attrNameLst>
                                      </p:cBhvr>
                                      <p:tavLst>
                                        <p:tav tm="0">
                                          <p:val>
                                            <p:strVal val="0-#ppt_w/2"/>
                                          </p:val>
                                        </p:tav>
                                        <p:tav tm="100000">
                                          <p:val>
                                            <p:strVal val="#ppt_x"/>
                                          </p:val>
                                        </p:tav>
                                      </p:tavLst>
                                    </p:anim>
                                    <p:anim calcmode="lin" valueType="num">
                                      <p:cBhvr additive="base">
                                        <p:cTn id="57" dur="500" fill="hold"/>
                                        <p:tgtEl>
                                          <p:spTgt spid="121">
                                            <p:txEl>
                                              <p:pRg st="0" end="0"/>
                                            </p:txEl>
                                          </p:spTgt>
                                        </p:tgtEl>
                                        <p:attrNameLst>
                                          <p:attrName>ppt_y</p:attrName>
                                        </p:attrNameLst>
                                      </p:cBhvr>
                                      <p:tavLst>
                                        <p:tav tm="0">
                                          <p:val>
                                            <p:strVal val="#ppt_y"/>
                                          </p:val>
                                        </p:tav>
                                        <p:tav tm="100000">
                                          <p:val>
                                            <p:strVal val="#ppt_y"/>
                                          </p:val>
                                        </p:tav>
                                      </p:tavLst>
                                    </p:anim>
                                  </p:childTnLst>
                                </p:cTn>
                              </p:par>
                              <p:par>
                                <p:cTn id="58" presetID="2" presetClass="entr" presetSubtype="4" decel="100000" fill="hold" nodeType="withEffect">
                                  <p:stCondLst>
                                    <p:cond delay="250"/>
                                  </p:stCondLst>
                                  <p:childTnLst>
                                    <p:set>
                                      <p:cBhvr>
                                        <p:cTn id="59" dur="1" fill="hold">
                                          <p:stCondLst>
                                            <p:cond delay="0"/>
                                          </p:stCondLst>
                                        </p:cTn>
                                        <p:tgtEl>
                                          <p:spTgt spid="117"/>
                                        </p:tgtEl>
                                        <p:attrNameLst>
                                          <p:attrName>style.visibility</p:attrName>
                                        </p:attrNameLst>
                                      </p:cBhvr>
                                      <p:to>
                                        <p:strVal val="visible"/>
                                      </p:to>
                                    </p:set>
                                    <p:anim calcmode="lin" valueType="num">
                                      <p:cBhvr additive="base">
                                        <p:cTn id="60" dur="500" fill="hold"/>
                                        <p:tgtEl>
                                          <p:spTgt spid="117"/>
                                        </p:tgtEl>
                                        <p:attrNameLst>
                                          <p:attrName>ppt_x</p:attrName>
                                        </p:attrNameLst>
                                      </p:cBhvr>
                                      <p:tavLst>
                                        <p:tav tm="0">
                                          <p:val>
                                            <p:strVal val="#ppt_x"/>
                                          </p:val>
                                        </p:tav>
                                        <p:tav tm="100000">
                                          <p:val>
                                            <p:strVal val="#ppt_x"/>
                                          </p:val>
                                        </p:tav>
                                      </p:tavLst>
                                    </p:anim>
                                    <p:anim calcmode="lin" valueType="num">
                                      <p:cBhvr additive="base">
                                        <p:cTn id="61" dur="500" fill="hold"/>
                                        <p:tgtEl>
                                          <p:spTgt spid="117"/>
                                        </p:tgtEl>
                                        <p:attrNameLst>
                                          <p:attrName>ppt_y</p:attrName>
                                        </p:attrNameLst>
                                      </p:cBhvr>
                                      <p:tavLst>
                                        <p:tav tm="0">
                                          <p:val>
                                            <p:strVal val="1+#ppt_h/2"/>
                                          </p:val>
                                        </p:tav>
                                        <p:tav tm="100000">
                                          <p:val>
                                            <p:strVal val="#ppt_y"/>
                                          </p:val>
                                        </p:tav>
                                      </p:tavLst>
                                    </p:anim>
                                  </p:childTnLst>
                                </p:cTn>
                              </p:par>
                            </p:childTnLst>
                          </p:cTn>
                        </p:par>
                        <p:par>
                          <p:cTn id="62" fill="hold">
                            <p:stCondLst>
                              <p:cond delay="4550"/>
                            </p:stCondLst>
                            <p:childTnLst>
                              <p:par>
                                <p:cTn id="63" presetID="22" presetClass="entr" presetSubtype="8" fill="hold" grpId="0" nodeType="afterEffect">
                                  <p:stCondLst>
                                    <p:cond delay="0"/>
                                  </p:stCondLst>
                                  <p:childTnLst>
                                    <p:set>
                                      <p:cBhvr>
                                        <p:cTn id="64" dur="1" fill="hold">
                                          <p:stCondLst>
                                            <p:cond delay="0"/>
                                          </p:stCondLst>
                                        </p:cTn>
                                        <p:tgtEl>
                                          <p:spTgt spid="122">
                                            <p:txEl>
                                              <p:pRg st="0" end="0"/>
                                            </p:txEl>
                                          </p:spTgt>
                                        </p:tgtEl>
                                        <p:attrNameLst>
                                          <p:attrName>style.visibility</p:attrName>
                                        </p:attrNameLst>
                                      </p:cBhvr>
                                      <p:to>
                                        <p:strVal val="visible"/>
                                      </p:to>
                                    </p:set>
                                    <p:animEffect transition="in" filter="wipe(left)">
                                      <p:cBhvr>
                                        <p:cTn id="65" dur="500"/>
                                        <p:tgtEl>
                                          <p:spTgt spid="1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build="p">
        <p:tmplLst>
          <p:tmpl lvl="1">
            <p:tnLst>
              <p:par>
                <p:cTn presetID="2" presetClass="entr" presetSubtype="8" decel="100000" fill="hold" nodeType="afterEffect">
                  <p:stCondLst>
                    <p:cond delay="25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500" fill="hold"/>
                        <p:tgtEl>
                          <p:spTgt spid="115"/>
                        </p:tgtEl>
                        <p:attrNameLst>
                          <p:attrName>ppt_x</p:attrName>
                        </p:attrNameLst>
                      </p:cBhvr>
                      <p:tavLst>
                        <p:tav tm="0">
                          <p:val>
                            <p:strVal val="0-#ppt_w/2"/>
                          </p:val>
                        </p:tav>
                        <p:tav tm="100000">
                          <p:val>
                            <p:strVal val="#ppt_x"/>
                          </p:val>
                        </p:tav>
                      </p:tavLst>
                    </p:anim>
                    <p:anim calcmode="lin" valueType="num">
                      <p:cBhvr additive="base">
                        <p:cTn dur="500" fill="hold"/>
                        <p:tgtEl>
                          <p:spTgt spid="115"/>
                        </p:tgtEl>
                        <p:attrNameLst>
                          <p:attrName>ppt_y</p:attrName>
                        </p:attrNameLst>
                      </p:cBhvr>
                      <p:tavLst>
                        <p:tav tm="0">
                          <p:val>
                            <p:strVal val="#ppt_y"/>
                          </p:val>
                        </p:tav>
                        <p:tav tm="100000">
                          <p:val>
                            <p:strVal val="#ppt_y"/>
                          </p:val>
                        </p:tav>
                      </p:tavLst>
                    </p:anim>
                  </p:childTnLst>
                </p:cTn>
              </p:par>
            </p:tnLst>
          </p:tmpl>
        </p:tmplLst>
      </p:bldP>
      <p:bldP spid="116" grpId="0" build="p">
        <p:tmplLst>
          <p:tmpl lvl="1">
            <p:tnLst>
              <p:par>
                <p:cTn presetID="22" presetClass="entr" presetSubtype="8" fill="hold" nodeType="afterEffect">
                  <p:stCondLst>
                    <p:cond delay="0"/>
                  </p:stCondLst>
                  <p:childTnLst>
                    <p:set>
                      <p:cBhvr>
                        <p:cTn dur="1" fill="hold">
                          <p:stCondLst>
                            <p:cond delay="0"/>
                          </p:stCondLst>
                        </p:cTn>
                        <p:tgtEl>
                          <p:spTgt spid="116"/>
                        </p:tgtEl>
                        <p:attrNameLst>
                          <p:attrName>style.visibility</p:attrName>
                        </p:attrNameLst>
                      </p:cBhvr>
                      <p:to>
                        <p:strVal val="visible"/>
                      </p:to>
                    </p:set>
                    <p:animEffect transition="in" filter="wipe(left)">
                      <p:cBhvr>
                        <p:cTn dur="500"/>
                        <p:tgtEl>
                          <p:spTgt spid="116"/>
                        </p:tgtEl>
                      </p:cBhvr>
                    </p:animEffect>
                  </p:childTnLst>
                </p:cTn>
              </p:par>
            </p:tnLst>
          </p:tmpl>
        </p:tmplLst>
      </p:bldP>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98" grpId="0" animBg="1"/>
      <p:bldP spid="101" grpId="0" animBg="1"/>
      <p:bldP spid="104" grpId="0" build="p">
        <p:tmplLst>
          <p:tmpl lvl="1">
            <p:tnLst>
              <p:par>
                <p:cTn presetID="2" presetClass="entr" presetSubtype="8" decel="100000" fill="hold" nodeType="afterEffect">
                  <p:stCondLst>
                    <p:cond delay="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500" fill="hold"/>
                        <p:tgtEl>
                          <p:spTgt spid="104"/>
                        </p:tgtEl>
                        <p:attrNameLst>
                          <p:attrName>ppt_x</p:attrName>
                        </p:attrNameLst>
                      </p:cBhvr>
                      <p:tavLst>
                        <p:tav tm="0">
                          <p:val>
                            <p:strVal val="0-#ppt_w/2"/>
                          </p:val>
                        </p:tav>
                        <p:tav tm="100000">
                          <p:val>
                            <p:strVal val="#ppt_x"/>
                          </p:val>
                        </p:tav>
                      </p:tavLst>
                    </p:anim>
                    <p:anim calcmode="lin" valueType="num">
                      <p:cBhvr additive="base">
                        <p:cTn dur="500" fill="hold"/>
                        <p:tgtEl>
                          <p:spTgt spid="104"/>
                        </p:tgtEl>
                        <p:attrNameLst>
                          <p:attrName>ppt_y</p:attrName>
                        </p:attrNameLst>
                      </p:cBhvr>
                      <p:tavLst>
                        <p:tav tm="0">
                          <p:val>
                            <p:strVal val="#ppt_y"/>
                          </p:val>
                        </p:tav>
                        <p:tav tm="100000">
                          <p:val>
                            <p:strVal val="#ppt_y"/>
                          </p:val>
                        </p:tav>
                      </p:tavLst>
                    </p:anim>
                  </p:childTnLst>
                </p:cTn>
              </p:par>
            </p:tnLst>
          </p:tmpl>
        </p:tmplLst>
      </p:bldP>
      <p:bldP spid="105" grpId="0" build="p">
        <p:tmplLst>
          <p:tmpl lvl="1">
            <p:tnLst>
              <p:par>
                <p:cTn presetID="22" presetClass="entr" presetSubtype="8" fill="hold" nodeType="afterEffect">
                  <p:stCondLst>
                    <p:cond delay="0"/>
                  </p:stCondLst>
                  <p:childTnLst>
                    <p:set>
                      <p:cBhvr>
                        <p:cTn dur="1" fill="hold">
                          <p:stCondLst>
                            <p:cond delay="0"/>
                          </p:stCondLst>
                        </p:cTn>
                        <p:tgtEl>
                          <p:spTgt spid="105"/>
                        </p:tgtEl>
                        <p:attrNameLst>
                          <p:attrName>style.visibility</p:attrName>
                        </p:attrNameLst>
                      </p:cBhvr>
                      <p:to>
                        <p:strVal val="visible"/>
                      </p:to>
                    </p:set>
                    <p:animEffect transition="in" filter="wipe(left)">
                      <p:cBhvr>
                        <p:cTn dur="500"/>
                        <p:tgtEl>
                          <p:spTgt spid="105"/>
                        </p:tgtEl>
                      </p:cBhvr>
                    </p:animEffect>
                  </p:childTnLst>
                </p:cTn>
              </p:par>
            </p:tnLst>
          </p:tmpl>
        </p:tmplLst>
      </p:bldP>
      <p:bldP spid="100" grpId="0" animBg="1"/>
      <p:bldP spid="121" grpId="0" build="p">
        <p:tmplLst>
          <p:tmpl lvl="1">
            <p:tnLst>
              <p:par>
                <p:cTn presetID="2" presetClass="entr" presetSubtype="8" decel="100000" fill="hold" nodeType="afterEffect">
                  <p:stCondLst>
                    <p:cond delay="25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500" fill="hold"/>
                        <p:tgtEl>
                          <p:spTgt spid="121"/>
                        </p:tgtEl>
                        <p:attrNameLst>
                          <p:attrName>ppt_x</p:attrName>
                        </p:attrNameLst>
                      </p:cBhvr>
                      <p:tavLst>
                        <p:tav tm="0">
                          <p:val>
                            <p:strVal val="0-#ppt_w/2"/>
                          </p:val>
                        </p:tav>
                        <p:tav tm="100000">
                          <p:val>
                            <p:strVal val="#ppt_x"/>
                          </p:val>
                        </p:tav>
                      </p:tavLst>
                    </p:anim>
                    <p:anim calcmode="lin" valueType="num">
                      <p:cBhvr additive="base">
                        <p:cTn dur="500" fill="hold"/>
                        <p:tgtEl>
                          <p:spTgt spid="121"/>
                        </p:tgtEl>
                        <p:attrNameLst>
                          <p:attrName>ppt_y</p:attrName>
                        </p:attrNameLst>
                      </p:cBhvr>
                      <p:tavLst>
                        <p:tav tm="0">
                          <p:val>
                            <p:strVal val="#ppt_y"/>
                          </p:val>
                        </p:tav>
                        <p:tav tm="100000">
                          <p:val>
                            <p:strVal val="#ppt_y"/>
                          </p:val>
                        </p:tav>
                      </p:tavLst>
                    </p:anim>
                  </p:childTnLst>
                </p:cTn>
              </p:par>
            </p:tnLst>
          </p:tmpl>
        </p:tmplLst>
      </p:bldP>
      <p:bldP spid="122" grpId="0" build="p">
        <p:tmplLst>
          <p:tmpl lvl="1">
            <p:tnLst>
              <p:par>
                <p:cTn presetID="22" presetClass="entr" presetSubtype="8" fill="hold" nodeType="afterEffect">
                  <p:stCondLst>
                    <p:cond delay="0"/>
                  </p:stCondLst>
                  <p:childTnLst>
                    <p:set>
                      <p:cBhvr>
                        <p:cTn dur="1" fill="hold">
                          <p:stCondLst>
                            <p:cond delay="0"/>
                          </p:stCondLst>
                        </p:cTn>
                        <p:tgtEl>
                          <p:spTgt spid="122"/>
                        </p:tgtEl>
                        <p:attrNameLst>
                          <p:attrName>style.visibility</p:attrName>
                        </p:attrNameLst>
                      </p:cBhvr>
                      <p:to>
                        <p:strVal val="visible"/>
                      </p:to>
                    </p:set>
                    <p:animEffect transition="in" filter="wipe(left)">
                      <p:cBhvr>
                        <p:cTn dur="500"/>
                        <p:tgtEl>
                          <p:spTgt spid="122"/>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umeric List - 4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8280234" y="3410902"/>
            <a:ext cx="648072" cy="648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12" name="円/楕円 11"/>
          <p:cNvSpPr/>
          <p:nvPr userDrawn="1"/>
        </p:nvSpPr>
        <p:spPr>
          <a:xfrm>
            <a:off x="8280234" y="4771792"/>
            <a:ext cx="648072" cy="6480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13" name="円/楕円 12"/>
          <p:cNvSpPr/>
          <p:nvPr userDrawn="1"/>
        </p:nvSpPr>
        <p:spPr>
          <a:xfrm>
            <a:off x="8280234" y="6132682"/>
            <a:ext cx="648072" cy="6480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14" name="円/楕円 13"/>
          <p:cNvSpPr/>
          <p:nvPr userDrawn="1"/>
        </p:nvSpPr>
        <p:spPr>
          <a:xfrm>
            <a:off x="8280234" y="7493572"/>
            <a:ext cx="648072" cy="64807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18" name="テキスト プレースホルダー 6"/>
          <p:cNvSpPr>
            <a:spLocks noGrp="1"/>
          </p:cNvSpPr>
          <p:nvPr>
            <p:ph type="body" sz="quarter" idx="16" hasCustomPrompt="1"/>
          </p:nvPr>
        </p:nvSpPr>
        <p:spPr>
          <a:xfrm>
            <a:off x="9000876" y="3200754"/>
            <a:ext cx="8503353"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20" hasCustomPrompt="1"/>
          </p:nvPr>
        </p:nvSpPr>
        <p:spPr>
          <a:xfrm>
            <a:off x="9000876" y="4563382"/>
            <a:ext cx="8503353"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2" hasCustomPrompt="1"/>
          </p:nvPr>
        </p:nvSpPr>
        <p:spPr>
          <a:xfrm>
            <a:off x="9000876" y="5926010"/>
            <a:ext cx="8503353"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9000876" y="7288638"/>
            <a:ext cx="8503353"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9" name="テキスト プレースホルダー 6"/>
          <p:cNvSpPr>
            <a:spLocks noGrp="1"/>
          </p:cNvSpPr>
          <p:nvPr>
            <p:ph type="body" sz="quarter" idx="28" hasCustomPrompt="1"/>
          </p:nvPr>
        </p:nvSpPr>
        <p:spPr>
          <a:xfrm>
            <a:off x="783772" y="3298733"/>
            <a:ext cx="6894286" cy="4974412"/>
          </a:xfrm>
        </p:spPr>
        <p:txBody>
          <a:bodyPr anchor="ctr">
            <a:noAutofit/>
          </a:bodyPr>
          <a:lstStyle>
            <a:lvl1pPr algn="ctr">
              <a:defRPr sz="4000" i="0" baseline="0">
                <a:solidFill>
                  <a:schemeClr val="tx2"/>
                </a:solidFill>
                <a:latin typeface="Route 159 Light"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874306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9" decel="100000" fill="hold" grpId="0" nodeType="afterEffect">
                                  <p:stCondLst>
                                    <p:cond delay="0"/>
                                  </p:stCondLst>
                                  <p:iterate type="wd">
                                    <p:tmPct val="10000"/>
                                  </p:iterate>
                                  <p:childTnLst>
                                    <p:set>
                                      <p:cBhvr>
                                        <p:cTn id="14" dur="1" fill="hold">
                                          <p:stCondLst>
                                            <p:cond delay="0"/>
                                          </p:stCondLst>
                                        </p:cTn>
                                        <p:tgtEl>
                                          <p:spTgt spid="19">
                                            <p:txEl>
                                              <p:pRg st="0" end="0"/>
                                            </p:txEl>
                                          </p:spTgt>
                                        </p:tgtEl>
                                        <p:attrNameLst>
                                          <p:attrName>style.visibility</p:attrName>
                                        </p:attrNameLst>
                                      </p:cBhvr>
                                      <p:to>
                                        <p:strVal val="visible"/>
                                      </p:to>
                                    </p:set>
                                    <p:anim calcmode="lin" valueType="num">
                                      <p:cBhvr additive="base">
                                        <p:cTn id="15" dur="500" fill="hold"/>
                                        <p:tgtEl>
                                          <p:spTgt spid="19">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9">
                                            <p:txEl>
                                              <p:pRg st="0" end="0"/>
                                            </p:txEl>
                                          </p:spTgt>
                                        </p:tgtEl>
                                        <p:attrNameLst>
                                          <p:attrName>ppt_y</p:attrName>
                                        </p:attrNameLst>
                                      </p:cBhvr>
                                      <p:tavLst>
                                        <p:tav tm="0">
                                          <p:val>
                                            <p:strVal val="0-#ppt_h/2"/>
                                          </p:val>
                                        </p:tav>
                                        <p:tav tm="100000">
                                          <p:val>
                                            <p:strVal val="#ppt_y"/>
                                          </p:val>
                                        </p:tav>
                                      </p:tavLst>
                                    </p:anim>
                                  </p:childTnLst>
                                </p:cTn>
                              </p:par>
                            </p:childTnLst>
                          </p:cTn>
                        </p:par>
                        <p:par>
                          <p:cTn id="17" fill="hold">
                            <p:stCondLst>
                              <p:cond delay="1100"/>
                            </p:stCondLst>
                            <p:childTnLst>
                              <p:par>
                                <p:cTn id="18" presetID="2" presetClass="entr" presetSubtype="1" decel="100000" fill="hold" grpId="0" nodeType="afterEffect">
                                  <p:stCondLst>
                                    <p:cond delay="25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0-#ppt_h/2"/>
                                          </p:val>
                                        </p:tav>
                                        <p:tav tm="100000">
                                          <p:val>
                                            <p:strVal val="#ppt_y"/>
                                          </p:val>
                                        </p:tav>
                                      </p:tavLst>
                                    </p:anim>
                                  </p:childTnLst>
                                </p:cTn>
                              </p:par>
                              <p:par>
                                <p:cTn id="22" presetID="2" presetClass="entr" presetSubtype="2" decel="100000" fill="hold" grpId="0" nodeType="withEffect">
                                  <p:stCondLst>
                                    <p:cond delay="250"/>
                                  </p:stCondLst>
                                  <p:childTnLst>
                                    <p:set>
                                      <p:cBhvr>
                                        <p:cTn id="23" dur="1" fill="hold">
                                          <p:stCondLst>
                                            <p:cond delay="0"/>
                                          </p:stCondLst>
                                        </p:cTn>
                                        <p:tgtEl>
                                          <p:spTgt spid="18">
                                            <p:txEl>
                                              <p:pRg st="0" end="0"/>
                                            </p:txEl>
                                          </p:spTgt>
                                        </p:tgtEl>
                                        <p:attrNameLst>
                                          <p:attrName>style.visibility</p:attrName>
                                        </p:attrNameLst>
                                      </p:cBhvr>
                                      <p:to>
                                        <p:strVal val="visible"/>
                                      </p:to>
                                    </p:set>
                                    <p:anim calcmode="lin" valueType="num">
                                      <p:cBhvr additive="base">
                                        <p:cTn id="24"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1850"/>
                            </p:stCondLst>
                            <p:childTnLst>
                              <p:par>
                                <p:cTn id="27" presetID="2" presetClass="entr" presetSubtype="1" decel="100000" fill="hold" grpId="0" nodeType="afterEffect">
                                  <p:stCondLst>
                                    <p:cond delay="25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0-#ppt_h/2"/>
                                          </p:val>
                                        </p:tav>
                                        <p:tav tm="100000">
                                          <p:val>
                                            <p:strVal val="#ppt_y"/>
                                          </p:val>
                                        </p:tav>
                                      </p:tavLst>
                                    </p:anim>
                                  </p:childTnLst>
                                </p:cTn>
                              </p:par>
                              <p:par>
                                <p:cTn id="31" presetID="2" presetClass="entr" presetSubtype="2" decel="100000" fill="hold" grpId="0" nodeType="withEffect">
                                  <p:stCondLst>
                                    <p:cond delay="250"/>
                                  </p:stCondLst>
                                  <p:childTnLst>
                                    <p:set>
                                      <p:cBhvr>
                                        <p:cTn id="32" dur="1" fill="hold">
                                          <p:stCondLst>
                                            <p:cond delay="0"/>
                                          </p:stCondLst>
                                        </p:cTn>
                                        <p:tgtEl>
                                          <p:spTgt spid="22">
                                            <p:txEl>
                                              <p:pRg st="0" end="0"/>
                                            </p:txEl>
                                          </p:spTgt>
                                        </p:tgtEl>
                                        <p:attrNameLst>
                                          <p:attrName>style.visibility</p:attrName>
                                        </p:attrNameLst>
                                      </p:cBhvr>
                                      <p:to>
                                        <p:strVal val="visible"/>
                                      </p:to>
                                    </p:set>
                                    <p:anim calcmode="lin" valueType="num">
                                      <p:cBhvr additive="base">
                                        <p:cTn id="33"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par>
                          <p:cTn id="35" fill="hold">
                            <p:stCondLst>
                              <p:cond delay="2600"/>
                            </p:stCondLst>
                            <p:childTnLst>
                              <p:par>
                                <p:cTn id="36" presetID="2" presetClass="entr" presetSubtype="1" decel="100000" fill="hold" grpId="0" nodeType="afterEffect">
                                  <p:stCondLst>
                                    <p:cond delay="25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ppt_x"/>
                                          </p:val>
                                        </p:tav>
                                        <p:tav tm="100000">
                                          <p:val>
                                            <p:strVal val="#ppt_x"/>
                                          </p:val>
                                        </p:tav>
                                      </p:tavLst>
                                    </p:anim>
                                    <p:anim calcmode="lin" valueType="num">
                                      <p:cBhvr additive="base">
                                        <p:cTn id="39" dur="500" fill="hold"/>
                                        <p:tgtEl>
                                          <p:spTgt spid="13"/>
                                        </p:tgtEl>
                                        <p:attrNameLst>
                                          <p:attrName>ppt_y</p:attrName>
                                        </p:attrNameLst>
                                      </p:cBhvr>
                                      <p:tavLst>
                                        <p:tav tm="0">
                                          <p:val>
                                            <p:strVal val="0-#ppt_h/2"/>
                                          </p:val>
                                        </p:tav>
                                        <p:tav tm="100000">
                                          <p:val>
                                            <p:strVal val="#ppt_y"/>
                                          </p:val>
                                        </p:tav>
                                      </p:tavLst>
                                    </p:anim>
                                  </p:childTnLst>
                                </p:cTn>
                              </p:par>
                              <p:par>
                                <p:cTn id="40" presetID="2" presetClass="entr" presetSubtype="2" decel="100000" fill="hold" grpId="0" nodeType="withEffect">
                                  <p:stCondLst>
                                    <p:cond delay="250"/>
                                  </p:stCondLst>
                                  <p:childTnLst>
                                    <p:set>
                                      <p:cBhvr>
                                        <p:cTn id="41" dur="1" fill="hold">
                                          <p:stCondLst>
                                            <p:cond delay="0"/>
                                          </p:stCondLst>
                                        </p:cTn>
                                        <p:tgtEl>
                                          <p:spTgt spid="24">
                                            <p:txEl>
                                              <p:pRg st="0" end="0"/>
                                            </p:txEl>
                                          </p:spTgt>
                                        </p:tgtEl>
                                        <p:attrNameLst>
                                          <p:attrName>style.visibility</p:attrName>
                                        </p:attrNameLst>
                                      </p:cBhvr>
                                      <p:to>
                                        <p:strVal val="visible"/>
                                      </p:to>
                                    </p:set>
                                    <p:anim calcmode="lin" valueType="num">
                                      <p:cBhvr additive="base">
                                        <p:cTn id="42"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par>
                          <p:cTn id="44" fill="hold">
                            <p:stCondLst>
                              <p:cond delay="3350"/>
                            </p:stCondLst>
                            <p:childTnLst>
                              <p:par>
                                <p:cTn id="45" presetID="2" presetClass="entr" presetSubtype="1" decel="100000" fill="hold" grpId="0" nodeType="afterEffect">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0-#ppt_h/2"/>
                                          </p:val>
                                        </p:tav>
                                        <p:tav tm="100000">
                                          <p:val>
                                            <p:strVal val="#ppt_y"/>
                                          </p:val>
                                        </p:tav>
                                      </p:tavLst>
                                    </p:anim>
                                  </p:childTnLst>
                                </p:cTn>
                              </p:par>
                              <p:par>
                                <p:cTn id="49" presetID="2" presetClass="entr" presetSubtype="2" decel="100000" fill="hold" grpId="0" nodeType="withEffect">
                                  <p:stCondLst>
                                    <p:cond delay="250"/>
                                  </p:stCondLst>
                                  <p:childTnLst>
                                    <p:set>
                                      <p:cBhvr>
                                        <p:cTn id="50" dur="1" fill="hold">
                                          <p:stCondLst>
                                            <p:cond delay="0"/>
                                          </p:stCondLst>
                                        </p:cTn>
                                        <p:tgtEl>
                                          <p:spTgt spid="26">
                                            <p:txEl>
                                              <p:pRg st="0" end="0"/>
                                            </p:txEl>
                                          </p:spTgt>
                                        </p:tgtEl>
                                        <p:attrNameLst>
                                          <p:attrName>style.visibility</p:attrName>
                                        </p:attrNameLst>
                                      </p:cBhvr>
                                      <p:to>
                                        <p:strVal val="visible"/>
                                      </p:to>
                                    </p:set>
                                    <p:anim calcmode="lin" valueType="num">
                                      <p:cBhvr additive="base">
                                        <p:cTn id="51"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2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animBg="1"/>
      <p:bldP spid="12" grpId="0" animBg="1"/>
      <p:bldP spid="13" grpId="0" animBg="1"/>
      <p:bldP spid="14" grpId="0" animBg="1"/>
      <p:bldP spid="18" grpId="0" build="p">
        <p:tmplLst>
          <p:tmpl lvl="1">
            <p:tnLst>
              <p:par>
                <p:cTn presetID="2" presetClass="entr" presetSubtype="2" decel="100000"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100000" fill="hold" nodeType="with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100000" fill="hold" nodeType="with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 presetClass="entr" presetSubtype="2" decel="100000" fill="hold" nodeType="with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1+#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P spid="19" grpId="0" build="p">
        <p:tmplLst>
          <p:tmpl lvl="1">
            <p:tnLst>
              <p:par>
                <p:cTn presetID="2" presetClass="entr" presetSubtype="9" decel="100000" fill="hold" nodeType="afterEffect">
                  <p:stCondLst>
                    <p:cond delay="0"/>
                  </p:stCondLst>
                  <p:iterate type="wd">
                    <p:tmPct val="10000"/>
                  </p:iterate>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0-#ppt_w/2"/>
                          </p:val>
                        </p:tav>
                        <p:tav tm="100000">
                          <p:val>
                            <p:strVal val="#ppt_x"/>
                          </p:val>
                        </p:tav>
                      </p:tavLst>
                    </p:anim>
                    <p:anim calcmode="lin" valueType="num">
                      <p:cBhvr additive="base">
                        <p:cTn dur="500" fill="hold"/>
                        <p:tgtEl>
                          <p:spTgt spid="19"/>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umeric List - 5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8280234" y="2652267"/>
            <a:ext cx="648072" cy="648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12" name="円/楕円 11"/>
          <p:cNvSpPr/>
          <p:nvPr userDrawn="1"/>
        </p:nvSpPr>
        <p:spPr>
          <a:xfrm>
            <a:off x="8280234" y="4013157"/>
            <a:ext cx="648072" cy="6480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13" name="円/楕円 12"/>
          <p:cNvSpPr/>
          <p:nvPr userDrawn="1"/>
        </p:nvSpPr>
        <p:spPr>
          <a:xfrm>
            <a:off x="8280234" y="5374047"/>
            <a:ext cx="648072" cy="6480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14" name="円/楕円 13"/>
          <p:cNvSpPr/>
          <p:nvPr userDrawn="1"/>
        </p:nvSpPr>
        <p:spPr>
          <a:xfrm>
            <a:off x="8280234" y="6734937"/>
            <a:ext cx="648072" cy="64807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15" name="円/楕円 14"/>
          <p:cNvSpPr/>
          <p:nvPr userDrawn="1"/>
        </p:nvSpPr>
        <p:spPr>
          <a:xfrm>
            <a:off x="8280234" y="8095827"/>
            <a:ext cx="648072" cy="6480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18" name="テキスト プレースホルダー 6"/>
          <p:cNvSpPr>
            <a:spLocks noGrp="1"/>
          </p:cNvSpPr>
          <p:nvPr>
            <p:ph type="body" sz="quarter" idx="16" hasCustomPrompt="1"/>
          </p:nvPr>
        </p:nvSpPr>
        <p:spPr>
          <a:xfrm>
            <a:off x="9000876" y="2442119"/>
            <a:ext cx="8590438"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20" hasCustomPrompt="1"/>
          </p:nvPr>
        </p:nvSpPr>
        <p:spPr>
          <a:xfrm>
            <a:off x="9000876" y="3804747"/>
            <a:ext cx="8590438"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2" hasCustomPrompt="1"/>
          </p:nvPr>
        </p:nvSpPr>
        <p:spPr>
          <a:xfrm>
            <a:off x="9000876" y="5167375"/>
            <a:ext cx="8590438"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9000876" y="6530003"/>
            <a:ext cx="8590438"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6" hasCustomPrompt="1"/>
          </p:nvPr>
        </p:nvSpPr>
        <p:spPr>
          <a:xfrm>
            <a:off x="9000876" y="7892631"/>
            <a:ext cx="8590438"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8" hasCustomPrompt="1"/>
          </p:nvPr>
        </p:nvSpPr>
        <p:spPr>
          <a:xfrm>
            <a:off x="783772" y="3226163"/>
            <a:ext cx="6894286" cy="4974412"/>
          </a:xfrm>
        </p:spPr>
        <p:txBody>
          <a:bodyPr anchor="ctr">
            <a:noAutofit/>
          </a:bodyPr>
          <a:lstStyle>
            <a:lvl1pPr algn="ctr">
              <a:defRPr sz="4000" i="0" baseline="0">
                <a:solidFill>
                  <a:schemeClr val="tx2"/>
                </a:solidFill>
                <a:latin typeface="Route 159 Light"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4271268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9" decel="100000" fill="hold" grpId="0" nodeType="afterEffect">
                                  <p:stCondLst>
                                    <p:cond delay="0"/>
                                  </p:stCondLst>
                                  <p:iterate type="wd">
                                    <p:tmPct val="10000"/>
                                  </p:iterate>
                                  <p:childTnLst>
                                    <p:set>
                                      <p:cBhvr>
                                        <p:cTn id="14" dur="1" fill="hold">
                                          <p:stCondLst>
                                            <p:cond delay="0"/>
                                          </p:stCondLst>
                                        </p:cTn>
                                        <p:tgtEl>
                                          <p:spTgt spid="29">
                                            <p:txEl>
                                              <p:pRg st="0" end="0"/>
                                            </p:txEl>
                                          </p:spTgt>
                                        </p:tgtEl>
                                        <p:attrNameLst>
                                          <p:attrName>style.visibility</p:attrName>
                                        </p:attrNameLst>
                                      </p:cBhvr>
                                      <p:to>
                                        <p:strVal val="visible"/>
                                      </p:to>
                                    </p:set>
                                    <p:anim calcmode="lin" valueType="num">
                                      <p:cBhvr additive="base">
                                        <p:cTn id="15" dur="500" fill="hold"/>
                                        <p:tgtEl>
                                          <p:spTgt spid="29">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9">
                                            <p:txEl>
                                              <p:pRg st="0" end="0"/>
                                            </p:txEl>
                                          </p:spTgt>
                                        </p:tgtEl>
                                        <p:attrNameLst>
                                          <p:attrName>ppt_y</p:attrName>
                                        </p:attrNameLst>
                                      </p:cBhvr>
                                      <p:tavLst>
                                        <p:tav tm="0">
                                          <p:val>
                                            <p:strVal val="0-#ppt_h/2"/>
                                          </p:val>
                                        </p:tav>
                                        <p:tav tm="100000">
                                          <p:val>
                                            <p:strVal val="#ppt_y"/>
                                          </p:val>
                                        </p:tav>
                                      </p:tavLst>
                                    </p:anim>
                                  </p:childTnLst>
                                </p:cTn>
                              </p:par>
                            </p:childTnLst>
                          </p:cTn>
                        </p:par>
                        <p:par>
                          <p:cTn id="17" fill="hold">
                            <p:stCondLst>
                              <p:cond delay="1100"/>
                            </p:stCondLst>
                            <p:childTnLst>
                              <p:par>
                                <p:cTn id="18" presetID="2" presetClass="entr" presetSubtype="1" decel="100000" fill="hold" grpId="0" nodeType="afterEffect">
                                  <p:stCondLst>
                                    <p:cond delay="25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0-#ppt_h/2"/>
                                          </p:val>
                                        </p:tav>
                                        <p:tav tm="100000">
                                          <p:val>
                                            <p:strVal val="#ppt_y"/>
                                          </p:val>
                                        </p:tav>
                                      </p:tavLst>
                                    </p:anim>
                                  </p:childTnLst>
                                </p:cTn>
                              </p:par>
                              <p:par>
                                <p:cTn id="22" presetID="2" presetClass="entr" presetSubtype="2" decel="100000" fill="hold" grpId="0" nodeType="withEffect">
                                  <p:stCondLst>
                                    <p:cond delay="250"/>
                                  </p:stCondLst>
                                  <p:childTnLst>
                                    <p:set>
                                      <p:cBhvr>
                                        <p:cTn id="23" dur="1" fill="hold">
                                          <p:stCondLst>
                                            <p:cond delay="0"/>
                                          </p:stCondLst>
                                        </p:cTn>
                                        <p:tgtEl>
                                          <p:spTgt spid="18">
                                            <p:txEl>
                                              <p:pRg st="0" end="0"/>
                                            </p:txEl>
                                          </p:spTgt>
                                        </p:tgtEl>
                                        <p:attrNameLst>
                                          <p:attrName>style.visibility</p:attrName>
                                        </p:attrNameLst>
                                      </p:cBhvr>
                                      <p:to>
                                        <p:strVal val="visible"/>
                                      </p:to>
                                    </p:set>
                                    <p:anim calcmode="lin" valueType="num">
                                      <p:cBhvr additive="base">
                                        <p:cTn id="24"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1850"/>
                            </p:stCondLst>
                            <p:childTnLst>
                              <p:par>
                                <p:cTn id="27" presetID="2" presetClass="entr" presetSubtype="1" decel="100000" fill="hold" grpId="0" nodeType="afterEffect">
                                  <p:stCondLst>
                                    <p:cond delay="25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0-#ppt_h/2"/>
                                          </p:val>
                                        </p:tav>
                                        <p:tav tm="100000">
                                          <p:val>
                                            <p:strVal val="#ppt_y"/>
                                          </p:val>
                                        </p:tav>
                                      </p:tavLst>
                                    </p:anim>
                                  </p:childTnLst>
                                </p:cTn>
                              </p:par>
                              <p:par>
                                <p:cTn id="31" presetID="2" presetClass="entr" presetSubtype="2" decel="100000" fill="hold" grpId="0" nodeType="withEffect">
                                  <p:stCondLst>
                                    <p:cond delay="250"/>
                                  </p:stCondLst>
                                  <p:childTnLst>
                                    <p:set>
                                      <p:cBhvr>
                                        <p:cTn id="32" dur="1" fill="hold">
                                          <p:stCondLst>
                                            <p:cond delay="0"/>
                                          </p:stCondLst>
                                        </p:cTn>
                                        <p:tgtEl>
                                          <p:spTgt spid="22">
                                            <p:txEl>
                                              <p:pRg st="0" end="0"/>
                                            </p:txEl>
                                          </p:spTgt>
                                        </p:tgtEl>
                                        <p:attrNameLst>
                                          <p:attrName>style.visibility</p:attrName>
                                        </p:attrNameLst>
                                      </p:cBhvr>
                                      <p:to>
                                        <p:strVal val="visible"/>
                                      </p:to>
                                    </p:set>
                                    <p:anim calcmode="lin" valueType="num">
                                      <p:cBhvr additive="base">
                                        <p:cTn id="33"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par>
                          <p:cTn id="35" fill="hold">
                            <p:stCondLst>
                              <p:cond delay="2600"/>
                            </p:stCondLst>
                            <p:childTnLst>
                              <p:par>
                                <p:cTn id="36" presetID="2" presetClass="entr" presetSubtype="1" decel="100000" fill="hold" grpId="0" nodeType="afterEffect">
                                  <p:stCondLst>
                                    <p:cond delay="25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ppt_x"/>
                                          </p:val>
                                        </p:tav>
                                        <p:tav tm="100000">
                                          <p:val>
                                            <p:strVal val="#ppt_x"/>
                                          </p:val>
                                        </p:tav>
                                      </p:tavLst>
                                    </p:anim>
                                    <p:anim calcmode="lin" valueType="num">
                                      <p:cBhvr additive="base">
                                        <p:cTn id="39" dur="500" fill="hold"/>
                                        <p:tgtEl>
                                          <p:spTgt spid="13"/>
                                        </p:tgtEl>
                                        <p:attrNameLst>
                                          <p:attrName>ppt_y</p:attrName>
                                        </p:attrNameLst>
                                      </p:cBhvr>
                                      <p:tavLst>
                                        <p:tav tm="0">
                                          <p:val>
                                            <p:strVal val="0-#ppt_h/2"/>
                                          </p:val>
                                        </p:tav>
                                        <p:tav tm="100000">
                                          <p:val>
                                            <p:strVal val="#ppt_y"/>
                                          </p:val>
                                        </p:tav>
                                      </p:tavLst>
                                    </p:anim>
                                  </p:childTnLst>
                                </p:cTn>
                              </p:par>
                              <p:par>
                                <p:cTn id="40" presetID="2" presetClass="entr" presetSubtype="2" decel="100000" fill="hold" grpId="0" nodeType="withEffect">
                                  <p:stCondLst>
                                    <p:cond delay="250"/>
                                  </p:stCondLst>
                                  <p:childTnLst>
                                    <p:set>
                                      <p:cBhvr>
                                        <p:cTn id="41" dur="1" fill="hold">
                                          <p:stCondLst>
                                            <p:cond delay="0"/>
                                          </p:stCondLst>
                                        </p:cTn>
                                        <p:tgtEl>
                                          <p:spTgt spid="24">
                                            <p:txEl>
                                              <p:pRg st="0" end="0"/>
                                            </p:txEl>
                                          </p:spTgt>
                                        </p:tgtEl>
                                        <p:attrNameLst>
                                          <p:attrName>style.visibility</p:attrName>
                                        </p:attrNameLst>
                                      </p:cBhvr>
                                      <p:to>
                                        <p:strVal val="visible"/>
                                      </p:to>
                                    </p:set>
                                    <p:anim calcmode="lin" valueType="num">
                                      <p:cBhvr additive="base">
                                        <p:cTn id="42"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par>
                          <p:cTn id="44" fill="hold">
                            <p:stCondLst>
                              <p:cond delay="3350"/>
                            </p:stCondLst>
                            <p:childTnLst>
                              <p:par>
                                <p:cTn id="45" presetID="2" presetClass="entr" presetSubtype="1" decel="100000" fill="hold" grpId="0" nodeType="afterEffect">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0-#ppt_h/2"/>
                                          </p:val>
                                        </p:tav>
                                        <p:tav tm="100000">
                                          <p:val>
                                            <p:strVal val="#ppt_y"/>
                                          </p:val>
                                        </p:tav>
                                      </p:tavLst>
                                    </p:anim>
                                  </p:childTnLst>
                                </p:cTn>
                              </p:par>
                              <p:par>
                                <p:cTn id="49" presetID="2" presetClass="entr" presetSubtype="2" decel="100000" fill="hold" grpId="0" nodeType="withEffect">
                                  <p:stCondLst>
                                    <p:cond delay="250"/>
                                  </p:stCondLst>
                                  <p:childTnLst>
                                    <p:set>
                                      <p:cBhvr>
                                        <p:cTn id="50" dur="1" fill="hold">
                                          <p:stCondLst>
                                            <p:cond delay="0"/>
                                          </p:stCondLst>
                                        </p:cTn>
                                        <p:tgtEl>
                                          <p:spTgt spid="26">
                                            <p:txEl>
                                              <p:pRg st="0" end="0"/>
                                            </p:txEl>
                                          </p:spTgt>
                                        </p:tgtEl>
                                        <p:attrNameLst>
                                          <p:attrName>style.visibility</p:attrName>
                                        </p:attrNameLst>
                                      </p:cBhvr>
                                      <p:to>
                                        <p:strVal val="visible"/>
                                      </p:to>
                                    </p:set>
                                    <p:anim calcmode="lin" valueType="num">
                                      <p:cBhvr additive="base">
                                        <p:cTn id="51"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26">
                                            <p:txEl>
                                              <p:pRg st="0" end="0"/>
                                            </p:txEl>
                                          </p:spTgt>
                                        </p:tgtEl>
                                        <p:attrNameLst>
                                          <p:attrName>ppt_y</p:attrName>
                                        </p:attrNameLst>
                                      </p:cBhvr>
                                      <p:tavLst>
                                        <p:tav tm="0">
                                          <p:val>
                                            <p:strVal val="#ppt_y"/>
                                          </p:val>
                                        </p:tav>
                                        <p:tav tm="100000">
                                          <p:val>
                                            <p:strVal val="#ppt_y"/>
                                          </p:val>
                                        </p:tav>
                                      </p:tavLst>
                                    </p:anim>
                                  </p:childTnLst>
                                </p:cTn>
                              </p:par>
                            </p:childTnLst>
                          </p:cTn>
                        </p:par>
                        <p:par>
                          <p:cTn id="53" fill="hold">
                            <p:stCondLst>
                              <p:cond delay="4100"/>
                            </p:stCondLst>
                            <p:childTnLst>
                              <p:par>
                                <p:cTn id="54" presetID="2" presetClass="entr" presetSubtype="1" decel="100000" fill="hold" grpId="0" nodeType="afterEffect">
                                  <p:stCondLst>
                                    <p:cond delay="25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500" fill="hold"/>
                                        <p:tgtEl>
                                          <p:spTgt spid="15"/>
                                        </p:tgtEl>
                                        <p:attrNameLst>
                                          <p:attrName>ppt_x</p:attrName>
                                        </p:attrNameLst>
                                      </p:cBhvr>
                                      <p:tavLst>
                                        <p:tav tm="0">
                                          <p:val>
                                            <p:strVal val="#ppt_x"/>
                                          </p:val>
                                        </p:tav>
                                        <p:tav tm="100000">
                                          <p:val>
                                            <p:strVal val="#ppt_x"/>
                                          </p:val>
                                        </p:tav>
                                      </p:tavLst>
                                    </p:anim>
                                    <p:anim calcmode="lin" valueType="num">
                                      <p:cBhvr additive="base">
                                        <p:cTn id="57" dur="500" fill="hold"/>
                                        <p:tgtEl>
                                          <p:spTgt spid="15"/>
                                        </p:tgtEl>
                                        <p:attrNameLst>
                                          <p:attrName>ppt_y</p:attrName>
                                        </p:attrNameLst>
                                      </p:cBhvr>
                                      <p:tavLst>
                                        <p:tav tm="0">
                                          <p:val>
                                            <p:strVal val="0-#ppt_h/2"/>
                                          </p:val>
                                        </p:tav>
                                        <p:tav tm="100000">
                                          <p:val>
                                            <p:strVal val="#ppt_y"/>
                                          </p:val>
                                        </p:tav>
                                      </p:tavLst>
                                    </p:anim>
                                  </p:childTnLst>
                                </p:cTn>
                              </p:par>
                              <p:par>
                                <p:cTn id="58" presetID="2" presetClass="entr" presetSubtype="2" decel="100000" fill="hold" grpId="0" nodeType="withEffect">
                                  <p:stCondLst>
                                    <p:cond delay="250"/>
                                  </p:stCondLst>
                                  <p:childTnLst>
                                    <p:set>
                                      <p:cBhvr>
                                        <p:cTn id="59" dur="1" fill="hold">
                                          <p:stCondLst>
                                            <p:cond delay="0"/>
                                          </p:stCondLst>
                                        </p:cTn>
                                        <p:tgtEl>
                                          <p:spTgt spid="28">
                                            <p:txEl>
                                              <p:pRg st="0" end="0"/>
                                            </p:txEl>
                                          </p:spTgt>
                                        </p:tgtEl>
                                        <p:attrNameLst>
                                          <p:attrName>style.visibility</p:attrName>
                                        </p:attrNameLst>
                                      </p:cBhvr>
                                      <p:to>
                                        <p:strVal val="visible"/>
                                      </p:to>
                                    </p:set>
                                    <p:anim calcmode="lin" valueType="num">
                                      <p:cBhvr additive="base">
                                        <p:cTn id="60" dur="500" fill="hold"/>
                                        <p:tgtEl>
                                          <p:spTgt spid="28">
                                            <p:txEl>
                                              <p:pRg st="0" end="0"/>
                                            </p:txEl>
                                          </p:spTgt>
                                        </p:tgtEl>
                                        <p:attrNameLst>
                                          <p:attrName>ppt_x</p:attrName>
                                        </p:attrNameLst>
                                      </p:cBhvr>
                                      <p:tavLst>
                                        <p:tav tm="0">
                                          <p:val>
                                            <p:strVal val="1+#ppt_w/2"/>
                                          </p:val>
                                        </p:tav>
                                        <p:tav tm="100000">
                                          <p:val>
                                            <p:strVal val="#ppt_x"/>
                                          </p:val>
                                        </p:tav>
                                      </p:tavLst>
                                    </p:anim>
                                    <p:anim calcmode="lin" valueType="num">
                                      <p:cBhvr additive="base">
                                        <p:cTn id="61" dur="500" fill="hold"/>
                                        <p:tgtEl>
                                          <p:spTgt spid="2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animBg="1"/>
      <p:bldP spid="12" grpId="0" animBg="1"/>
      <p:bldP spid="13" grpId="0" animBg="1"/>
      <p:bldP spid="14" grpId="0" animBg="1"/>
      <p:bldP spid="15" grpId="0" animBg="1"/>
      <p:bldP spid="18" grpId="0" build="p">
        <p:tmplLst>
          <p:tmpl lvl="1">
            <p:tnLst>
              <p:par>
                <p:cTn presetID="2" presetClass="entr" presetSubtype="2" decel="100000"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100000" fill="hold" nodeType="with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100000" fill="hold" nodeType="with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 presetClass="entr" presetSubtype="2" decel="100000" fill="hold" nodeType="with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1+#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P spid="28" grpId="0" build="p">
        <p:tmplLst>
          <p:tmpl lvl="1">
            <p:tnLst>
              <p:par>
                <p:cTn presetID="2" presetClass="entr" presetSubtype="2" decel="100000" fill="hold" nodeType="withEffect">
                  <p:stCondLst>
                    <p:cond delay="25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1+#ppt_w/2"/>
                          </p:val>
                        </p:tav>
                        <p:tav tm="100000">
                          <p:val>
                            <p:strVal val="#ppt_x"/>
                          </p:val>
                        </p:tav>
                      </p:tavLst>
                    </p:anim>
                    <p:anim calcmode="lin" valueType="num">
                      <p:cBhvr additive="base">
                        <p:cTn dur="500" fill="hold"/>
                        <p:tgtEl>
                          <p:spTgt spid="28"/>
                        </p:tgtEl>
                        <p:attrNameLst>
                          <p:attrName>ppt_y</p:attrName>
                        </p:attrNameLst>
                      </p:cBhvr>
                      <p:tavLst>
                        <p:tav tm="0">
                          <p:val>
                            <p:strVal val="#ppt_y"/>
                          </p:val>
                        </p:tav>
                        <p:tav tm="100000">
                          <p:val>
                            <p:strVal val="#ppt_y"/>
                          </p:val>
                        </p:tav>
                      </p:tavLst>
                    </p:anim>
                  </p:childTnLst>
                </p:cTn>
              </p:par>
            </p:tnLst>
          </p:tmpl>
        </p:tmplLst>
      </p:bldP>
      <p:bldP spid="29" grpId="0" build="p">
        <p:tmplLst>
          <p:tmpl lvl="1">
            <p:tnLst>
              <p:par>
                <p:cTn presetID="2" presetClass="entr" presetSubtype="9" decel="100000" fill="hold" nodeType="afterEffect">
                  <p:stCondLst>
                    <p:cond delay="0"/>
                  </p:stCondLst>
                  <p:iterate type="wd">
                    <p:tmPct val="10000"/>
                  </p:iterate>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0-#ppt_w/2"/>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 Keywords and Descriptions">
    <p:spTree>
      <p:nvGrpSpPr>
        <p:cNvPr id="1" name=""/>
        <p:cNvGrpSpPr/>
        <p:nvPr/>
      </p:nvGrpSpPr>
      <p:grpSpPr>
        <a:xfrm>
          <a:off x="0" y="0"/>
          <a:ext cx="0" cy="0"/>
          <a:chOff x="0" y="0"/>
          <a:chExt cx="0" cy="0"/>
        </a:xfrm>
      </p:grpSpPr>
      <p:sp>
        <p:nvSpPr>
          <p:cNvPr id="38" name="角丸四角形 37"/>
          <p:cNvSpPr/>
          <p:nvPr userDrawn="1"/>
        </p:nvSpPr>
        <p:spPr>
          <a:xfrm>
            <a:off x="1246656" y="7912524"/>
            <a:ext cx="15794443" cy="1090364"/>
          </a:xfrm>
          <a:prstGeom prst="roundRect">
            <a:avLst>
              <a:gd name="adj" fmla="val 50000"/>
            </a:avLst>
          </a:prstGeom>
          <a:solidFill>
            <a:schemeClr val="accent5">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37" name="角丸四角形 36"/>
          <p:cNvSpPr/>
          <p:nvPr userDrawn="1"/>
        </p:nvSpPr>
        <p:spPr>
          <a:xfrm>
            <a:off x="1246656" y="6547141"/>
            <a:ext cx="15794443" cy="1090364"/>
          </a:xfrm>
          <a:prstGeom prst="roundRect">
            <a:avLst>
              <a:gd name="adj" fmla="val 50000"/>
            </a:avLst>
          </a:prstGeom>
          <a:solidFill>
            <a:schemeClr val="accent4">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36" name="角丸四角形 35"/>
          <p:cNvSpPr/>
          <p:nvPr userDrawn="1"/>
        </p:nvSpPr>
        <p:spPr>
          <a:xfrm>
            <a:off x="1246656" y="2450995"/>
            <a:ext cx="15794443" cy="1090364"/>
          </a:xfrm>
          <a:prstGeom prst="roundRect">
            <a:avLst>
              <a:gd name="adj" fmla="val 50000"/>
            </a:avLst>
          </a:prstGeom>
          <a:solidFill>
            <a:schemeClr val="accent1">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35" name="角丸四角形 34"/>
          <p:cNvSpPr/>
          <p:nvPr userDrawn="1"/>
        </p:nvSpPr>
        <p:spPr>
          <a:xfrm>
            <a:off x="1246656" y="3816377"/>
            <a:ext cx="15794443" cy="1090364"/>
          </a:xfrm>
          <a:prstGeom prst="roundRect">
            <a:avLst>
              <a:gd name="adj" fmla="val 50000"/>
            </a:avLst>
          </a:prstGeom>
          <a:solidFill>
            <a:schemeClr val="accent3">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33" name="角丸四角形 32"/>
          <p:cNvSpPr/>
          <p:nvPr userDrawn="1"/>
        </p:nvSpPr>
        <p:spPr>
          <a:xfrm>
            <a:off x="1246656" y="5181759"/>
            <a:ext cx="15794443" cy="1090364"/>
          </a:xfrm>
          <a:prstGeom prst="roundRect">
            <a:avLst>
              <a:gd name="adj" fmla="val 50000"/>
            </a:avLst>
          </a:prstGeom>
          <a:solidFill>
            <a:schemeClr val="accent2">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5" name="円/楕円 4"/>
          <p:cNvSpPr/>
          <p:nvPr userDrawn="1"/>
        </p:nvSpPr>
        <p:spPr>
          <a:xfrm>
            <a:off x="16057427" y="2582432"/>
            <a:ext cx="828000" cy="828000"/>
          </a:xfrm>
          <a:prstGeom prst="ellipse">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4" name="円/楕円 43"/>
          <p:cNvSpPr/>
          <p:nvPr userDrawn="1"/>
        </p:nvSpPr>
        <p:spPr>
          <a:xfrm>
            <a:off x="16057427" y="3947305"/>
            <a:ext cx="828000" cy="828000"/>
          </a:xfrm>
          <a:prstGeom prst="ellipse">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5" name="円/楕円 44"/>
          <p:cNvSpPr/>
          <p:nvPr userDrawn="1"/>
        </p:nvSpPr>
        <p:spPr>
          <a:xfrm>
            <a:off x="16057427" y="5312687"/>
            <a:ext cx="828000" cy="828000"/>
          </a:xfrm>
          <a:prstGeom prst="ellipse">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6" name="円/楕円 45"/>
          <p:cNvSpPr/>
          <p:nvPr userDrawn="1"/>
        </p:nvSpPr>
        <p:spPr>
          <a:xfrm>
            <a:off x="16057427" y="6678578"/>
            <a:ext cx="828000" cy="828000"/>
          </a:xfrm>
          <a:prstGeom prst="ellipse">
            <a:avLst/>
          </a:prstGeom>
          <a:solidFill>
            <a:schemeClr val="accent4">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4"/>
              </a:solidFill>
            </a:endParaRPr>
          </a:p>
        </p:txBody>
      </p:sp>
      <p:sp>
        <p:nvSpPr>
          <p:cNvPr id="47" name="円/楕円 46"/>
          <p:cNvSpPr/>
          <p:nvPr userDrawn="1"/>
        </p:nvSpPr>
        <p:spPr>
          <a:xfrm>
            <a:off x="16057427" y="8043961"/>
            <a:ext cx="828000" cy="828000"/>
          </a:xfrm>
          <a:prstGeom prst="ellips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6"/>
          <p:cNvSpPr>
            <a:spLocks noGrp="1"/>
          </p:cNvSpPr>
          <p:nvPr>
            <p:ph type="body" sz="quarter" idx="16" hasCustomPrompt="1"/>
          </p:nvPr>
        </p:nvSpPr>
        <p:spPr>
          <a:xfrm>
            <a:off x="6922703" y="2456986"/>
            <a:ext cx="8996169" cy="1078383"/>
          </a:xfrm>
        </p:spPr>
        <p:txBody>
          <a:bodyPr anchor="ctr">
            <a:norm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20" hasCustomPrompt="1"/>
          </p:nvPr>
        </p:nvSpPr>
        <p:spPr>
          <a:xfrm>
            <a:off x="6922703" y="3822368"/>
            <a:ext cx="8996169" cy="1078383"/>
          </a:xfrm>
        </p:spPr>
        <p:txBody>
          <a:bodyPr anchor="ctr">
            <a:norm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2" hasCustomPrompt="1"/>
          </p:nvPr>
        </p:nvSpPr>
        <p:spPr>
          <a:xfrm>
            <a:off x="6922703" y="5187750"/>
            <a:ext cx="8996169" cy="1078383"/>
          </a:xfrm>
        </p:spPr>
        <p:txBody>
          <a:bodyPr anchor="ctr">
            <a:norm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6922703" y="6553132"/>
            <a:ext cx="8996169" cy="1078383"/>
          </a:xfrm>
        </p:spPr>
        <p:txBody>
          <a:bodyPr anchor="ctr">
            <a:norm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6" hasCustomPrompt="1"/>
          </p:nvPr>
        </p:nvSpPr>
        <p:spPr>
          <a:xfrm>
            <a:off x="6922703" y="7918515"/>
            <a:ext cx="8996169" cy="1078383"/>
          </a:xfrm>
        </p:spPr>
        <p:txBody>
          <a:bodyPr anchor="ctr">
            <a:norm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19" name="角丸四角形 18"/>
          <p:cNvSpPr/>
          <p:nvPr userDrawn="1"/>
        </p:nvSpPr>
        <p:spPr>
          <a:xfrm>
            <a:off x="1385199" y="2581923"/>
            <a:ext cx="5112067" cy="828509"/>
          </a:xfrm>
          <a:prstGeom prst="roundRect">
            <a:avLst>
              <a:gd name="adj" fmla="val 50000"/>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20" name="角丸四角形 19"/>
          <p:cNvSpPr/>
          <p:nvPr userDrawn="1"/>
        </p:nvSpPr>
        <p:spPr>
          <a:xfrm>
            <a:off x="1385199" y="3947305"/>
            <a:ext cx="5112067" cy="828509"/>
          </a:xfrm>
          <a:prstGeom prst="roundRect">
            <a:avLst>
              <a:gd name="adj" fmla="val 50000"/>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21" name="角丸四角形 20"/>
          <p:cNvSpPr/>
          <p:nvPr userDrawn="1"/>
        </p:nvSpPr>
        <p:spPr>
          <a:xfrm>
            <a:off x="1385199" y="8043452"/>
            <a:ext cx="5112067" cy="828509"/>
          </a:xfrm>
          <a:prstGeom prst="roundRect">
            <a:avLst>
              <a:gd name="adj" fmla="val 50000"/>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23" name="角丸四角形 22"/>
          <p:cNvSpPr/>
          <p:nvPr userDrawn="1"/>
        </p:nvSpPr>
        <p:spPr>
          <a:xfrm>
            <a:off x="1385199" y="5312687"/>
            <a:ext cx="5112067" cy="828509"/>
          </a:xfrm>
          <a:prstGeom prst="roundRect">
            <a:avLst>
              <a:gd name="adj" fmla="val 50000"/>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25" name="角丸四角形 24"/>
          <p:cNvSpPr/>
          <p:nvPr userDrawn="1"/>
        </p:nvSpPr>
        <p:spPr>
          <a:xfrm>
            <a:off x="1385199" y="6678069"/>
            <a:ext cx="5112067" cy="828509"/>
          </a:xfrm>
          <a:prstGeom prst="roundRect">
            <a:avLst>
              <a:gd name="adj" fmla="val 50000"/>
            </a:avLst>
          </a:prstGeom>
          <a:solidFill>
            <a:schemeClr val="accent4"/>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39" name="テキスト プレースホルダー 6"/>
          <p:cNvSpPr>
            <a:spLocks noGrp="1"/>
          </p:cNvSpPr>
          <p:nvPr>
            <p:ph type="body" sz="quarter" idx="27" hasCustomPrompt="1"/>
          </p:nvPr>
        </p:nvSpPr>
        <p:spPr>
          <a:xfrm>
            <a:off x="1680652" y="2723411"/>
            <a:ext cx="4521160" cy="545533"/>
          </a:xfrm>
        </p:spPr>
        <p:txBody>
          <a:bodyPr anchor="ctr">
            <a:noAutofit/>
          </a:bodyPr>
          <a:lstStyle>
            <a:lvl1pPr algn="ct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0" name="テキスト プレースホルダー 6"/>
          <p:cNvSpPr>
            <a:spLocks noGrp="1"/>
          </p:cNvSpPr>
          <p:nvPr>
            <p:ph type="body" sz="quarter" idx="28" hasCustomPrompt="1"/>
          </p:nvPr>
        </p:nvSpPr>
        <p:spPr>
          <a:xfrm>
            <a:off x="1680652" y="8184940"/>
            <a:ext cx="4521160" cy="545533"/>
          </a:xfrm>
        </p:spPr>
        <p:txBody>
          <a:bodyPr anchor="ctr">
            <a:noAutofit/>
          </a:bodyPr>
          <a:lstStyle>
            <a:lvl1pPr algn="ct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29" hasCustomPrompt="1"/>
          </p:nvPr>
        </p:nvSpPr>
        <p:spPr>
          <a:xfrm>
            <a:off x="1680652" y="4088792"/>
            <a:ext cx="4521160" cy="545533"/>
          </a:xfrm>
        </p:spPr>
        <p:txBody>
          <a:bodyPr anchor="ctr">
            <a:noAutofit/>
          </a:bodyPr>
          <a:lstStyle>
            <a:lvl1pPr algn="ct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2" name="テキスト プレースホルダー 6"/>
          <p:cNvSpPr>
            <a:spLocks noGrp="1"/>
          </p:cNvSpPr>
          <p:nvPr>
            <p:ph type="body" sz="quarter" idx="30" hasCustomPrompt="1"/>
          </p:nvPr>
        </p:nvSpPr>
        <p:spPr>
          <a:xfrm>
            <a:off x="1680652" y="5454174"/>
            <a:ext cx="4521160" cy="545533"/>
          </a:xfrm>
        </p:spPr>
        <p:txBody>
          <a:bodyPr anchor="ctr">
            <a:noAutofit/>
          </a:bodyPr>
          <a:lstStyle>
            <a:lvl1pPr algn="ct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31" hasCustomPrompt="1"/>
          </p:nvPr>
        </p:nvSpPr>
        <p:spPr>
          <a:xfrm>
            <a:off x="1680652" y="6819556"/>
            <a:ext cx="4521160" cy="545533"/>
          </a:xfrm>
        </p:spPr>
        <p:txBody>
          <a:bodyPr anchor="ctr">
            <a:noAutofit/>
          </a:bodyPr>
          <a:lstStyle>
            <a:lvl1pPr algn="ct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342838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ppt_x"/>
                                          </p:val>
                                        </p:tav>
                                        <p:tav tm="100000">
                                          <p:val>
                                            <p:strVal val="#ppt_x"/>
                                          </p:val>
                                        </p:tav>
                                      </p:tavLst>
                                    </p:anim>
                                    <p:anim calcmode="lin" valueType="num">
                                      <p:cBhvr additive="base">
                                        <p:cTn id="16" dur="75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39">
                                            <p:txEl>
                                              <p:pRg st="0" end="0"/>
                                            </p:txEl>
                                          </p:spTgt>
                                        </p:tgtEl>
                                        <p:attrNameLst>
                                          <p:attrName>style.visibility</p:attrName>
                                        </p:attrNameLst>
                                      </p:cBhvr>
                                      <p:to>
                                        <p:strVal val="visible"/>
                                      </p:to>
                                    </p:set>
                                    <p:anim calcmode="lin" valueType="num">
                                      <p:cBhvr additive="base">
                                        <p:cTn id="19" dur="75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39">
                                            <p:txEl>
                                              <p:pRg st="0" end="0"/>
                                            </p:txEl>
                                          </p:spTgt>
                                        </p:tgtEl>
                                        <p:attrNameLst>
                                          <p:attrName>ppt_y</p:attrName>
                                        </p:attrNameLst>
                                      </p:cBhvr>
                                      <p:tavLst>
                                        <p:tav tm="0">
                                          <p:val>
                                            <p:strVal val="1+#ppt_h/2"/>
                                          </p:val>
                                        </p:tav>
                                        <p:tav tm="100000">
                                          <p:val>
                                            <p:strVal val="#ppt_y"/>
                                          </p:val>
                                        </p:tav>
                                      </p:tavLst>
                                    </p:anim>
                                  </p:childTnLst>
                                </p:cTn>
                              </p:par>
                            </p:childTnLst>
                          </p:cTn>
                        </p:par>
                        <p:par>
                          <p:cTn id="21" fill="hold">
                            <p:stCondLst>
                              <p:cond delay="1250"/>
                            </p:stCondLst>
                            <p:childTnLst>
                              <p:par>
                                <p:cTn id="22" presetID="16" presetClass="entr" presetSubtype="37" fill="hold" grpId="0" nodeType="after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barn(outVertical)">
                                      <p:cBhvr>
                                        <p:cTn id="24" dur="500"/>
                                        <p:tgtEl>
                                          <p:spTgt spid="36"/>
                                        </p:tgtEl>
                                      </p:cBhvr>
                                    </p:animEffect>
                                  </p:childTnLst>
                                </p:cTn>
                              </p:par>
                            </p:childTnLst>
                          </p:cTn>
                        </p:par>
                        <p:par>
                          <p:cTn id="25" fill="hold">
                            <p:stCondLst>
                              <p:cond delay="1750"/>
                            </p:stCondLst>
                            <p:childTnLst>
                              <p:par>
                                <p:cTn id="26" presetID="22" presetClass="entr" presetSubtype="8" fill="hold" grpId="0" nodeType="afterEffect">
                                  <p:stCondLst>
                                    <p:cond delay="250"/>
                                  </p:stCondLst>
                                  <p:childTnLst>
                                    <p:set>
                                      <p:cBhvr>
                                        <p:cTn id="27" dur="1" fill="hold">
                                          <p:stCondLst>
                                            <p:cond delay="0"/>
                                          </p:stCondLst>
                                        </p:cTn>
                                        <p:tgtEl>
                                          <p:spTgt spid="18">
                                            <p:txEl>
                                              <p:pRg st="0" end="0"/>
                                            </p:txEl>
                                          </p:spTgt>
                                        </p:tgtEl>
                                        <p:attrNameLst>
                                          <p:attrName>style.visibility</p:attrName>
                                        </p:attrNameLst>
                                      </p:cBhvr>
                                      <p:to>
                                        <p:strVal val="visible"/>
                                      </p:to>
                                    </p:set>
                                    <p:animEffect transition="in" filter="wipe(left)">
                                      <p:cBhvr>
                                        <p:cTn id="28" dur="500"/>
                                        <p:tgtEl>
                                          <p:spTgt spid="18">
                                            <p:txEl>
                                              <p:pRg st="0" end="0"/>
                                            </p:txEl>
                                          </p:spTgt>
                                        </p:tgtEl>
                                      </p:cBhvr>
                                    </p:animEffect>
                                  </p:childTnLst>
                                </p:cTn>
                              </p:par>
                              <p:par>
                                <p:cTn id="29" presetID="2" presetClass="entr" presetSubtype="8" decel="10000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1000" fill="hold"/>
                                        <p:tgtEl>
                                          <p:spTgt spid="5"/>
                                        </p:tgtEl>
                                        <p:attrNameLst>
                                          <p:attrName>ppt_x</p:attrName>
                                        </p:attrNameLst>
                                      </p:cBhvr>
                                      <p:tavLst>
                                        <p:tav tm="0">
                                          <p:val>
                                            <p:strVal val="0-#ppt_w/2"/>
                                          </p:val>
                                        </p:tav>
                                        <p:tav tm="100000">
                                          <p:val>
                                            <p:strVal val="#ppt_x"/>
                                          </p:val>
                                        </p:tav>
                                      </p:tavLst>
                                    </p:anim>
                                    <p:anim calcmode="lin" valueType="num">
                                      <p:cBhvr additive="base">
                                        <p:cTn id="32" dur="1000" fill="hold"/>
                                        <p:tgtEl>
                                          <p:spTgt spid="5"/>
                                        </p:tgtEl>
                                        <p:attrNameLst>
                                          <p:attrName>ppt_y</p:attrName>
                                        </p:attrNameLst>
                                      </p:cBhvr>
                                      <p:tavLst>
                                        <p:tav tm="0">
                                          <p:val>
                                            <p:strVal val="#ppt_y"/>
                                          </p:val>
                                        </p:tav>
                                        <p:tav tm="100000">
                                          <p:val>
                                            <p:strVal val="#ppt_y"/>
                                          </p:val>
                                        </p:tav>
                                      </p:tavLst>
                                    </p:anim>
                                  </p:childTnLst>
                                </p:cTn>
                              </p:par>
                              <p:par>
                                <p:cTn id="33" presetID="10" presetClass="entr" presetSubtype="0" fill="hold" grpId="1"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750"/>
                                        <p:tgtEl>
                                          <p:spTgt spid="5"/>
                                        </p:tgtEl>
                                      </p:cBhvr>
                                    </p:animEffect>
                                  </p:childTnLst>
                                </p:cTn>
                              </p:par>
                            </p:childTnLst>
                          </p:cTn>
                        </p:par>
                        <p:par>
                          <p:cTn id="36" fill="hold">
                            <p:stCondLst>
                              <p:cond delay="2750"/>
                            </p:stCondLst>
                            <p:childTnLst>
                              <p:par>
                                <p:cTn id="37" presetID="2" presetClass="entr" presetSubtype="4" decel="100000" fill="hold" grpId="0" nodeType="afterEffect">
                                  <p:stCondLst>
                                    <p:cond delay="25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750" fill="hold"/>
                                        <p:tgtEl>
                                          <p:spTgt spid="20"/>
                                        </p:tgtEl>
                                        <p:attrNameLst>
                                          <p:attrName>ppt_x</p:attrName>
                                        </p:attrNameLst>
                                      </p:cBhvr>
                                      <p:tavLst>
                                        <p:tav tm="0">
                                          <p:val>
                                            <p:strVal val="#ppt_x"/>
                                          </p:val>
                                        </p:tav>
                                        <p:tav tm="100000">
                                          <p:val>
                                            <p:strVal val="#ppt_x"/>
                                          </p:val>
                                        </p:tav>
                                      </p:tavLst>
                                    </p:anim>
                                    <p:anim calcmode="lin" valueType="num">
                                      <p:cBhvr additive="base">
                                        <p:cTn id="40" dur="750" fill="hold"/>
                                        <p:tgtEl>
                                          <p:spTgt spid="20"/>
                                        </p:tgtEl>
                                        <p:attrNameLst>
                                          <p:attrName>ppt_y</p:attrName>
                                        </p:attrNameLst>
                                      </p:cBhvr>
                                      <p:tavLst>
                                        <p:tav tm="0">
                                          <p:val>
                                            <p:strVal val="1+#ppt_h/2"/>
                                          </p:val>
                                        </p:tav>
                                        <p:tav tm="100000">
                                          <p:val>
                                            <p:strVal val="#ppt_y"/>
                                          </p:val>
                                        </p:tav>
                                      </p:tavLst>
                                    </p:anim>
                                  </p:childTnLst>
                                </p:cTn>
                              </p:par>
                              <p:par>
                                <p:cTn id="41" presetID="2" presetClass="entr" presetSubtype="4" decel="100000" fill="hold" grpId="0" nodeType="withEffect">
                                  <p:stCondLst>
                                    <p:cond delay="250"/>
                                  </p:stCondLst>
                                  <p:childTnLst>
                                    <p:set>
                                      <p:cBhvr>
                                        <p:cTn id="42" dur="1" fill="hold">
                                          <p:stCondLst>
                                            <p:cond delay="0"/>
                                          </p:stCondLst>
                                        </p:cTn>
                                        <p:tgtEl>
                                          <p:spTgt spid="41">
                                            <p:txEl>
                                              <p:pRg st="0" end="0"/>
                                            </p:txEl>
                                          </p:spTgt>
                                        </p:tgtEl>
                                        <p:attrNameLst>
                                          <p:attrName>style.visibility</p:attrName>
                                        </p:attrNameLst>
                                      </p:cBhvr>
                                      <p:to>
                                        <p:strVal val="visible"/>
                                      </p:to>
                                    </p:set>
                                    <p:anim calcmode="lin" valueType="num">
                                      <p:cBhvr additive="base">
                                        <p:cTn id="43" dur="750" fill="hold"/>
                                        <p:tgtEl>
                                          <p:spTgt spid="41">
                                            <p:txEl>
                                              <p:pRg st="0" end="0"/>
                                            </p:txEl>
                                          </p:spTgt>
                                        </p:tgtEl>
                                        <p:attrNameLst>
                                          <p:attrName>ppt_x</p:attrName>
                                        </p:attrNameLst>
                                      </p:cBhvr>
                                      <p:tavLst>
                                        <p:tav tm="0">
                                          <p:val>
                                            <p:strVal val="#ppt_x"/>
                                          </p:val>
                                        </p:tav>
                                        <p:tav tm="100000">
                                          <p:val>
                                            <p:strVal val="#ppt_x"/>
                                          </p:val>
                                        </p:tav>
                                      </p:tavLst>
                                    </p:anim>
                                    <p:anim calcmode="lin" valueType="num">
                                      <p:cBhvr additive="base">
                                        <p:cTn id="44" dur="750" fill="hold"/>
                                        <p:tgtEl>
                                          <p:spTgt spid="41">
                                            <p:txEl>
                                              <p:pRg st="0" end="0"/>
                                            </p:txEl>
                                          </p:spTgt>
                                        </p:tgtEl>
                                        <p:attrNameLst>
                                          <p:attrName>ppt_y</p:attrName>
                                        </p:attrNameLst>
                                      </p:cBhvr>
                                      <p:tavLst>
                                        <p:tav tm="0">
                                          <p:val>
                                            <p:strVal val="1+#ppt_h/2"/>
                                          </p:val>
                                        </p:tav>
                                        <p:tav tm="100000">
                                          <p:val>
                                            <p:strVal val="#ppt_y"/>
                                          </p:val>
                                        </p:tav>
                                      </p:tavLst>
                                    </p:anim>
                                  </p:childTnLst>
                                </p:cTn>
                              </p:par>
                            </p:childTnLst>
                          </p:cTn>
                        </p:par>
                        <p:par>
                          <p:cTn id="45" fill="hold">
                            <p:stCondLst>
                              <p:cond delay="3750"/>
                            </p:stCondLst>
                            <p:childTnLst>
                              <p:par>
                                <p:cTn id="46" presetID="16" presetClass="entr" presetSubtype="37"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barn(outVertical)">
                                      <p:cBhvr>
                                        <p:cTn id="48" dur="500"/>
                                        <p:tgtEl>
                                          <p:spTgt spid="35"/>
                                        </p:tgtEl>
                                      </p:cBhvr>
                                    </p:animEffect>
                                  </p:childTnLst>
                                </p:cTn>
                              </p:par>
                            </p:childTnLst>
                          </p:cTn>
                        </p:par>
                        <p:par>
                          <p:cTn id="49" fill="hold">
                            <p:stCondLst>
                              <p:cond delay="4250"/>
                            </p:stCondLst>
                            <p:childTnLst>
                              <p:par>
                                <p:cTn id="50" presetID="22" presetClass="entr" presetSubtype="8" fill="hold" grpId="0" nodeType="afterEffect">
                                  <p:stCondLst>
                                    <p:cond delay="250"/>
                                  </p:stCondLst>
                                  <p:childTnLst>
                                    <p:set>
                                      <p:cBhvr>
                                        <p:cTn id="51" dur="1" fill="hold">
                                          <p:stCondLst>
                                            <p:cond delay="0"/>
                                          </p:stCondLst>
                                        </p:cTn>
                                        <p:tgtEl>
                                          <p:spTgt spid="22">
                                            <p:txEl>
                                              <p:pRg st="0" end="0"/>
                                            </p:txEl>
                                          </p:spTgt>
                                        </p:tgtEl>
                                        <p:attrNameLst>
                                          <p:attrName>style.visibility</p:attrName>
                                        </p:attrNameLst>
                                      </p:cBhvr>
                                      <p:to>
                                        <p:strVal val="visible"/>
                                      </p:to>
                                    </p:set>
                                    <p:animEffect transition="in" filter="wipe(left)">
                                      <p:cBhvr>
                                        <p:cTn id="52" dur="500"/>
                                        <p:tgtEl>
                                          <p:spTgt spid="22">
                                            <p:txEl>
                                              <p:pRg st="0" end="0"/>
                                            </p:txEl>
                                          </p:spTgt>
                                        </p:tgtEl>
                                      </p:cBhvr>
                                    </p:animEffect>
                                  </p:childTnLst>
                                </p:cTn>
                              </p:par>
                              <p:par>
                                <p:cTn id="53" presetID="2" presetClass="entr" presetSubtype="8" decel="10000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additive="base">
                                        <p:cTn id="55" dur="1000" fill="hold"/>
                                        <p:tgtEl>
                                          <p:spTgt spid="44"/>
                                        </p:tgtEl>
                                        <p:attrNameLst>
                                          <p:attrName>ppt_x</p:attrName>
                                        </p:attrNameLst>
                                      </p:cBhvr>
                                      <p:tavLst>
                                        <p:tav tm="0">
                                          <p:val>
                                            <p:strVal val="0-#ppt_w/2"/>
                                          </p:val>
                                        </p:tav>
                                        <p:tav tm="100000">
                                          <p:val>
                                            <p:strVal val="#ppt_x"/>
                                          </p:val>
                                        </p:tav>
                                      </p:tavLst>
                                    </p:anim>
                                    <p:anim calcmode="lin" valueType="num">
                                      <p:cBhvr additive="base">
                                        <p:cTn id="56" dur="1000" fill="hold"/>
                                        <p:tgtEl>
                                          <p:spTgt spid="44"/>
                                        </p:tgtEl>
                                        <p:attrNameLst>
                                          <p:attrName>ppt_y</p:attrName>
                                        </p:attrNameLst>
                                      </p:cBhvr>
                                      <p:tavLst>
                                        <p:tav tm="0">
                                          <p:val>
                                            <p:strVal val="#ppt_y"/>
                                          </p:val>
                                        </p:tav>
                                        <p:tav tm="100000">
                                          <p:val>
                                            <p:strVal val="#ppt_y"/>
                                          </p:val>
                                        </p:tav>
                                      </p:tavLst>
                                    </p:anim>
                                  </p:childTnLst>
                                </p:cTn>
                              </p:par>
                              <p:par>
                                <p:cTn id="57" presetID="10" presetClass="entr" presetSubtype="0" fill="hold" grpId="1"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750"/>
                                        <p:tgtEl>
                                          <p:spTgt spid="44"/>
                                        </p:tgtEl>
                                      </p:cBhvr>
                                    </p:animEffect>
                                  </p:childTnLst>
                                </p:cTn>
                              </p:par>
                            </p:childTnLst>
                          </p:cTn>
                        </p:par>
                        <p:par>
                          <p:cTn id="60" fill="hold">
                            <p:stCondLst>
                              <p:cond delay="5250"/>
                            </p:stCondLst>
                            <p:childTnLst>
                              <p:par>
                                <p:cTn id="61" presetID="2" presetClass="entr" presetSubtype="4" decel="100000" fill="hold" grpId="0" nodeType="afterEffect">
                                  <p:stCondLst>
                                    <p:cond delay="25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750" fill="hold"/>
                                        <p:tgtEl>
                                          <p:spTgt spid="23"/>
                                        </p:tgtEl>
                                        <p:attrNameLst>
                                          <p:attrName>ppt_x</p:attrName>
                                        </p:attrNameLst>
                                      </p:cBhvr>
                                      <p:tavLst>
                                        <p:tav tm="0">
                                          <p:val>
                                            <p:strVal val="#ppt_x"/>
                                          </p:val>
                                        </p:tav>
                                        <p:tav tm="100000">
                                          <p:val>
                                            <p:strVal val="#ppt_x"/>
                                          </p:val>
                                        </p:tav>
                                      </p:tavLst>
                                    </p:anim>
                                    <p:anim calcmode="lin" valueType="num">
                                      <p:cBhvr additive="base">
                                        <p:cTn id="64" dur="750" fill="hold"/>
                                        <p:tgtEl>
                                          <p:spTgt spid="23"/>
                                        </p:tgtEl>
                                        <p:attrNameLst>
                                          <p:attrName>ppt_y</p:attrName>
                                        </p:attrNameLst>
                                      </p:cBhvr>
                                      <p:tavLst>
                                        <p:tav tm="0">
                                          <p:val>
                                            <p:strVal val="1+#ppt_h/2"/>
                                          </p:val>
                                        </p:tav>
                                        <p:tav tm="100000">
                                          <p:val>
                                            <p:strVal val="#ppt_y"/>
                                          </p:val>
                                        </p:tav>
                                      </p:tavLst>
                                    </p:anim>
                                  </p:childTnLst>
                                </p:cTn>
                              </p:par>
                              <p:par>
                                <p:cTn id="65" presetID="2" presetClass="entr" presetSubtype="4" decel="100000" fill="hold" grpId="0" nodeType="withEffect">
                                  <p:stCondLst>
                                    <p:cond delay="250"/>
                                  </p:stCondLst>
                                  <p:childTnLst>
                                    <p:set>
                                      <p:cBhvr>
                                        <p:cTn id="66" dur="1" fill="hold">
                                          <p:stCondLst>
                                            <p:cond delay="0"/>
                                          </p:stCondLst>
                                        </p:cTn>
                                        <p:tgtEl>
                                          <p:spTgt spid="42">
                                            <p:txEl>
                                              <p:pRg st="0" end="0"/>
                                            </p:txEl>
                                          </p:spTgt>
                                        </p:tgtEl>
                                        <p:attrNameLst>
                                          <p:attrName>style.visibility</p:attrName>
                                        </p:attrNameLst>
                                      </p:cBhvr>
                                      <p:to>
                                        <p:strVal val="visible"/>
                                      </p:to>
                                    </p:set>
                                    <p:anim calcmode="lin" valueType="num">
                                      <p:cBhvr additive="base">
                                        <p:cTn id="67" dur="75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68" dur="750" fill="hold"/>
                                        <p:tgtEl>
                                          <p:spTgt spid="42">
                                            <p:txEl>
                                              <p:pRg st="0" end="0"/>
                                            </p:txEl>
                                          </p:spTgt>
                                        </p:tgtEl>
                                        <p:attrNameLst>
                                          <p:attrName>ppt_y</p:attrName>
                                        </p:attrNameLst>
                                      </p:cBhvr>
                                      <p:tavLst>
                                        <p:tav tm="0">
                                          <p:val>
                                            <p:strVal val="1+#ppt_h/2"/>
                                          </p:val>
                                        </p:tav>
                                        <p:tav tm="100000">
                                          <p:val>
                                            <p:strVal val="#ppt_y"/>
                                          </p:val>
                                        </p:tav>
                                      </p:tavLst>
                                    </p:anim>
                                  </p:childTnLst>
                                </p:cTn>
                              </p:par>
                            </p:childTnLst>
                          </p:cTn>
                        </p:par>
                        <p:par>
                          <p:cTn id="69" fill="hold">
                            <p:stCondLst>
                              <p:cond delay="6250"/>
                            </p:stCondLst>
                            <p:childTnLst>
                              <p:par>
                                <p:cTn id="70" presetID="16" presetClass="entr" presetSubtype="37" fill="hold" grpId="0" nodeType="after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barn(outVertical)">
                                      <p:cBhvr>
                                        <p:cTn id="72" dur="500"/>
                                        <p:tgtEl>
                                          <p:spTgt spid="33"/>
                                        </p:tgtEl>
                                      </p:cBhvr>
                                    </p:animEffect>
                                  </p:childTnLst>
                                </p:cTn>
                              </p:par>
                            </p:childTnLst>
                          </p:cTn>
                        </p:par>
                        <p:par>
                          <p:cTn id="73" fill="hold">
                            <p:stCondLst>
                              <p:cond delay="6750"/>
                            </p:stCondLst>
                            <p:childTnLst>
                              <p:par>
                                <p:cTn id="74" presetID="22" presetClass="entr" presetSubtype="8" fill="hold" grpId="0" nodeType="afterEffect">
                                  <p:stCondLst>
                                    <p:cond delay="250"/>
                                  </p:stCondLst>
                                  <p:childTnLst>
                                    <p:set>
                                      <p:cBhvr>
                                        <p:cTn id="75" dur="1" fill="hold">
                                          <p:stCondLst>
                                            <p:cond delay="0"/>
                                          </p:stCondLst>
                                        </p:cTn>
                                        <p:tgtEl>
                                          <p:spTgt spid="24">
                                            <p:txEl>
                                              <p:pRg st="0" end="0"/>
                                            </p:txEl>
                                          </p:spTgt>
                                        </p:tgtEl>
                                        <p:attrNameLst>
                                          <p:attrName>style.visibility</p:attrName>
                                        </p:attrNameLst>
                                      </p:cBhvr>
                                      <p:to>
                                        <p:strVal val="visible"/>
                                      </p:to>
                                    </p:set>
                                    <p:animEffect transition="in" filter="wipe(left)">
                                      <p:cBhvr>
                                        <p:cTn id="76" dur="500"/>
                                        <p:tgtEl>
                                          <p:spTgt spid="24">
                                            <p:txEl>
                                              <p:pRg st="0" end="0"/>
                                            </p:txEl>
                                          </p:spTgt>
                                        </p:tgtEl>
                                      </p:cBhvr>
                                    </p:animEffect>
                                  </p:childTnLst>
                                </p:cTn>
                              </p:par>
                              <p:par>
                                <p:cTn id="77" presetID="2" presetClass="entr" presetSubtype="8" decel="10000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 calcmode="lin" valueType="num">
                                      <p:cBhvr additive="base">
                                        <p:cTn id="79" dur="1000" fill="hold"/>
                                        <p:tgtEl>
                                          <p:spTgt spid="45"/>
                                        </p:tgtEl>
                                        <p:attrNameLst>
                                          <p:attrName>ppt_x</p:attrName>
                                        </p:attrNameLst>
                                      </p:cBhvr>
                                      <p:tavLst>
                                        <p:tav tm="0">
                                          <p:val>
                                            <p:strVal val="0-#ppt_w/2"/>
                                          </p:val>
                                        </p:tav>
                                        <p:tav tm="100000">
                                          <p:val>
                                            <p:strVal val="#ppt_x"/>
                                          </p:val>
                                        </p:tav>
                                      </p:tavLst>
                                    </p:anim>
                                    <p:anim calcmode="lin" valueType="num">
                                      <p:cBhvr additive="base">
                                        <p:cTn id="80" dur="1000" fill="hold"/>
                                        <p:tgtEl>
                                          <p:spTgt spid="45"/>
                                        </p:tgtEl>
                                        <p:attrNameLst>
                                          <p:attrName>ppt_y</p:attrName>
                                        </p:attrNameLst>
                                      </p:cBhvr>
                                      <p:tavLst>
                                        <p:tav tm="0">
                                          <p:val>
                                            <p:strVal val="#ppt_y"/>
                                          </p:val>
                                        </p:tav>
                                        <p:tav tm="100000">
                                          <p:val>
                                            <p:strVal val="#ppt_y"/>
                                          </p:val>
                                        </p:tav>
                                      </p:tavLst>
                                    </p:anim>
                                  </p:childTnLst>
                                </p:cTn>
                              </p:par>
                              <p:par>
                                <p:cTn id="81" presetID="10" presetClass="entr" presetSubtype="0" fill="hold" grpId="1" nodeType="with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750"/>
                                        <p:tgtEl>
                                          <p:spTgt spid="45"/>
                                        </p:tgtEl>
                                      </p:cBhvr>
                                    </p:animEffect>
                                  </p:childTnLst>
                                </p:cTn>
                              </p:par>
                            </p:childTnLst>
                          </p:cTn>
                        </p:par>
                        <p:par>
                          <p:cTn id="84" fill="hold">
                            <p:stCondLst>
                              <p:cond delay="7750"/>
                            </p:stCondLst>
                            <p:childTnLst>
                              <p:par>
                                <p:cTn id="85" presetID="2" presetClass="entr" presetSubtype="4" decel="100000" fill="hold" grpId="0" nodeType="afterEffect">
                                  <p:stCondLst>
                                    <p:cond delay="25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750" fill="hold"/>
                                        <p:tgtEl>
                                          <p:spTgt spid="25"/>
                                        </p:tgtEl>
                                        <p:attrNameLst>
                                          <p:attrName>ppt_x</p:attrName>
                                        </p:attrNameLst>
                                      </p:cBhvr>
                                      <p:tavLst>
                                        <p:tav tm="0">
                                          <p:val>
                                            <p:strVal val="#ppt_x"/>
                                          </p:val>
                                        </p:tav>
                                        <p:tav tm="100000">
                                          <p:val>
                                            <p:strVal val="#ppt_x"/>
                                          </p:val>
                                        </p:tav>
                                      </p:tavLst>
                                    </p:anim>
                                    <p:anim calcmode="lin" valueType="num">
                                      <p:cBhvr additive="base">
                                        <p:cTn id="88" dur="750" fill="hold"/>
                                        <p:tgtEl>
                                          <p:spTgt spid="25"/>
                                        </p:tgtEl>
                                        <p:attrNameLst>
                                          <p:attrName>ppt_y</p:attrName>
                                        </p:attrNameLst>
                                      </p:cBhvr>
                                      <p:tavLst>
                                        <p:tav tm="0">
                                          <p:val>
                                            <p:strVal val="1+#ppt_h/2"/>
                                          </p:val>
                                        </p:tav>
                                        <p:tav tm="100000">
                                          <p:val>
                                            <p:strVal val="#ppt_y"/>
                                          </p:val>
                                        </p:tav>
                                      </p:tavLst>
                                    </p:anim>
                                  </p:childTnLst>
                                </p:cTn>
                              </p:par>
                              <p:par>
                                <p:cTn id="89" presetID="2" presetClass="entr" presetSubtype="4" decel="100000" fill="hold" grpId="0" nodeType="withEffect">
                                  <p:stCondLst>
                                    <p:cond delay="250"/>
                                  </p:stCondLst>
                                  <p:childTnLst>
                                    <p:set>
                                      <p:cBhvr>
                                        <p:cTn id="90" dur="1" fill="hold">
                                          <p:stCondLst>
                                            <p:cond delay="0"/>
                                          </p:stCondLst>
                                        </p:cTn>
                                        <p:tgtEl>
                                          <p:spTgt spid="43">
                                            <p:txEl>
                                              <p:pRg st="0" end="0"/>
                                            </p:txEl>
                                          </p:spTgt>
                                        </p:tgtEl>
                                        <p:attrNameLst>
                                          <p:attrName>style.visibility</p:attrName>
                                        </p:attrNameLst>
                                      </p:cBhvr>
                                      <p:to>
                                        <p:strVal val="visible"/>
                                      </p:to>
                                    </p:set>
                                    <p:anim calcmode="lin" valueType="num">
                                      <p:cBhvr additive="base">
                                        <p:cTn id="91" dur="75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92" dur="750" fill="hold"/>
                                        <p:tgtEl>
                                          <p:spTgt spid="43">
                                            <p:txEl>
                                              <p:pRg st="0" end="0"/>
                                            </p:txEl>
                                          </p:spTgt>
                                        </p:tgtEl>
                                        <p:attrNameLst>
                                          <p:attrName>ppt_y</p:attrName>
                                        </p:attrNameLst>
                                      </p:cBhvr>
                                      <p:tavLst>
                                        <p:tav tm="0">
                                          <p:val>
                                            <p:strVal val="1+#ppt_h/2"/>
                                          </p:val>
                                        </p:tav>
                                        <p:tav tm="100000">
                                          <p:val>
                                            <p:strVal val="#ppt_y"/>
                                          </p:val>
                                        </p:tav>
                                      </p:tavLst>
                                    </p:anim>
                                  </p:childTnLst>
                                </p:cTn>
                              </p:par>
                            </p:childTnLst>
                          </p:cTn>
                        </p:par>
                        <p:par>
                          <p:cTn id="93" fill="hold">
                            <p:stCondLst>
                              <p:cond delay="8750"/>
                            </p:stCondLst>
                            <p:childTnLst>
                              <p:par>
                                <p:cTn id="94" presetID="16" presetClass="entr" presetSubtype="37" fill="hold" grpId="0" nodeType="afterEffect">
                                  <p:stCondLst>
                                    <p:cond delay="0"/>
                                  </p:stCondLst>
                                  <p:childTnLst>
                                    <p:set>
                                      <p:cBhvr>
                                        <p:cTn id="95" dur="1" fill="hold">
                                          <p:stCondLst>
                                            <p:cond delay="0"/>
                                          </p:stCondLst>
                                        </p:cTn>
                                        <p:tgtEl>
                                          <p:spTgt spid="37"/>
                                        </p:tgtEl>
                                        <p:attrNameLst>
                                          <p:attrName>style.visibility</p:attrName>
                                        </p:attrNameLst>
                                      </p:cBhvr>
                                      <p:to>
                                        <p:strVal val="visible"/>
                                      </p:to>
                                    </p:set>
                                    <p:animEffect transition="in" filter="barn(outVertical)">
                                      <p:cBhvr>
                                        <p:cTn id="96" dur="500"/>
                                        <p:tgtEl>
                                          <p:spTgt spid="37"/>
                                        </p:tgtEl>
                                      </p:cBhvr>
                                    </p:animEffect>
                                  </p:childTnLst>
                                </p:cTn>
                              </p:par>
                            </p:childTnLst>
                          </p:cTn>
                        </p:par>
                        <p:par>
                          <p:cTn id="97" fill="hold">
                            <p:stCondLst>
                              <p:cond delay="9250"/>
                            </p:stCondLst>
                            <p:childTnLst>
                              <p:par>
                                <p:cTn id="98" presetID="22" presetClass="entr" presetSubtype="8" fill="hold" grpId="0" nodeType="afterEffect">
                                  <p:stCondLst>
                                    <p:cond delay="250"/>
                                  </p:stCondLst>
                                  <p:childTnLst>
                                    <p:set>
                                      <p:cBhvr>
                                        <p:cTn id="99" dur="1" fill="hold">
                                          <p:stCondLst>
                                            <p:cond delay="0"/>
                                          </p:stCondLst>
                                        </p:cTn>
                                        <p:tgtEl>
                                          <p:spTgt spid="26">
                                            <p:txEl>
                                              <p:pRg st="0" end="0"/>
                                            </p:txEl>
                                          </p:spTgt>
                                        </p:tgtEl>
                                        <p:attrNameLst>
                                          <p:attrName>style.visibility</p:attrName>
                                        </p:attrNameLst>
                                      </p:cBhvr>
                                      <p:to>
                                        <p:strVal val="visible"/>
                                      </p:to>
                                    </p:set>
                                    <p:animEffect transition="in" filter="wipe(left)">
                                      <p:cBhvr>
                                        <p:cTn id="100" dur="500"/>
                                        <p:tgtEl>
                                          <p:spTgt spid="26">
                                            <p:txEl>
                                              <p:pRg st="0" end="0"/>
                                            </p:txEl>
                                          </p:spTgt>
                                        </p:tgtEl>
                                      </p:cBhvr>
                                    </p:animEffect>
                                  </p:childTnLst>
                                </p:cTn>
                              </p:par>
                              <p:par>
                                <p:cTn id="101" presetID="2" presetClass="entr" presetSubtype="8" decel="10000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 calcmode="lin" valueType="num">
                                      <p:cBhvr additive="base">
                                        <p:cTn id="103" dur="1000" fill="hold"/>
                                        <p:tgtEl>
                                          <p:spTgt spid="46"/>
                                        </p:tgtEl>
                                        <p:attrNameLst>
                                          <p:attrName>ppt_x</p:attrName>
                                        </p:attrNameLst>
                                      </p:cBhvr>
                                      <p:tavLst>
                                        <p:tav tm="0">
                                          <p:val>
                                            <p:strVal val="0-#ppt_w/2"/>
                                          </p:val>
                                        </p:tav>
                                        <p:tav tm="100000">
                                          <p:val>
                                            <p:strVal val="#ppt_x"/>
                                          </p:val>
                                        </p:tav>
                                      </p:tavLst>
                                    </p:anim>
                                    <p:anim calcmode="lin" valueType="num">
                                      <p:cBhvr additive="base">
                                        <p:cTn id="104" dur="1000" fill="hold"/>
                                        <p:tgtEl>
                                          <p:spTgt spid="46"/>
                                        </p:tgtEl>
                                        <p:attrNameLst>
                                          <p:attrName>ppt_y</p:attrName>
                                        </p:attrNameLst>
                                      </p:cBhvr>
                                      <p:tavLst>
                                        <p:tav tm="0">
                                          <p:val>
                                            <p:strVal val="#ppt_y"/>
                                          </p:val>
                                        </p:tav>
                                        <p:tav tm="100000">
                                          <p:val>
                                            <p:strVal val="#ppt_y"/>
                                          </p:val>
                                        </p:tav>
                                      </p:tavLst>
                                    </p:anim>
                                  </p:childTnLst>
                                </p:cTn>
                              </p:par>
                              <p:par>
                                <p:cTn id="105" presetID="10" presetClass="entr" presetSubtype="0" fill="hold" grpId="1" nodeType="with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750"/>
                                        <p:tgtEl>
                                          <p:spTgt spid="46"/>
                                        </p:tgtEl>
                                      </p:cBhvr>
                                    </p:animEffect>
                                  </p:childTnLst>
                                </p:cTn>
                              </p:par>
                            </p:childTnLst>
                          </p:cTn>
                        </p:par>
                        <p:par>
                          <p:cTn id="108" fill="hold">
                            <p:stCondLst>
                              <p:cond delay="10250"/>
                            </p:stCondLst>
                            <p:childTnLst>
                              <p:par>
                                <p:cTn id="109" presetID="2" presetClass="entr" presetSubtype="4" decel="100000" fill="hold" grpId="0" nodeType="afterEffect">
                                  <p:stCondLst>
                                    <p:cond delay="250"/>
                                  </p:stCondLst>
                                  <p:childTnLst>
                                    <p:set>
                                      <p:cBhvr>
                                        <p:cTn id="110" dur="1" fill="hold">
                                          <p:stCondLst>
                                            <p:cond delay="0"/>
                                          </p:stCondLst>
                                        </p:cTn>
                                        <p:tgtEl>
                                          <p:spTgt spid="21"/>
                                        </p:tgtEl>
                                        <p:attrNameLst>
                                          <p:attrName>style.visibility</p:attrName>
                                        </p:attrNameLst>
                                      </p:cBhvr>
                                      <p:to>
                                        <p:strVal val="visible"/>
                                      </p:to>
                                    </p:set>
                                    <p:anim calcmode="lin" valueType="num">
                                      <p:cBhvr additive="base">
                                        <p:cTn id="111" dur="750" fill="hold"/>
                                        <p:tgtEl>
                                          <p:spTgt spid="21"/>
                                        </p:tgtEl>
                                        <p:attrNameLst>
                                          <p:attrName>ppt_x</p:attrName>
                                        </p:attrNameLst>
                                      </p:cBhvr>
                                      <p:tavLst>
                                        <p:tav tm="0">
                                          <p:val>
                                            <p:strVal val="#ppt_x"/>
                                          </p:val>
                                        </p:tav>
                                        <p:tav tm="100000">
                                          <p:val>
                                            <p:strVal val="#ppt_x"/>
                                          </p:val>
                                        </p:tav>
                                      </p:tavLst>
                                    </p:anim>
                                    <p:anim calcmode="lin" valueType="num">
                                      <p:cBhvr additive="base">
                                        <p:cTn id="112" dur="750" fill="hold"/>
                                        <p:tgtEl>
                                          <p:spTgt spid="21"/>
                                        </p:tgtEl>
                                        <p:attrNameLst>
                                          <p:attrName>ppt_y</p:attrName>
                                        </p:attrNameLst>
                                      </p:cBhvr>
                                      <p:tavLst>
                                        <p:tav tm="0">
                                          <p:val>
                                            <p:strVal val="1+#ppt_h/2"/>
                                          </p:val>
                                        </p:tav>
                                        <p:tav tm="100000">
                                          <p:val>
                                            <p:strVal val="#ppt_y"/>
                                          </p:val>
                                        </p:tav>
                                      </p:tavLst>
                                    </p:anim>
                                  </p:childTnLst>
                                </p:cTn>
                              </p:par>
                              <p:par>
                                <p:cTn id="113" presetID="2" presetClass="entr" presetSubtype="4" decel="100000" fill="hold" grpId="0" nodeType="withEffect">
                                  <p:stCondLst>
                                    <p:cond delay="250"/>
                                  </p:stCondLst>
                                  <p:childTnLst>
                                    <p:set>
                                      <p:cBhvr>
                                        <p:cTn id="114" dur="1" fill="hold">
                                          <p:stCondLst>
                                            <p:cond delay="0"/>
                                          </p:stCondLst>
                                        </p:cTn>
                                        <p:tgtEl>
                                          <p:spTgt spid="40">
                                            <p:txEl>
                                              <p:pRg st="0" end="0"/>
                                            </p:txEl>
                                          </p:spTgt>
                                        </p:tgtEl>
                                        <p:attrNameLst>
                                          <p:attrName>style.visibility</p:attrName>
                                        </p:attrNameLst>
                                      </p:cBhvr>
                                      <p:to>
                                        <p:strVal val="visible"/>
                                      </p:to>
                                    </p:set>
                                    <p:anim calcmode="lin" valueType="num">
                                      <p:cBhvr additive="base">
                                        <p:cTn id="115" dur="750" fill="hold"/>
                                        <p:tgtEl>
                                          <p:spTgt spid="40">
                                            <p:txEl>
                                              <p:pRg st="0" end="0"/>
                                            </p:txEl>
                                          </p:spTgt>
                                        </p:tgtEl>
                                        <p:attrNameLst>
                                          <p:attrName>ppt_x</p:attrName>
                                        </p:attrNameLst>
                                      </p:cBhvr>
                                      <p:tavLst>
                                        <p:tav tm="0">
                                          <p:val>
                                            <p:strVal val="#ppt_x"/>
                                          </p:val>
                                        </p:tav>
                                        <p:tav tm="100000">
                                          <p:val>
                                            <p:strVal val="#ppt_x"/>
                                          </p:val>
                                        </p:tav>
                                      </p:tavLst>
                                    </p:anim>
                                    <p:anim calcmode="lin" valueType="num">
                                      <p:cBhvr additive="base">
                                        <p:cTn id="116" dur="750" fill="hold"/>
                                        <p:tgtEl>
                                          <p:spTgt spid="40">
                                            <p:txEl>
                                              <p:pRg st="0" end="0"/>
                                            </p:txEl>
                                          </p:spTgt>
                                        </p:tgtEl>
                                        <p:attrNameLst>
                                          <p:attrName>ppt_y</p:attrName>
                                        </p:attrNameLst>
                                      </p:cBhvr>
                                      <p:tavLst>
                                        <p:tav tm="0">
                                          <p:val>
                                            <p:strVal val="1+#ppt_h/2"/>
                                          </p:val>
                                        </p:tav>
                                        <p:tav tm="100000">
                                          <p:val>
                                            <p:strVal val="#ppt_y"/>
                                          </p:val>
                                        </p:tav>
                                      </p:tavLst>
                                    </p:anim>
                                  </p:childTnLst>
                                </p:cTn>
                              </p:par>
                            </p:childTnLst>
                          </p:cTn>
                        </p:par>
                        <p:par>
                          <p:cTn id="117" fill="hold">
                            <p:stCondLst>
                              <p:cond delay="11250"/>
                            </p:stCondLst>
                            <p:childTnLst>
                              <p:par>
                                <p:cTn id="118" presetID="16" presetClass="entr" presetSubtype="37" fill="hold" grpId="0" nodeType="after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barn(outVertical)">
                                      <p:cBhvr>
                                        <p:cTn id="120" dur="500"/>
                                        <p:tgtEl>
                                          <p:spTgt spid="38"/>
                                        </p:tgtEl>
                                      </p:cBhvr>
                                    </p:animEffect>
                                  </p:childTnLst>
                                </p:cTn>
                              </p:par>
                            </p:childTnLst>
                          </p:cTn>
                        </p:par>
                        <p:par>
                          <p:cTn id="121" fill="hold">
                            <p:stCondLst>
                              <p:cond delay="11750"/>
                            </p:stCondLst>
                            <p:childTnLst>
                              <p:par>
                                <p:cTn id="122" presetID="22" presetClass="entr" presetSubtype="8" fill="hold" grpId="0" nodeType="afterEffect">
                                  <p:stCondLst>
                                    <p:cond delay="250"/>
                                  </p:stCondLst>
                                  <p:childTnLst>
                                    <p:set>
                                      <p:cBhvr>
                                        <p:cTn id="123" dur="1" fill="hold">
                                          <p:stCondLst>
                                            <p:cond delay="0"/>
                                          </p:stCondLst>
                                        </p:cTn>
                                        <p:tgtEl>
                                          <p:spTgt spid="28">
                                            <p:txEl>
                                              <p:pRg st="0" end="0"/>
                                            </p:txEl>
                                          </p:spTgt>
                                        </p:tgtEl>
                                        <p:attrNameLst>
                                          <p:attrName>style.visibility</p:attrName>
                                        </p:attrNameLst>
                                      </p:cBhvr>
                                      <p:to>
                                        <p:strVal val="visible"/>
                                      </p:to>
                                    </p:set>
                                    <p:animEffect transition="in" filter="wipe(left)">
                                      <p:cBhvr>
                                        <p:cTn id="124" dur="500"/>
                                        <p:tgtEl>
                                          <p:spTgt spid="28">
                                            <p:txEl>
                                              <p:pRg st="0" end="0"/>
                                            </p:txEl>
                                          </p:spTgt>
                                        </p:tgtEl>
                                      </p:cBhvr>
                                    </p:animEffect>
                                  </p:childTnLst>
                                </p:cTn>
                              </p:par>
                              <p:par>
                                <p:cTn id="125" presetID="2" presetClass="entr" presetSubtype="8" decel="100000" fill="hold" grpId="0" nodeType="withEffect">
                                  <p:stCondLst>
                                    <p:cond delay="0"/>
                                  </p:stCondLst>
                                  <p:childTnLst>
                                    <p:set>
                                      <p:cBhvr>
                                        <p:cTn id="126" dur="1" fill="hold">
                                          <p:stCondLst>
                                            <p:cond delay="0"/>
                                          </p:stCondLst>
                                        </p:cTn>
                                        <p:tgtEl>
                                          <p:spTgt spid="47"/>
                                        </p:tgtEl>
                                        <p:attrNameLst>
                                          <p:attrName>style.visibility</p:attrName>
                                        </p:attrNameLst>
                                      </p:cBhvr>
                                      <p:to>
                                        <p:strVal val="visible"/>
                                      </p:to>
                                    </p:set>
                                    <p:anim calcmode="lin" valueType="num">
                                      <p:cBhvr additive="base">
                                        <p:cTn id="127" dur="1000" fill="hold"/>
                                        <p:tgtEl>
                                          <p:spTgt spid="47"/>
                                        </p:tgtEl>
                                        <p:attrNameLst>
                                          <p:attrName>ppt_x</p:attrName>
                                        </p:attrNameLst>
                                      </p:cBhvr>
                                      <p:tavLst>
                                        <p:tav tm="0">
                                          <p:val>
                                            <p:strVal val="0-#ppt_w/2"/>
                                          </p:val>
                                        </p:tav>
                                        <p:tav tm="100000">
                                          <p:val>
                                            <p:strVal val="#ppt_x"/>
                                          </p:val>
                                        </p:tav>
                                      </p:tavLst>
                                    </p:anim>
                                    <p:anim calcmode="lin" valueType="num">
                                      <p:cBhvr additive="base">
                                        <p:cTn id="128" dur="1000" fill="hold"/>
                                        <p:tgtEl>
                                          <p:spTgt spid="47"/>
                                        </p:tgtEl>
                                        <p:attrNameLst>
                                          <p:attrName>ppt_y</p:attrName>
                                        </p:attrNameLst>
                                      </p:cBhvr>
                                      <p:tavLst>
                                        <p:tav tm="0">
                                          <p:val>
                                            <p:strVal val="#ppt_y"/>
                                          </p:val>
                                        </p:tav>
                                        <p:tav tm="100000">
                                          <p:val>
                                            <p:strVal val="#ppt_y"/>
                                          </p:val>
                                        </p:tav>
                                      </p:tavLst>
                                    </p:anim>
                                  </p:childTnLst>
                                </p:cTn>
                              </p:par>
                              <p:par>
                                <p:cTn id="129" presetID="10" presetClass="entr" presetSubtype="0" fill="hold" grpId="1"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7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5" grpId="0" animBg="1"/>
      <p:bldP spid="33" grpId="0" animBg="1"/>
      <p:bldP spid="5" grpId="0" animBg="1"/>
      <p:bldP spid="5" grpId="1" animBg="1"/>
      <p:bldP spid="44" grpId="0" animBg="1"/>
      <p:bldP spid="44" grpId="1" animBg="1"/>
      <p:bldP spid="45" grpId="0" animBg="1"/>
      <p:bldP spid="45" grpId="1" animBg="1"/>
      <p:bldP spid="46" grpId="0" animBg="1"/>
      <p:bldP spid="46" grpId="1" animBg="1"/>
      <p:bldP spid="47" grpId="0" animBg="1"/>
      <p:bldP spid="47"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8" grpId="0" build="p">
        <p:tmplLst>
          <p:tmpl lvl="1">
            <p:tnLst>
              <p:par>
                <p:cTn presetID="22" presetClass="entr" presetSubtype="8" fill="hold" nodeType="afterEffect">
                  <p:stCondLst>
                    <p:cond delay="25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22" grpId="0" build="p">
        <p:tmplLst>
          <p:tmpl lvl="1">
            <p:tnLst>
              <p:par>
                <p:cTn presetID="22" presetClass="entr" presetSubtype="8"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Effect transition="in" filter="wipe(left)">
                      <p:cBhvr>
                        <p:cTn dur="500"/>
                        <p:tgtEl>
                          <p:spTgt spid="22"/>
                        </p:tgtEl>
                      </p:cBhvr>
                    </p:animEffect>
                  </p:childTnLst>
                </p:cTn>
              </p:par>
            </p:tnLst>
          </p:tmpl>
        </p:tmplLst>
      </p:bldP>
      <p:bldP spid="24" grpId="0" build="p">
        <p:tmplLst>
          <p:tmpl lvl="1">
            <p:tnLst>
              <p:par>
                <p:cTn presetID="22" presetClass="entr" presetSubtype="8" fill="hold" nodeType="afterEffect">
                  <p:stCondLst>
                    <p:cond delay="250"/>
                  </p:stCondLst>
                  <p:childTnLst>
                    <p:set>
                      <p:cBhvr>
                        <p:cTn dur="1" fill="hold">
                          <p:stCondLst>
                            <p:cond delay="0"/>
                          </p:stCondLst>
                        </p:cTn>
                        <p:tgtEl>
                          <p:spTgt spid="24"/>
                        </p:tgtEl>
                        <p:attrNameLst>
                          <p:attrName>style.visibility</p:attrName>
                        </p:attrNameLst>
                      </p:cBhvr>
                      <p:to>
                        <p:strVal val="visible"/>
                      </p:to>
                    </p:set>
                    <p:animEffect transition="in" filter="wipe(left)">
                      <p:cBhvr>
                        <p:cTn dur="500"/>
                        <p:tgtEl>
                          <p:spTgt spid="24"/>
                        </p:tgtEl>
                      </p:cBhvr>
                    </p:animEffect>
                  </p:childTnLst>
                </p:cTn>
              </p:par>
            </p:tnLst>
          </p:tmpl>
        </p:tmplLst>
      </p:bldP>
      <p:bldP spid="26" grpId="0" build="p">
        <p:tmplLst>
          <p:tmpl lvl="1">
            <p:tnLst>
              <p:par>
                <p:cTn presetID="22" presetClass="entr" presetSubtype="8" fill="hold" nodeType="afterEffect">
                  <p:stCondLst>
                    <p:cond delay="25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P spid="28" grpId="0" build="p">
        <p:tmplLst>
          <p:tmpl lvl="1">
            <p:tnLst>
              <p:par>
                <p:cTn presetID="22" presetClass="entr" presetSubtype="8" fill="hold" nodeType="afterEffect">
                  <p:stCondLst>
                    <p:cond delay="25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P spid="19" grpId="0" animBg="1"/>
      <p:bldP spid="20" grpId="0" animBg="1"/>
      <p:bldP spid="21" grpId="0" animBg="1"/>
      <p:bldP spid="23" grpId="0" animBg="1"/>
      <p:bldP spid="25" grpId="0" animBg="1"/>
      <p:bldP spid="39" grpId="0" build="p">
        <p:tmplLst>
          <p:tmpl lvl="1">
            <p:tnLst>
              <p:par>
                <p:cTn presetID="2" presetClass="entr" presetSubtype="4" decel="10000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750" fill="hold"/>
                        <p:tgtEl>
                          <p:spTgt spid="39"/>
                        </p:tgtEl>
                        <p:attrNameLst>
                          <p:attrName>ppt_x</p:attrName>
                        </p:attrNameLst>
                      </p:cBhvr>
                      <p:tavLst>
                        <p:tav tm="0">
                          <p:val>
                            <p:strVal val="#ppt_x"/>
                          </p:val>
                        </p:tav>
                        <p:tav tm="100000">
                          <p:val>
                            <p:strVal val="#ppt_x"/>
                          </p:val>
                        </p:tav>
                      </p:tavLst>
                    </p:anim>
                    <p:anim calcmode="lin" valueType="num">
                      <p:cBhvr additive="base">
                        <p:cTn dur="750" fill="hold"/>
                        <p:tgtEl>
                          <p:spTgt spid="39"/>
                        </p:tgtEl>
                        <p:attrNameLst>
                          <p:attrName>ppt_y</p:attrName>
                        </p:attrNameLst>
                      </p:cBhvr>
                      <p:tavLst>
                        <p:tav tm="0">
                          <p:val>
                            <p:strVal val="1+#ppt_h/2"/>
                          </p:val>
                        </p:tav>
                        <p:tav tm="100000">
                          <p:val>
                            <p:strVal val="#ppt_y"/>
                          </p:val>
                        </p:tav>
                      </p:tavLst>
                    </p:anim>
                  </p:childTnLst>
                </p:cTn>
              </p:par>
            </p:tnLst>
          </p:tmpl>
        </p:tmplLst>
      </p:bldP>
      <p:bldP spid="40" grpId="0" build="p">
        <p:tmplLst>
          <p:tmpl lvl="1">
            <p:tnLst>
              <p:par>
                <p:cTn presetID="2" presetClass="entr" presetSubtype="4" decel="100000" fill="hold" nodeType="withEffect">
                  <p:stCondLst>
                    <p:cond delay="25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750" fill="hold"/>
                        <p:tgtEl>
                          <p:spTgt spid="40"/>
                        </p:tgtEl>
                        <p:attrNameLst>
                          <p:attrName>ppt_x</p:attrName>
                        </p:attrNameLst>
                      </p:cBhvr>
                      <p:tavLst>
                        <p:tav tm="0">
                          <p:val>
                            <p:strVal val="#ppt_x"/>
                          </p:val>
                        </p:tav>
                        <p:tav tm="100000">
                          <p:val>
                            <p:strVal val="#ppt_x"/>
                          </p:val>
                        </p:tav>
                      </p:tavLst>
                    </p:anim>
                    <p:anim calcmode="lin" valueType="num">
                      <p:cBhvr additive="base">
                        <p:cTn dur="750" fill="hold"/>
                        <p:tgtEl>
                          <p:spTgt spid="40"/>
                        </p:tgtEl>
                        <p:attrNameLst>
                          <p:attrName>ppt_y</p:attrName>
                        </p:attrNameLst>
                      </p:cBhvr>
                      <p:tavLst>
                        <p:tav tm="0">
                          <p:val>
                            <p:strVal val="1+#ppt_h/2"/>
                          </p:val>
                        </p:tav>
                        <p:tav tm="100000">
                          <p:val>
                            <p:strVal val="#ppt_y"/>
                          </p:val>
                        </p:tav>
                      </p:tavLst>
                    </p:anim>
                  </p:childTnLst>
                </p:cTn>
              </p:par>
            </p:tnLst>
          </p:tmpl>
        </p:tmplLst>
      </p:bldP>
      <p:bldP spid="41" grpId="0" build="p">
        <p:tmplLst>
          <p:tmpl lvl="1">
            <p:tnLst>
              <p:par>
                <p:cTn presetID="2" presetClass="entr" presetSubtype="4" decel="100000" fill="hold" nodeType="withEffect">
                  <p:stCondLst>
                    <p:cond delay="25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750" fill="hold"/>
                        <p:tgtEl>
                          <p:spTgt spid="41"/>
                        </p:tgtEl>
                        <p:attrNameLst>
                          <p:attrName>ppt_x</p:attrName>
                        </p:attrNameLst>
                      </p:cBhvr>
                      <p:tavLst>
                        <p:tav tm="0">
                          <p:val>
                            <p:strVal val="#ppt_x"/>
                          </p:val>
                        </p:tav>
                        <p:tav tm="100000">
                          <p:val>
                            <p:strVal val="#ppt_x"/>
                          </p:val>
                        </p:tav>
                      </p:tavLst>
                    </p:anim>
                    <p:anim calcmode="lin" valueType="num">
                      <p:cBhvr additive="base">
                        <p:cTn dur="750" fill="hold"/>
                        <p:tgtEl>
                          <p:spTgt spid="41"/>
                        </p:tgtEl>
                        <p:attrNameLst>
                          <p:attrName>ppt_y</p:attrName>
                        </p:attrNameLst>
                      </p:cBhvr>
                      <p:tavLst>
                        <p:tav tm="0">
                          <p:val>
                            <p:strVal val="1+#ppt_h/2"/>
                          </p:val>
                        </p:tav>
                        <p:tav tm="100000">
                          <p:val>
                            <p:strVal val="#ppt_y"/>
                          </p:val>
                        </p:tav>
                      </p:tavLst>
                    </p:anim>
                  </p:childTnLst>
                </p:cTn>
              </p:par>
            </p:tnLst>
          </p:tmpl>
        </p:tmplLst>
      </p:bldP>
      <p:bldP spid="42" grpId="0" build="p">
        <p:tmplLst>
          <p:tmpl lvl="1">
            <p:tnLst>
              <p:par>
                <p:cTn presetID="2" presetClass="entr" presetSubtype="4" decel="100000" fill="hold" nodeType="withEffect">
                  <p:stCondLst>
                    <p:cond delay="25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750" fill="hold"/>
                        <p:tgtEl>
                          <p:spTgt spid="42"/>
                        </p:tgtEl>
                        <p:attrNameLst>
                          <p:attrName>ppt_x</p:attrName>
                        </p:attrNameLst>
                      </p:cBhvr>
                      <p:tavLst>
                        <p:tav tm="0">
                          <p:val>
                            <p:strVal val="#ppt_x"/>
                          </p:val>
                        </p:tav>
                        <p:tav tm="100000">
                          <p:val>
                            <p:strVal val="#ppt_x"/>
                          </p:val>
                        </p:tav>
                      </p:tavLst>
                    </p:anim>
                    <p:anim calcmode="lin" valueType="num">
                      <p:cBhvr additive="base">
                        <p:cTn dur="750" fill="hold"/>
                        <p:tgtEl>
                          <p:spTgt spid="42"/>
                        </p:tgtEl>
                        <p:attrNameLst>
                          <p:attrName>ppt_y</p:attrName>
                        </p:attrNameLst>
                      </p:cBhvr>
                      <p:tavLst>
                        <p:tav tm="0">
                          <p:val>
                            <p:strVal val="1+#ppt_h/2"/>
                          </p:val>
                        </p:tav>
                        <p:tav tm="100000">
                          <p:val>
                            <p:strVal val="#ppt_y"/>
                          </p:val>
                        </p:tav>
                      </p:tavLst>
                    </p:anim>
                  </p:childTnLst>
                </p:cTn>
              </p:par>
            </p:tnLst>
          </p:tmpl>
        </p:tmplLst>
      </p:bldP>
      <p:bldP spid="43" grpId="0" build="p">
        <p:tmplLst>
          <p:tmpl lvl="1">
            <p:tnLst>
              <p:par>
                <p:cTn presetID="2" presetClass="entr" presetSubtype="4" decel="100000" fill="hold" nodeType="withEffect">
                  <p:stCondLst>
                    <p:cond delay="25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750" fill="hold"/>
                        <p:tgtEl>
                          <p:spTgt spid="43"/>
                        </p:tgtEl>
                        <p:attrNameLst>
                          <p:attrName>ppt_x</p:attrName>
                        </p:attrNameLst>
                      </p:cBhvr>
                      <p:tavLst>
                        <p:tav tm="0">
                          <p:val>
                            <p:strVal val="#ppt_x"/>
                          </p:val>
                        </p:tav>
                        <p:tav tm="100000">
                          <p:val>
                            <p:strVal val="#ppt_x"/>
                          </p:val>
                        </p:tav>
                      </p:tavLst>
                    </p:anim>
                    <p:anim calcmode="lin" valueType="num">
                      <p:cBhvr additive="base">
                        <p:cTn dur="750" fill="hold"/>
                        <p:tgtEl>
                          <p:spTgt spid="4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sp>
        <p:nvSpPr>
          <p:cNvPr id="76" name="フリーフォーム 75"/>
          <p:cNvSpPr/>
          <p:nvPr userDrawn="1"/>
        </p:nvSpPr>
        <p:spPr>
          <a:xfrm>
            <a:off x="0" y="4364182"/>
            <a:ext cx="18288000" cy="2604654"/>
          </a:xfrm>
          <a:custGeom>
            <a:avLst/>
            <a:gdLst>
              <a:gd name="connsiteX0" fmla="*/ 0 w 18288000"/>
              <a:gd name="connsiteY0" fmla="*/ 1343891 h 2604654"/>
              <a:gd name="connsiteX1" fmla="*/ 2854036 w 18288000"/>
              <a:gd name="connsiteY1" fmla="*/ 2604654 h 2604654"/>
              <a:gd name="connsiteX2" fmla="*/ 5320145 w 18288000"/>
              <a:gd name="connsiteY2" fmla="*/ 1052945 h 2604654"/>
              <a:gd name="connsiteX3" fmla="*/ 7772400 w 18288000"/>
              <a:gd name="connsiteY3" fmla="*/ 2119745 h 2604654"/>
              <a:gd name="connsiteX4" fmla="*/ 10224655 w 18288000"/>
              <a:gd name="connsiteY4" fmla="*/ 512618 h 2604654"/>
              <a:gd name="connsiteX5" fmla="*/ 12718473 w 18288000"/>
              <a:gd name="connsiteY5" fmla="*/ 1579418 h 2604654"/>
              <a:gd name="connsiteX6" fmla="*/ 15184582 w 18288000"/>
              <a:gd name="connsiteY6" fmla="*/ 0 h 2604654"/>
              <a:gd name="connsiteX7" fmla="*/ 18288000 w 18288000"/>
              <a:gd name="connsiteY7" fmla="*/ 969818 h 2604654"/>
              <a:gd name="connsiteX8" fmla="*/ 18288000 w 18288000"/>
              <a:gd name="connsiteY8" fmla="*/ 969818 h 2604654"/>
              <a:gd name="connsiteX9" fmla="*/ 18288000 w 18288000"/>
              <a:gd name="connsiteY9" fmla="*/ 969818 h 2604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88000" h="2604654">
                <a:moveTo>
                  <a:pt x="0" y="1343891"/>
                </a:moveTo>
                <a:lnTo>
                  <a:pt x="2854036" y="2604654"/>
                </a:lnTo>
                <a:lnTo>
                  <a:pt x="5320145" y="1052945"/>
                </a:lnTo>
                <a:lnTo>
                  <a:pt x="7772400" y="2119745"/>
                </a:lnTo>
                <a:lnTo>
                  <a:pt x="10224655" y="512618"/>
                </a:lnTo>
                <a:lnTo>
                  <a:pt x="12718473" y="1579418"/>
                </a:lnTo>
                <a:lnTo>
                  <a:pt x="15184582" y="0"/>
                </a:lnTo>
                <a:lnTo>
                  <a:pt x="18288000" y="969818"/>
                </a:lnTo>
                <a:lnTo>
                  <a:pt x="18288000" y="969818"/>
                </a:lnTo>
                <a:lnTo>
                  <a:pt x="18288000" y="969818"/>
                </a:lnTo>
              </a:path>
            </a:pathLst>
          </a:custGeom>
          <a:noFill/>
          <a:ln>
            <a:solidFill>
              <a:schemeClr val="tx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円/楕円 15"/>
          <p:cNvSpPr/>
          <p:nvPr userDrawn="1"/>
        </p:nvSpPr>
        <p:spPr>
          <a:xfrm>
            <a:off x="2492804" y="6636573"/>
            <a:ext cx="711250" cy="711250"/>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4958781" y="5060322"/>
            <a:ext cx="711250" cy="711250"/>
          </a:xfrm>
          <a:prstGeom prst="ellipse">
            <a:avLst/>
          </a:prstGeom>
          <a:solidFill>
            <a:schemeClr val="bg1"/>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7424758" y="6111156"/>
            <a:ext cx="711250" cy="711250"/>
          </a:xfrm>
          <a:prstGeom prst="ellipse">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9890735" y="4534905"/>
            <a:ext cx="711250" cy="711250"/>
          </a:xfrm>
          <a:prstGeom prst="ellipse">
            <a:avLst/>
          </a:prstGeom>
          <a:solidFill>
            <a:schemeClr val="bg1"/>
          </a:solid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2356712" y="5585739"/>
            <a:ext cx="711250" cy="711250"/>
          </a:xfrm>
          <a:prstGeom prst="ellipse">
            <a:avLst/>
          </a:prstGeom>
          <a:solidFill>
            <a:schemeClr val="bg1"/>
          </a:solid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14822689" y="4009488"/>
            <a:ext cx="711250" cy="711250"/>
          </a:xfrm>
          <a:prstGeom prst="ellipse">
            <a:avLst/>
          </a:prstGeom>
          <a:solidFill>
            <a:schemeClr val="bg1"/>
          </a:solid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9774395"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円/楕円 4"/>
          <p:cNvSpPr/>
          <p:nvPr userDrawn="1"/>
        </p:nvSpPr>
        <p:spPr>
          <a:xfrm>
            <a:off x="2619829" y="6763598"/>
            <a:ext cx="457200" cy="457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5085806" y="5187347"/>
            <a:ext cx="457200" cy="457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7551783" y="6238181"/>
            <a:ext cx="457200" cy="45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userDrawn="1"/>
        </p:nvSpPr>
        <p:spPr>
          <a:xfrm>
            <a:off x="10017760" y="4661930"/>
            <a:ext cx="457200" cy="457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p:cNvSpPr/>
          <p:nvPr userDrawn="1"/>
        </p:nvSpPr>
        <p:spPr>
          <a:xfrm>
            <a:off x="12483737" y="5712764"/>
            <a:ext cx="457200" cy="4572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14"/>
          <p:cNvSpPr/>
          <p:nvPr userDrawn="1"/>
        </p:nvSpPr>
        <p:spPr>
          <a:xfrm>
            <a:off x="14949714" y="4136513"/>
            <a:ext cx="457200" cy="457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プレースホルダー 6"/>
          <p:cNvSpPr>
            <a:spLocks noGrp="1"/>
          </p:cNvSpPr>
          <p:nvPr>
            <p:ph type="body" sz="quarter" idx="21" hasCustomPrompt="1"/>
          </p:nvPr>
        </p:nvSpPr>
        <p:spPr>
          <a:xfrm>
            <a:off x="828986" y="7499181"/>
            <a:ext cx="4038886" cy="720080"/>
          </a:xfrm>
        </p:spPr>
        <p:txBody>
          <a:bodyPr anchor="b">
            <a:noAutofit/>
          </a:bodyPr>
          <a:lstStyle>
            <a:lvl1pPr algn="ct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49" name="テキスト プレースホルダー 6"/>
          <p:cNvSpPr>
            <a:spLocks noGrp="1"/>
          </p:cNvSpPr>
          <p:nvPr>
            <p:ph type="body" sz="quarter" idx="24" hasCustomPrompt="1"/>
          </p:nvPr>
        </p:nvSpPr>
        <p:spPr>
          <a:xfrm>
            <a:off x="820329" y="8254825"/>
            <a:ext cx="4056201" cy="1223322"/>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0" name="正方形/長方形 49"/>
          <p:cNvSpPr/>
          <p:nvPr userDrawn="1"/>
        </p:nvSpPr>
        <p:spPr>
          <a:xfrm>
            <a:off x="1228249" y="8157417"/>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プレースホルダー 6"/>
          <p:cNvSpPr>
            <a:spLocks noGrp="1"/>
          </p:cNvSpPr>
          <p:nvPr>
            <p:ph type="body" sz="quarter" idx="25" hasCustomPrompt="1"/>
          </p:nvPr>
        </p:nvSpPr>
        <p:spPr>
          <a:xfrm>
            <a:off x="3269317" y="4166956"/>
            <a:ext cx="4038886" cy="720080"/>
          </a:xfrm>
        </p:spPr>
        <p:txBody>
          <a:bodyPr anchor="b">
            <a:noAutofit/>
          </a:bodyPr>
          <a:lstStyle>
            <a:lvl1pPr algn="ct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55" name="テキスト プレースホルダー 6"/>
          <p:cNvSpPr>
            <a:spLocks noGrp="1"/>
          </p:cNvSpPr>
          <p:nvPr>
            <p:ph type="body" sz="quarter" idx="26" hasCustomPrompt="1"/>
          </p:nvPr>
        </p:nvSpPr>
        <p:spPr>
          <a:xfrm>
            <a:off x="3260660" y="2857771"/>
            <a:ext cx="4056201" cy="1223322"/>
          </a:xfrm>
        </p:spPr>
        <p:txBody>
          <a:bodyPr anchor="b">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6" name="正方形/長方形 55"/>
          <p:cNvSpPr/>
          <p:nvPr userDrawn="1"/>
        </p:nvSpPr>
        <p:spPr>
          <a:xfrm>
            <a:off x="3668580" y="4136513"/>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プレースホルダー 6"/>
          <p:cNvSpPr>
            <a:spLocks noGrp="1"/>
          </p:cNvSpPr>
          <p:nvPr>
            <p:ph type="body" sz="quarter" idx="27" hasCustomPrompt="1"/>
          </p:nvPr>
        </p:nvSpPr>
        <p:spPr>
          <a:xfrm>
            <a:off x="5780871" y="6987783"/>
            <a:ext cx="4038886" cy="720080"/>
          </a:xfrm>
        </p:spPr>
        <p:txBody>
          <a:bodyPr anchor="b">
            <a:noAutofit/>
          </a:bodyPr>
          <a:lstStyle>
            <a:lvl1pPr algn="ct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61" name="テキスト プレースホルダー 6"/>
          <p:cNvSpPr>
            <a:spLocks noGrp="1"/>
          </p:cNvSpPr>
          <p:nvPr>
            <p:ph type="body" sz="quarter" idx="28" hasCustomPrompt="1"/>
          </p:nvPr>
        </p:nvSpPr>
        <p:spPr>
          <a:xfrm>
            <a:off x="5772214" y="7743427"/>
            <a:ext cx="4056201" cy="1223322"/>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62" name="正方形/長方形 61"/>
          <p:cNvSpPr/>
          <p:nvPr userDrawn="1"/>
        </p:nvSpPr>
        <p:spPr>
          <a:xfrm>
            <a:off x="6180134" y="7646019"/>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プレースホルダー 6"/>
          <p:cNvSpPr>
            <a:spLocks noGrp="1"/>
          </p:cNvSpPr>
          <p:nvPr>
            <p:ph type="body" sz="quarter" idx="29" hasCustomPrompt="1"/>
          </p:nvPr>
        </p:nvSpPr>
        <p:spPr>
          <a:xfrm>
            <a:off x="8213061" y="3710116"/>
            <a:ext cx="4038886" cy="720080"/>
          </a:xfrm>
        </p:spPr>
        <p:txBody>
          <a:bodyPr anchor="b">
            <a:noAutofit/>
          </a:bodyPr>
          <a:lstStyle>
            <a:lvl1pPr algn="ct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64" name="テキスト プレースホルダー 6"/>
          <p:cNvSpPr>
            <a:spLocks noGrp="1"/>
          </p:cNvSpPr>
          <p:nvPr>
            <p:ph type="body" sz="quarter" idx="30" hasCustomPrompt="1"/>
          </p:nvPr>
        </p:nvSpPr>
        <p:spPr>
          <a:xfrm>
            <a:off x="8204404" y="2400931"/>
            <a:ext cx="4056201" cy="1223322"/>
          </a:xfrm>
        </p:spPr>
        <p:txBody>
          <a:bodyPr anchor="b">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65" name="正方形/長方形 64"/>
          <p:cNvSpPr/>
          <p:nvPr userDrawn="1"/>
        </p:nvSpPr>
        <p:spPr>
          <a:xfrm>
            <a:off x="8612324" y="3679673"/>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プレースホルダー 6"/>
          <p:cNvSpPr>
            <a:spLocks noGrp="1"/>
          </p:cNvSpPr>
          <p:nvPr>
            <p:ph type="body" sz="quarter" idx="31" hasCustomPrompt="1"/>
          </p:nvPr>
        </p:nvSpPr>
        <p:spPr>
          <a:xfrm>
            <a:off x="10698970" y="6448511"/>
            <a:ext cx="4038886" cy="720080"/>
          </a:xfrm>
        </p:spPr>
        <p:txBody>
          <a:bodyPr anchor="b">
            <a:noAutofit/>
          </a:bodyPr>
          <a:lstStyle>
            <a:lvl1pPr algn="ct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67" name="テキスト プレースホルダー 6"/>
          <p:cNvSpPr>
            <a:spLocks noGrp="1"/>
          </p:cNvSpPr>
          <p:nvPr>
            <p:ph type="body" sz="quarter" idx="32" hasCustomPrompt="1"/>
          </p:nvPr>
        </p:nvSpPr>
        <p:spPr>
          <a:xfrm>
            <a:off x="10690313" y="7204155"/>
            <a:ext cx="4056201" cy="1223322"/>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68" name="正方形/長方形 67"/>
          <p:cNvSpPr/>
          <p:nvPr userDrawn="1"/>
        </p:nvSpPr>
        <p:spPr>
          <a:xfrm>
            <a:off x="11098233" y="7106747"/>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テキスト プレースホルダー 6"/>
          <p:cNvSpPr>
            <a:spLocks noGrp="1"/>
          </p:cNvSpPr>
          <p:nvPr>
            <p:ph type="body" sz="quarter" idx="33" hasCustomPrompt="1"/>
          </p:nvPr>
        </p:nvSpPr>
        <p:spPr>
          <a:xfrm>
            <a:off x="13145015" y="3169429"/>
            <a:ext cx="4038886" cy="720080"/>
          </a:xfrm>
        </p:spPr>
        <p:txBody>
          <a:bodyPr anchor="b">
            <a:noAutofit/>
          </a:bodyPr>
          <a:lstStyle>
            <a:lvl1pPr algn="ctr">
              <a:defRPr sz="28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70" name="テキスト プレースホルダー 6"/>
          <p:cNvSpPr>
            <a:spLocks noGrp="1"/>
          </p:cNvSpPr>
          <p:nvPr>
            <p:ph type="body" sz="quarter" idx="34" hasCustomPrompt="1"/>
          </p:nvPr>
        </p:nvSpPr>
        <p:spPr>
          <a:xfrm>
            <a:off x="13136358" y="1860244"/>
            <a:ext cx="4056201" cy="1223322"/>
          </a:xfrm>
        </p:spPr>
        <p:txBody>
          <a:bodyPr anchor="b">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71" name="正方形/長方形 70"/>
          <p:cNvSpPr/>
          <p:nvPr userDrawn="1"/>
        </p:nvSpPr>
        <p:spPr>
          <a:xfrm>
            <a:off x="13544278" y="3138986"/>
            <a:ext cx="3240360"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702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2" decel="10000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750" fill="hold"/>
                                        <p:tgtEl>
                                          <p:spTgt spid="5"/>
                                        </p:tgtEl>
                                        <p:attrNameLst>
                                          <p:attrName>ppt_x</p:attrName>
                                        </p:attrNameLst>
                                      </p:cBhvr>
                                      <p:tavLst>
                                        <p:tav tm="0">
                                          <p:val>
                                            <p:strVal val="0-#ppt_w/2"/>
                                          </p:val>
                                        </p:tav>
                                        <p:tav tm="100000">
                                          <p:val>
                                            <p:strVal val="#ppt_x"/>
                                          </p:val>
                                        </p:tav>
                                      </p:tavLst>
                                    </p:anim>
                                    <p:anim calcmode="lin" valueType="num">
                                      <p:cBhvr additive="base">
                                        <p:cTn id="16" dur="75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12" decel="10000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0-#ppt_w/2"/>
                                          </p:val>
                                        </p:tav>
                                        <p:tav tm="100000">
                                          <p:val>
                                            <p:strVal val="#ppt_x"/>
                                          </p:val>
                                        </p:tav>
                                      </p:tavLst>
                                    </p:anim>
                                    <p:anim calcmode="lin" valueType="num">
                                      <p:cBhvr additive="base">
                                        <p:cTn id="20" dur="75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12" decel="10000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750" fill="hold"/>
                                        <p:tgtEl>
                                          <p:spTgt spid="12"/>
                                        </p:tgtEl>
                                        <p:attrNameLst>
                                          <p:attrName>ppt_x</p:attrName>
                                        </p:attrNameLst>
                                      </p:cBhvr>
                                      <p:tavLst>
                                        <p:tav tm="0">
                                          <p:val>
                                            <p:strVal val="0-#ppt_w/2"/>
                                          </p:val>
                                        </p:tav>
                                        <p:tav tm="100000">
                                          <p:val>
                                            <p:strVal val="#ppt_x"/>
                                          </p:val>
                                        </p:tav>
                                      </p:tavLst>
                                    </p:anim>
                                    <p:anim calcmode="lin" valueType="num">
                                      <p:cBhvr additive="base">
                                        <p:cTn id="24" dur="75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12" decel="10000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750" fill="hold"/>
                                        <p:tgtEl>
                                          <p:spTgt spid="13"/>
                                        </p:tgtEl>
                                        <p:attrNameLst>
                                          <p:attrName>ppt_x</p:attrName>
                                        </p:attrNameLst>
                                      </p:cBhvr>
                                      <p:tavLst>
                                        <p:tav tm="0">
                                          <p:val>
                                            <p:strVal val="0-#ppt_w/2"/>
                                          </p:val>
                                        </p:tav>
                                        <p:tav tm="100000">
                                          <p:val>
                                            <p:strVal val="#ppt_x"/>
                                          </p:val>
                                        </p:tav>
                                      </p:tavLst>
                                    </p:anim>
                                    <p:anim calcmode="lin" valueType="num">
                                      <p:cBhvr additive="base">
                                        <p:cTn id="28" dur="75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12" decel="10000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750" fill="hold"/>
                                        <p:tgtEl>
                                          <p:spTgt spid="14"/>
                                        </p:tgtEl>
                                        <p:attrNameLst>
                                          <p:attrName>ppt_x</p:attrName>
                                        </p:attrNameLst>
                                      </p:cBhvr>
                                      <p:tavLst>
                                        <p:tav tm="0">
                                          <p:val>
                                            <p:strVal val="0-#ppt_w/2"/>
                                          </p:val>
                                        </p:tav>
                                        <p:tav tm="100000">
                                          <p:val>
                                            <p:strVal val="#ppt_x"/>
                                          </p:val>
                                        </p:tav>
                                      </p:tavLst>
                                    </p:anim>
                                    <p:anim calcmode="lin" valueType="num">
                                      <p:cBhvr additive="base">
                                        <p:cTn id="32" dur="750" fill="hold"/>
                                        <p:tgtEl>
                                          <p:spTgt spid="14"/>
                                        </p:tgtEl>
                                        <p:attrNameLst>
                                          <p:attrName>ppt_y</p:attrName>
                                        </p:attrNameLst>
                                      </p:cBhvr>
                                      <p:tavLst>
                                        <p:tav tm="0">
                                          <p:val>
                                            <p:strVal val="1+#ppt_h/2"/>
                                          </p:val>
                                        </p:tav>
                                        <p:tav tm="100000">
                                          <p:val>
                                            <p:strVal val="#ppt_y"/>
                                          </p:val>
                                        </p:tav>
                                      </p:tavLst>
                                    </p:anim>
                                  </p:childTnLst>
                                </p:cTn>
                              </p:par>
                              <p:par>
                                <p:cTn id="33" presetID="2" presetClass="entr" presetSubtype="12" decel="10000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750" fill="hold"/>
                                        <p:tgtEl>
                                          <p:spTgt spid="15"/>
                                        </p:tgtEl>
                                        <p:attrNameLst>
                                          <p:attrName>ppt_x</p:attrName>
                                        </p:attrNameLst>
                                      </p:cBhvr>
                                      <p:tavLst>
                                        <p:tav tm="0">
                                          <p:val>
                                            <p:strVal val="0-#ppt_w/2"/>
                                          </p:val>
                                        </p:tav>
                                        <p:tav tm="100000">
                                          <p:val>
                                            <p:strVal val="#ppt_x"/>
                                          </p:val>
                                        </p:tav>
                                      </p:tavLst>
                                    </p:anim>
                                    <p:anim calcmode="lin" valueType="num">
                                      <p:cBhvr additive="base">
                                        <p:cTn id="36" dur="750" fill="hold"/>
                                        <p:tgtEl>
                                          <p:spTgt spid="15"/>
                                        </p:tgtEl>
                                        <p:attrNameLst>
                                          <p:attrName>ppt_y</p:attrName>
                                        </p:attrNameLst>
                                      </p:cBhvr>
                                      <p:tavLst>
                                        <p:tav tm="0">
                                          <p:val>
                                            <p:strVal val="1+#ppt_h/2"/>
                                          </p:val>
                                        </p:tav>
                                        <p:tav tm="100000">
                                          <p:val>
                                            <p:strVal val="#ppt_y"/>
                                          </p:val>
                                        </p:tav>
                                      </p:tavLst>
                                    </p:anim>
                                  </p:childTnLst>
                                </p:cTn>
                              </p:par>
                              <p:par>
                                <p:cTn id="37" presetID="22" presetClass="entr" presetSubtype="8" fill="hold" grpId="0" nodeType="withEffect">
                                  <p:stCondLst>
                                    <p:cond delay="0"/>
                                  </p:stCondLst>
                                  <p:childTnLst>
                                    <p:set>
                                      <p:cBhvr>
                                        <p:cTn id="38" dur="1" fill="hold">
                                          <p:stCondLst>
                                            <p:cond delay="0"/>
                                          </p:stCondLst>
                                        </p:cTn>
                                        <p:tgtEl>
                                          <p:spTgt spid="76"/>
                                        </p:tgtEl>
                                        <p:attrNameLst>
                                          <p:attrName>style.visibility</p:attrName>
                                        </p:attrNameLst>
                                      </p:cBhvr>
                                      <p:to>
                                        <p:strVal val="visible"/>
                                      </p:to>
                                    </p:set>
                                    <p:animEffect transition="in" filter="wipe(left)">
                                      <p:cBhvr>
                                        <p:cTn id="39" dur="1250"/>
                                        <p:tgtEl>
                                          <p:spTgt spid="76"/>
                                        </p:tgtEl>
                                      </p:cBhvr>
                                    </p:animEffect>
                                  </p:childTnLst>
                                </p:cTn>
                              </p:par>
                            </p:childTnLst>
                          </p:cTn>
                        </p:par>
                        <p:par>
                          <p:cTn id="40" fill="hold">
                            <p:stCondLst>
                              <p:cond delay="1750"/>
                            </p:stCondLst>
                            <p:childTnLst>
                              <p:par>
                                <p:cTn id="41" presetID="2" presetClass="entr" presetSubtype="4" decel="100000" fill="hold" grpId="0" nodeType="afterEffect">
                                  <p:stCondLst>
                                    <p:cond delay="0"/>
                                  </p:stCondLst>
                                  <p:childTnLst>
                                    <p:set>
                                      <p:cBhvr>
                                        <p:cTn id="42" dur="1" fill="hold">
                                          <p:stCondLst>
                                            <p:cond delay="0"/>
                                          </p:stCondLst>
                                        </p:cTn>
                                        <p:tgtEl>
                                          <p:spTgt spid="48">
                                            <p:txEl>
                                              <p:pRg st="0" end="0"/>
                                            </p:txEl>
                                          </p:spTgt>
                                        </p:tgtEl>
                                        <p:attrNameLst>
                                          <p:attrName>style.visibility</p:attrName>
                                        </p:attrNameLst>
                                      </p:cBhvr>
                                      <p:to>
                                        <p:strVal val="visible"/>
                                      </p:to>
                                    </p:set>
                                    <p:anim calcmode="lin" valueType="num">
                                      <p:cBhvr additive="base">
                                        <p:cTn id="43"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45" presetID="21" presetClass="entr" presetSubtype="1"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heel(1)">
                                      <p:cBhvr>
                                        <p:cTn id="47" dur="1500"/>
                                        <p:tgtEl>
                                          <p:spTgt spid="16"/>
                                        </p:tgtEl>
                                      </p:cBhvr>
                                    </p:animEffect>
                                  </p:childTnLst>
                                </p:cTn>
                              </p:par>
                              <p:par>
                                <p:cTn id="48" presetID="2" presetClass="entr" presetSubtype="4" decel="100000" fill="hold" grpId="0" nodeType="withEffect">
                                  <p:stCondLst>
                                    <p:cond delay="100"/>
                                  </p:stCondLst>
                                  <p:childTnLst>
                                    <p:set>
                                      <p:cBhvr>
                                        <p:cTn id="49" dur="1" fill="hold">
                                          <p:stCondLst>
                                            <p:cond delay="0"/>
                                          </p:stCondLst>
                                        </p:cTn>
                                        <p:tgtEl>
                                          <p:spTgt spid="50"/>
                                        </p:tgtEl>
                                        <p:attrNameLst>
                                          <p:attrName>style.visibility</p:attrName>
                                        </p:attrNameLst>
                                      </p:cBhvr>
                                      <p:to>
                                        <p:strVal val="visible"/>
                                      </p:to>
                                    </p:set>
                                    <p:anim calcmode="lin" valueType="num">
                                      <p:cBhvr additive="base">
                                        <p:cTn id="50" dur="500" fill="hold"/>
                                        <p:tgtEl>
                                          <p:spTgt spid="50"/>
                                        </p:tgtEl>
                                        <p:attrNameLst>
                                          <p:attrName>ppt_x</p:attrName>
                                        </p:attrNameLst>
                                      </p:cBhvr>
                                      <p:tavLst>
                                        <p:tav tm="0">
                                          <p:val>
                                            <p:strVal val="#ppt_x"/>
                                          </p:val>
                                        </p:tav>
                                        <p:tav tm="100000">
                                          <p:val>
                                            <p:strVal val="#ppt_x"/>
                                          </p:val>
                                        </p:tav>
                                      </p:tavLst>
                                    </p:anim>
                                    <p:anim calcmode="lin" valueType="num">
                                      <p:cBhvr additive="base">
                                        <p:cTn id="51" dur="500" fill="hold"/>
                                        <p:tgtEl>
                                          <p:spTgt spid="50"/>
                                        </p:tgtEl>
                                        <p:attrNameLst>
                                          <p:attrName>ppt_y</p:attrName>
                                        </p:attrNameLst>
                                      </p:cBhvr>
                                      <p:tavLst>
                                        <p:tav tm="0">
                                          <p:val>
                                            <p:strVal val="1+#ppt_h/2"/>
                                          </p:val>
                                        </p:tav>
                                        <p:tav tm="100000">
                                          <p:val>
                                            <p:strVal val="#ppt_y"/>
                                          </p:val>
                                        </p:tav>
                                      </p:tavLst>
                                    </p:anim>
                                  </p:childTnLst>
                                </p:cTn>
                              </p:par>
                            </p:childTnLst>
                          </p:cTn>
                        </p:par>
                        <p:par>
                          <p:cTn id="52" fill="hold">
                            <p:stCondLst>
                              <p:cond delay="3250"/>
                            </p:stCondLst>
                            <p:childTnLst>
                              <p:par>
                                <p:cTn id="53" presetID="22" presetClass="entr" presetSubtype="8" fill="hold" grpId="0" nodeType="afterEffect">
                                  <p:stCondLst>
                                    <p:cond delay="0"/>
                                  </p:stCondLst>
                                  <p:childTnLst>
                                    <p:set>
                                      <p:cBhvr>
                                        <p:cTn id="54" dur="1" fill="hold">
                                          <p:stCondLst>
                                            <p:cond delay="0"/>
                                          </p:stCondLst>
                                        </p:cTn>
                                        <p:tgtEl>
                                          <p:spTgt spid="49">
                                            <p:txEl>
                                              <p:pRg st="0" end="0"/>
                                            </p:txEl>
                                          </p:spTgt>
                                        </p:tgtEl>
                                        <p:attrNameLst>
                                          <p:attrName>style.visibility</p:attrName>
                                        </p:attrNameLst>
                                      </p:cBhvr>
                                      <p:to>
                                        <p:strVal val="visible"/>
                                      </p:to>
                                    </p:set>
                                    <p:animEffect transition="in" filter="wipe(left)">
                                      <p:cBhvr>
                                        <p:cTn id="55" dur="500"/>
                                        <p:tgtEl>
                                          <p:spTgt spid="49">
                                            <p:txEl>
                                              <p:pRg st="0" end="0"/>
                                            </p:txEl>
                                          </p:spTgt>
                                        </p:tgtEl>
                                      </p:cBhvr>
                                    </p:animEffect>
                                  </p:childTnLst>
                                </p:cTn>
                              </p:par>
                            </p:childTnLst>
                          </p:cTn>
                        </p:par>
                        <p:par>
                          <p:cTn id="56" fill="hold">
                            <p:stCondLst>
                              <p:cond delay="3750"/>
                            </p:stCondLst>
                            <p:childTnLst>
                              <p:par>
                                <p:cTn id="57" presetID="2" presetClass="entr" presetSubtype="1" decel="100000" fill="hold" grpId="0" nodeType="afterEffect">
                                  <p:stCondLst>
                                    <p:cond delay="250"/>
                                  </p:stCondLst>
                                  <p:childTnLst>
                                    <p:set>
                                      <p:cBhvr>
                                        <p:cTn id="58" dur="1" fill="hold">
                                          <p:stCondLst>
                                            <p:cond delay="0"/>
                                          </p:stCondLst>
                                        </p:cTn>
                                        <p:tgtEl>
                                          <p:spTgt spid="54">
                                            <p:txEl>
                                              <p:pRg st="0" end="0"/>
                                            </p:txEl>
                                          </p:spTgt>
                                        </p:tgtEl>
                                        <p:attrNameLst>
                                          <p:attrName>style.visibility</p:attrName>
                                        </p:attrNameLst>
                                      </p:cBhvr>
                                      <p:to>
                                        <p:strVal val="visible"/>
                                      </p:to>
                                    </p:set>
                                    <p:anim calcmode="lin" valueType="num">
                                      <p:cBhvr additive="base">
                                        <p:cTn id="59"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4">
                                            <p:txEl>
                                              <p:pRg st="0" end="0"/>
                                            </p:txEl>
                                          </p:spTgt>
                                        </p:tgtEl>
                                        <p:attrNameLst>
                                          <p:attrName>ppt_y</p:attrName>
                                        </p:attrNameLst>
                                      </p:cBhvr>
                                      <p:tavLst>
                                        <p:tav tm="0">
                                          <p:val>
                                            <p:strVal val="0-#ppt_h/2"/>
                                          </p:val>
                                        </p:tav>
                                        <p:tav tm="100000">
                                          <p:val>
                                            <p:strVal val="#ppt_y"/>
                                          </p:val>
                                        </p:tav>
                                      </p:tavLst>
                                    </p:anim>
                                  </p:childTnLst>
                                </p:cTn>
                              </p:par>
                              <p:par>
                                <p:cTn id="61" presetID="21" presetClass="entr" presetSubtype="1" fill="hold" grpId="0" nodeType="withEffect">
                                  <p:stCondLst>
                                    <p:cond delay="250"/>
                                  </p:stCondLst>
                                  <p:childTnLst>
                                    <p:set>
                                      <p:cBhvr>
                                        <p:cTn id="62" dur="1" fill="hold">
                                          <p:stCondLst>
                                            <p:cond delay="0"/>
                                          </p:stCondLst>
                                        </p:cTn>
                                        <p:tgtEl>
                                          <p:spTgt spid="17"/>
                                        </p:tgtEl>
                                        <p:attrNameLst>
                                          <p:attrName>style.visibility</p:attrName>
                                        </p:attrNameLst>
                                      </p:cBhvr>
                                      <p:to>
                                        <p:strVal val="visible"/>
                                      </p:to>
                                    </p:set>
                                    <p:animEffect transition="in" filter="wheel(1)">
                                      <p:cBhvr>
                                        <p:cTn id="63" dur="1500"/>
                                        <p:tgtEl>
                                          <p:spTgt spid="17"/>
                                        </p:tgtEl>
                                      </p:cBhvr>
                                    </p:animEffect>
                                  </p:childTnLst>
                                </p:cTn>
                              </p:par>
                              <p:par>
                                <p:cTn id="64" presetID="2" presetClass="entr" presetSubtype="1" decel="100000" fill="hold" grpId="0" nodeType="withEffect">
                                  <p:stCondLst>
                                    <p:cond delay="350"/>
                                  </p:stCondLst>
                                  <p:childTnLst>
                                    <p:set>
                                      <p:cBhvr>
                                        <p:cTn id="65" dur="1" fill="hold">
                                          <p:stCondLst>
                                            <p:cond delay="0"/>
                                          </p:stCondLst>
                                        </p:cTn>
                                        <p:tgtEl>
                                          <p:spTgt spid="56"/>
                                        </p:tgtEl>
                                        <p:attrNameLst>
                                          <p:attrName>style.visibility</p:attrName>
                                        </p:attrNameLst>
                                      </p:cBhvr>
                                      <p:to>
                                        <p:strVal val="visible"/>
                                      </p:to>
                                    </p:set>
                                    <p:anim calcmode="lin" valueType="num">
                                      <p:cBhvr additive="base">
                                        <p:cTn id="66" dur="500" fill="hold"/>
                                        <p:tgtEl>
                                          <p:spTgt spid="56"/>
                                        </p:tgtEl>
                                        <p:attrNameLst>
                                          <p:attrName>ppt_x</p:attrName>
                                        </p:attrNameLst>
                                      </p:cBhvr>
                                      <p:tavLst>
                                        <p:tav tm="0">
                                          <p:val>
                                            <p:strVal val="#ppt_x"/>
                                          </p:val>
                                        </p:tav>
                                        <p:tav tm="100000">
                                          <p:val>
                                            <p:strVal val="#ppt_x"/>
                                          </p:val>
                                        </p:tav>
                                      </p:tavLst>
                                    </p:anim>
                                    <p:anim calcmode="lin" valueType="num">
                                      <p:cBhvr additive="base">
                                        <p:cTn id="67" dur="500" fill="hold"/>
                                        <p:tgtEl>
                                          <p:spTgt spid="56"/>
                                        </p:tgtEl>
                                        <p:attrNameLst>
                                          <p:attrName>ppt_y</p:attrName>
                                        </p:attrNameLst>
                                      </p:cBhvr>
                                      <p:tavLst>
                                        <p:tav tm="0">
                                          <p:val>
                                            <p:strVal val="0-#ppt_h/2"/>
                                          </p:val>
                                        </p:tav>
                                        <p:tav tm="100000">
                                          <p:val>
                                            <p:strVal val="#ppt_y"/>
                                          </p:val>
                                        </p:tav>
                                      </p:tavLst>
                                    </p:anim>
                                  </p:childTnLst>
                                </p:cTn>
                              </p:par>
                            </p:childTnLst>
                          </p:cTn>
                        </p:par>
                        <p:par>
                          <p:cTn id="68" fill="hold">
                            <p:stCondLst>
                              <p:cond delay="5500"/>
                            </p:stCondLst>
                            <p:childTnLst>
                              <p:par>
                                <p:cTn id="69" presetID="22" presetClass="entr" presetSubtype="8" fill="hold" grpId="0" nodeType="afterEffect">
                                  <p:stCondLst>
                                    <p:cond delay="0"/>
                                  </p:stCondLst>
                                  <p:childTnLst>
                                    <p:set>
                                      <p:cBhvr>
                                        <p:cTn id="70" dur="1" fill="hold">
                                          <p:stCondLst>
                                            <p:cond delay="0"/>
                                          </p:stCondLst>
                                        </p:cTn>
                                        <p:tgtEl>
                                          <p:spTgt spid="55">
                                            <p:txEl>
                                              <p:pRg st="0" end="0"/>
                                            </p:txEl>
                                          </p:spTgt>
                                        </p:tgtEl>
                                        <p:attrNameLst>
                                          <p:attrName>style.visibility</p:attrName>
                                        </p:attrNameLst>
                                      </p:cBhvr>
                                      <p:to>
                                        <p:strVal val="visible"/>
                                      </p:to>
                                    </p:set>
                                    <p:animEffect transition="in" filter="wipe(left)">
                                      <p:cBhvr>
                                        <p:cTn id="71" dur="500"/>
                                        <p:tgtEl>
                                          <p:spTgt spid="55">
                                            <p:txEl>
                                              <p:pRg st="0" end="0"/>
                                            </p:txEl>
                                          </p:spTgt>
                                        </p:tgtEl>
                                      </p:cBhvr>
                                    </p:animEffect>
                                  </p:childTnLst>
                                </p:cTn>
                              </p:par>
                            </p:childTnLst>
                          </p:cTn>
                        </p:par>
                        <p:par>
                          <p:cTn id="72" fill="hold">
                            <p:stCondLst>
                              <p:cond delay="6000"/>
                            </p:stCondLst>
                            <p:childTnLst>
                              <p:par>
                                <p:cTn id="73" presetID="2" presetClass="entr" presetSubtype="4" decel="100000" fill="hold" grpId="0" nodeType="afterEffect">
                                  <p:stCondLst>
                                    <p:cond delay="250"/>
                                  </p:stCondLst>
                                  <p:childTnLst>
                                    <p:set>
                                      <p:cBhvr>
                                        <p:cTn id="74" dur="1" fill="hold">
                                          <p:stCondLst>
                                            <p:cond delay="0"/>
                                          </p:stCondLst>
                                        </p:cTn>
                                        <p:tgtEl>
                                          <p:spTgt spid="60">
                                            <p:txEl>
                                              <p:pRg st="0" end="0"/>
                                            </p:txEl>
                                          </p:spTgt>
                                        </p:tgtEl>
                                        <p:attrNameLst>
                                          <p:attrName>style.visibility</p:attrName>
                                        </p:attrNameLst>
                                      </p:cBhvr>
                                      <p:to>
                                        <p:strVal val="visible"/>
                                      </p:to>
                                    </p:set>
                                    <p:anim calcmode="lin" valueType="num">
                                      <p:cBhvr additive="base">
                                        <p:cTn id="75" dur="500" fill="hold"/>
                                        <p:tgtEl>
                                          <p:spTgt spid="60">
                                            <p:txEl>
                                              <p:pRg st="0" end="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60">
                                            <p:txEl>
                                              <p:pRg st="0" end="0"/>
                                            </p:txEl>
                                          </p:spTgt>
                                        </p:tgtEl>
                                        <p:attrNameLst>
                                          <p:attrName>ppt_y</p:attrName>
                                        </p:attrNameLst>
                                      </p:cBhvr>
                                      <p:tavLst>
                                        <p:tav tm="0">
                                          <p:val>
                                            <p:strVal val="1+#ppt_h/2"/>
                                          </p:val>
                                        </p:tav>
                                        <p:tav tm="100000">
                                          <p:val>
                                            <p:strVal val="#ppt_y"/>
                                          </p:val>
                                        </p:tav>
                                      </p:tavLst>
                                    </p:anim>
                                  </p:childTnLst>
                                </p:cTn>
                              </p:par>
                              <p:par>
                                <p:cTn id="77" presetID="21" presetClass="entr" presetSubtype="1" fill="hold" grpId="0" nodeType="withEffect">
                                  <p:stCondLst>
                                    <p:cond delay="250"/>
                                  </p:stCondLst>
                                  <p:childTnLst>
                                    <p:set>
                                      <p:cBhvr>
                                        <p:cTn id="78" dur="1" fill="hold">
                                          <p:stCondLst>
                                            <p:cond delay="0"/>
                                          </p:stCondLst>
                                        </p:cTn>
                                        <p:tgtEl>
                                          <p:spTgt spid="18"/>
                                        </p:tgtEl>
                                        <p:attrNameLst>
                                          <p:attrName>style.visibility</p:attrName>
                                        </p:attrNameLst>
                                      </p:cBhvr>
                                      <p:to>
                                        <p:strVal val="visible"/>
                                      </p:to>
                                    </p:set>
                                    <p:animEffect transition="in" filter="wheel(1)">
                                      <p:cBhvr>
                                        <p:cTn id="79" dur="1500"/>
                                        <p:tgtEl>
                                          <p:spTgt spid="18"/>
                                        </p:tgtEl>
                                      </p:cBhvr>
                                    </p:animEffect>
                                  </p:childTnLst>
                                </p:cTn>
                              </p:par>
                              <p:par>
                                <p:cTn id="80" presetID="2" presetClass="entr" presetSubtype="4" decel="100000" fill="hold" grpId="0" nodeType="withEffect">
                                  <p:stCondLst>
                                    <p:cond delay="350"/>
                                  </p:stCondLst>
                                  <p:childTnLst>
                                    <p:set>
                                      <p:cBhvr>
                                        <p:cTn id="81" dur="1" fill="hold">
                                          <p:stCondLst>
                                            <p:cond delay="0"/>
                                          </p:stCondLst>
                                        </p:cTn>
                                        <p:tgtEl>
                                          <p:spTgt spid="62"/>
                                        </p:tgtEl>
                                        <p:attrNameLst>
                                          <p:attrName>style.visibility</p:attrName>
                                        </p:attrNameLst>
                                      </p:cBhvr>
                                      <p:to>
                                        <p:strVal val="visible"/>
                                      </p:to>
                                    </p:set>
                                    <p:anim calcmode="lin" valueType="num">
                                      <p:cBhvr additive="base">
                                        <p:cTn id="82" dur="500" fill="hold"/>
                                        <p:tgtEl>
                                          <p:spTgt spid="62"/>
                                        </p:tgtEl>
                                        <p:attrNameLst>
                                          <p:attrName>ppt_x</p:attrName>
                                        </p:attrNameLst>
                                      </p:cBhvr>
                                      <p:tavLst>
                                        <p:tav tm="0">
                                          <p:val>
                                            <p:strVal val="#ppt_x"/>
                                          </p:val>
                                        </p:tav>
                                        <p:tav tm="100000">
                                          <p:val>
                                            <p:strVal val="#ppt_x"/>
                                          </p:val>
                                        </p:tav>
                                      </p:tavLst>
                                    </p:anim>
                                    <p:anim calcmode="lin" valueType="num">
                                      <p:cBhvr additive="base">
                                        <p:cTn id="83" dur="500" fill="hold"/>
                                        <p:tgtEl>
                                          <p:spTgt spid="62"/>
                                        </p:tgtEl>
                                        <p:attrNameLst>
                                          <p:attrName>ppt_y</p:attrName>
                                        </p:attrNameLst>
                                      </p:cBhvr>
                                      <p:tavLst>
                                        <p:tav tm="0">
                                          <p:val>
                                            <p:strVal val="1+#ppt_h/2"/>
                                          </p:val>
                                        </p:tav>
                                        <p:tav tm="100000">
                                          <p:val>
                                            <p:strVal val="#ppt_y"/>
                                          </p:val>
                                        </p:tav>
                                      </p:tavLst>
                                    </p:anim>
                                  </p:childTnLst>
                                </p:cTn>
                              </p:par>
                            </p:childTnLst>
                          </p:cTn>
                        </p:par>
                        <p:par>
                          <p:cTn id="84" fill="hold">
                            <p:stCondLst>
                              <p:cond delay="7750"/>
                            </p:stCondLst>
                            <p:childTnLst>
                              <p:par>
                                <p:cTn id="85" presetID="22" presetClass="entr" presetSubtype="8" fill="hold" grpId="0" nodeType="afterEffect">
                                  <p:stCondLst>
                                    <p:cond delay="0"/>
                                  </p:stCondLst>
                                  <p:childTnLst>
                                    <p:set>
                                      <p:cBhvr>
                                        <p:cTn id="86" dur="1" fill="hold">
                                          <p:stCondLst>
                                            <p:cond delay="0"/>
                                          </p:stCondLst>
                                        </p:cTn>
                                        <p:tgtEl>
                                          <p:spTgt spid="61">
                                            <p:txEl>
                                              <p:pRg st="0" end="0"/>
                                            </p:txEl>
                                          </p:spTgt>
                                        </p:tgtEl>
                                        <p:attrNameLst>
                                          <p:attrName>style.visibility</p:attrName>
                                        </p:attrNameLst>
                                      </p:cBhvr>
                                      <p:to>
                                        <p:strVal val="visible"/>
                                      </p:to>
                                    </p:set>
                                    <p:animEffect transition="in" filter="wipe(left)">
                                      <p:cBhvr>
                                        <p:cTn id="87" dur="500"/>
                                        <p:tgtEl>
                                          <p:spTgt spid="61">
                                            <p:txEl>
                                              <p:pRg st="0" end="0"/>
                                            </p:txEl>
                                          </p:spTgt>
                                        </p:tgtEl>
                                      </p:cBhvr>
                                    </p:animEffect>
                                  </p:childTnLst>
                                </p:cTn>
                              </p:par>
                            </p:childTnLst>
                          </p:cTn>
                        </p:par>
                        <p:par>
                          <p:cTn id="88" fill="hold">
                            <p:stCondLst>
                              <p:cond delay="8250"/>
                            </p:stCondLst>
                            <p:childTnLst>
                              <p:par>
                                <p:cTn id="89" presetID="2" presetClass="entr" presetSubtype="1" decel="100000" fill="hold" grpId="0" nodeType="afterEffect">
                                  <p:stCondLst>
                                    <p:cond delay="250"/>
                                  </p:stCondLst>
                                  <p:childTnLst>
                                    <p:set>
                                      <p:cBhvr>
                                        <p:cTn id="90" dur="1" fill="hold">
                                          <p:stCondLst>
                                            <p:cond delay="0"/>
                                          </p:stCondLst>
                                        </p:cTn>
                                        <p:tgtEl>
                                          <p:spTgt spid="63">
                                            <p:txEl>
                                              <p:pRg st="0" end="0"/>
                                            </p:txEl>
                                          </p:spTgt>
                                        </p:tgtEl>
                                        <p:attrNameLst>
                                          <p:attrName>style.visibility</p:attrName>
                                        </p:attrNameLst>
                                      </p:cBhvr>
                                      <p:to>
                                        <p:strVal val="visible"/>
                                      </p:to>
                                    </p:set>
                                    <p:anim calcmode="lin" valueType="num">
                                      <p:cBhvr additive="base">
                                        <p:cTn id="91" dur="500" fill="hold"/>
                                        <p:tgtEl>
                                          <p:spTgt spid="63">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63">
                                            <p:txEl>
                                              <p:pRg st="0" end="0"/>
                                            </p:txEl>
                                          </p:spTgt>
                                        </p:tgtEl>
                                        <p:attrNameLst>
                                          <p:attrName>ppt_y</p:attrName>
                                        </p:attrNameLst>
                                      </p:cBhvr>
                                      <p:tavLst>
                                        <p:tav tm="0">
                                          <p:val>
                                            <p:strVal val="0-#ppt_h/2"/>
                                          </p:val>
                                        </p:tav>
                                        <p:tav tm="100000">
                                          <p:val>
                                            <p:strVal val="#ppt_y"/>
                                          </p:val>
                                        </p:tav>
                                      </p:tavLst>
                                    </p:anim>
                                  </p:childTnLst>
                                </p:cTn>
                              </p:par>
                              <p:par>
                                <p:cTn id="93" presetID="21" presetClass="entr" presetSubtype="1" fill="hold" grpId="0" nodeType="withEffect">
                                  <p:stCondLst>
                                    <p:cond delay="250"/>
                                  </p:stCondLst>
                                  <p:childTnLst>
                                    <p:set>
                                      <p:cBhvr>
                                        <p:cTn id="94" dur="1" fill="hold">
                                          <p:stCondLst>
                                            <p:cond delay="0"/>
                                          </p:stCondLst>
                                        </p:cTn>
                                        <p:tgtEl>
                                          <p:spTgt spid="19"/>
                                        </p:tgtEl>
                                        <p:attrNameLst>
                                          <p:attrName>style.visibility</p:attrName>
                                        </p:attrNameLst>
                                      </p:cBhvr>
                                      <p:to>
                                        <p:strVal val="visible"/>
                                      </p:to>
                                    </p:set>
                                    <p:animEffect transition="in" filter="wheel(1)">
                                      <p:cBhvr>
                                        <p:cTn id="95" dur="1500"/>
                                        <p:tgtEl>
                                          <p:spTgt spid="19"/>
                                        </p:tgtEl>
                                      </p:cBhvr>
                                    </p:animEffect>
                                  </p:childTnLst>
                                </p:cTn>
                              </p:par>
                              <p:par>
                                <p:cTn id="96" presetID="2" presetClass="entr" presetSubtype="1" decel="100000" fill="hold" grpId="0" nodeType="withEffect">
                                  <p:stCondLst>
                                    <p:cond delay="350"/>
                                  </p:stCondLst>
                                  <p:childTnLst>
                                    <p:set>
                                      <p:cBhvr>
                                        <p:cTn id="97" dur="1" fill="hold">
                                          <p:stCondLst>
                                            <p:cond delay="0"/>
                                          </p:stCondLst>
                                        </p:cTn>
                                        <p:tgtEl>
                                          <p:spTgt spid="65"/>
                                        </p:tgtEl>
                                        <p:attrNameLst>
                                          <p:attrName>style.visibility</p:attrName>
                                        </p:attrNameLst>
                                      </p:cBhvr>
                                      <p:to>
                                        <p:strVal val="visible"/>
                                      </p:to>
                                    </p:set>
                                    <p:anim calcmode="lin" valueType="num">
                                      <p:cBhvr additive="base">
                                        <p:cTn id="98" dur="500" fill="hold"/>
                                        <p:tgtEl>
                                          <p:spTgt spid="65"/>
                                        </p:tgtEl>
                                        <p:attrNameLst>
                                          <p:attrName>ppt_x</p:attrName>
                                        </p:attrNameLst>
                                      </p:cBhvr>
                                      <p:tavLst>
                                        <p:tav tm="0">
                                          <p:val>
                                            <p:strVal val="#ppt_x"/>
                                          </p:val>
                                        </p:tav>
                                        <p:tav tm="100000">
                                          <p:val>
                                            <p:strVal val="#ppt_x"/>
                                          </p:val>
                                        </p:tav>
                                      </p:tavLst>
                                    </p:anim>
                                    <p:anim calcmode="lin" valueType="num">
                                      <p:cBhvr additive="base">
                                        <p:cTn id="99" dur="500" fill="hold"/>
                                        <p:tgtEl>
                                          <p:spTgt spid="65"/>
                                        </p:tgtEl>
                                        <p:attrNameLst>
                                          <p:attrName>ppt_y</p:attrName>
                                        </p:attrNameLst>
                                      </p:cBhvr>
                                      <p:tavLst>
                                        <p:tav tm="0">
                                          <p:val>
                                            <p:strVal val="0-#ppt_h/2"/>
                                          </p:val>
                                        </p:tav>
                                        <p:tav tm="100000">
                                          <p:val>
                                            <p:strVal val="#ppt_y"/>
                                          </p:val>
                                        </p:tav>
                                      </p:tavLst>
                                    </p:anim>
                                  </p:childTnLst>
                                </p:cTn>
                              </p:par>
                            </p:childTnLst>
                          </p:cTn>
                        </p:par>
                        <p:par>
                          <p:cTn id="100" fill="hold">
                            <p:stCondLst>
                              <p:cond delay="10000"/>
                            </p:stCondLst>
                            <p:childTnLst>
                              <p:par>
                                <p:cTn id="101" presetID="22" presetClass="entr" presetSubtype="8" fill="hold" grpId="0" nodeType="afterEffect">
                                  <p:stCondLst>
                                    <p:cond delay="0"/>
                                  </p:stCondLst>
                                  <p:childTnLst>
                                    <p:set>
                                      <p:cBhvr>
                                        <p:cTn id="102" dur="1" fill="hold">
                                          <p:stCondLst>
                                            <p:cond delay="0"/>
                                          </p:stCondLst>
                                        </p:cTn>
                                        <p:tgtEl>
                                          <p:spTgt spid="64">
                                            <p:txEl>
                                              <p:pRg st="0" end="0"/>
                                            </p:txEl>
                                          </p:spTgt>
                                        </p:tgtEl>
                                        <p:attrNameLst>
                                          <p:attrName>style.visibility</p:attrName>
                                        </p:attrNameLst>
                                      </p:cBhvr>
                                      <p:to>
                                        <p:strVal val="visible"/>
                                      </p:to>
                                    </p:set>
                                    <p:animEffect transition="in" filter="wipe(left)">
                                      <p:cBhvr>
                                        <p:cTn id="103" dur="500"/>
                                        <p:tgtEl>
                                          <p:spTgt spid="64">
                                            <p:txEl>
                                              <p:pRg st="0" end="0"/>
                                            </p:txEl>
                                          </p:spTgt>
                                        </p:tgtEl>
                                      </p:cBhvr>
                                    </p:animEffect>
                                  </p:childTnLst>
                                </p:cTn>
                              </p:par>
                            </p:childTnLst>
                          </p:cTn>
                        </p:par>
                        <p:par>
                          <p:cTn id="104" fill="hold">
                            <p:stCondLst>
                              <p:cond delay="10500"/>
                            </p:stCondLst>
                            <p:childTnLst>
                              <p:par>
                                <p:cTn id="105" presetID="2" presetClass="entr" presetSubtype="4" decel="100000" fill="hold" grpId="0" nodeType="afterEffect">
                                  <p:stCondLst>
                                    <p:cond delay="250"/>
                                  </p:stCondLst>
                                  <p:childTnLst>
                                    <p:set>
                                      <p:cBhvr>
                                        <p:cTn id="106" dur="1" fill="hold">
                                          <p:stCondLst>
                                            <p:cond delay="0"/>
                                          </p:stCondLst>
                                        </p:cTn>
                                        <p:tgtEl>
                                          <p:spTgt spid="66">
                                            <p:txEl>
                                              <p:pRg st="0" end="0"/>
                                            </p:txEl>
                                          </p:spTgt>
                                        </p:tgtEl>
                                        <p:attrNameLst>
                                          <p:attrName>style.visibility</p:attrName>
                                        </p:attrNameLst>
                                      </p:cBhvr>
                                      <p:to>
                                        <p:strVal val="visible"/>
                                      </p:to>
                                    </p:set>
                                    <p:anim calcmode="lin" valueType="num">
                                      <p:cBhvr additive="base">
                                        <p:cTn id="107" dur="500" fill="hold"/>
                                        <p:tgtEl>
                                          <p:spTgt spid="66">
                                            <p:txEl>
                                              <p:pRg st="0" end="0"/>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66">
                                            <p:txEl>
                                              <p:pRg st="0" end="0"/>
                                            </p:txEl>
                                          </p:spTgt>
                                        </p:tgtEl>
                                        <p:attrNameLst>
                                          <p:attrName>ppt_y</p:attrName>
                                        </p:attrNameLst>
                                      </p:cBhvr>
                                      <p:tavLst>
                                        <p:tav tm="0">
                                          <p:val>
                                            <p:strVal val="1+#ppt_h/2"/>
                                          </p:val>
                                        </p:tav>
                                        <p:tav tm="100000">
                                          <p:val>
                                            <p:strVal val="#ppt_y"/>
                                          </p:val>
                                        </p:tav>
                                      </p:tavLst>
                                    </p:anim>
                                  </p:childTnLst>
                                </p:cTn>
                              </p:par>
                              <p:par>
                                <p:cTn id="109" presetID="21" presetClass="entr" presetSubtype="1" fill="hold" grpId="0" nodeType="withEffect">
                                  <p:stCondLst>
                                    <p:cond delay="250"/>
                                  </p:stCondLst>
                                  <p:childTnLst>
                                    <p:set>
                                      <p:cBhvr>
                                        <p:cTn id="110" dur="1" fill="hold">
                                          <p:stCondLst>
                                            <p:cond delay="0"/>
                                          </p:stCondLst>
                                        </p:cTn>
                                        <p:tgtEl>
                                          <p:spTgt spid="20"/>
                                        </p:tgtEl>
                                        <p:attrNameLst>
                                          <p:attrName>style.visibility</p:attrName>
                                        </p:attrNameLst>
                                      </p:cBhvr>
                                      <p:to>
                                        <p:strVal val="visible"/>
                                      </p:to>
                                    </p:set>
                                    <p:animEffect transition="in" filter="wheel(1)">
                                      <p:cBhvr>
                                        <p:cTn id="111" dur="1500"/>
                                        <p:tgtEl>
                                          <p:spTgt spid="20"/>
                                        </p:tgtEl>
                                      </p:cBhvr>
                                    </p:animEffect>
                                  </p:childTnLst>
                                </p:cTn>
                              </p:par>
                              <p:par>
                                <p:cTn id="112" presetID="2" presetClass="entr" presetSubtype="4" decel="100000" fill="hold" grpId="0" nodeType="withEffect">
                                  <p:stCondLst>
                                    <p:cond delay="350"/>
                                  </p:stCondLst>
                                  <p:childTnLst>
                                    <p:set>
                                      <p:cBhvr>
                                        <p:cTn id="113" dur="1" fill="hold">
                                          <p:stCondLst>
                                            <p:cond delay="0"/>
                                          </p:stCondLst>
                                        </p:cTn>
                                        <p:tgtEl>
                                          <p:spTgt spid="68"/>
                                        </p:tgtEl>
                                        <p:attrNameLst>
                                          <p:attrName>style.visibility</p:attrName>
                                        </p:attrNameLst>
                                      </p:cBhvr>
                                      <p:to>
                                        <p:strVal val="visible"/>
                                      </p:to>
                                    </p:set>
                                    <p:anim calcmode="lin" valueType="num">
                                      <p:cBhvr additive="base">
                                        <p:cTn id="114" dur="500" fill="hold"/>
                                        <p:tgtEl>
                                          <p:spTgt spid="68"/>
                                        </p:tgtEl>
                                        <p:attrNameLst>
                                          <p:attrName>ppt_x</p:attrName>
                                        </p:attrNameLst>
                                      </p:cBhvr>
                                      <p:tavLst>
                                        <p:tav tm="0">
                                          <p:val>
                                            <p:strVal val="#ppt_x"/>
                                          </p:val>
                                        </p:tav>
                                        <p:tav tm="100000">
                                          <p:val>
                                            <p:strVal val="#ppt_x"/>
                                          </p:val>
                                        </p:tav>
                                      </p:tavLst>
                                    </p:anim>
                                    <p:anim calcmode="lin" valueType="num">
                                      <p:cBhvr additive="base">
                                        <p:cTn id="115" dur="500" fill="hold"/>
                                        <p:tgtEl>
                                          <p:spTgt spid="68"/>
                                        </p:tgtEl>
                                        <p:attrNameLst>
                                          <p:attrName>ppt_y</p:attrName>
                                        </p:attrNameLst>
                                      </p:cBhvr>
                                      <p:tavLst>
                                        <p:tav tm="0">
                                          <p:val>
                                            <p:strVal val="1+#ppt_h/2"/>
                                          </p:val>
                                        </p:tav>
                                        <p:tav tm="100000">
                                          <p:val>
                                            <p:strVal val="#ppt_y"/>
                                          </p:val>
                                        </p:tav>
                                      </p:tavLst>
                                    </p:anim>
                                  </p:childTnLst>
                                </p:cTn>
                              </p:par>
                            </p:childTnLst>
                          </p:cTn>
                        </p:par>
                        <p:par>
                          <p:cTn id="116" fill="hold">
                            <p:stCondLst>
                              <p:cond delay="12250"/>
                            </p:stCondLst>
                            <p:childTnLst>
                              <p:par>
                                <p:cTn id="117" presetID="22" presetClass="entr" presetSubtype="8" fill="hold" grpId="0" nodeType="afterEffect">
                                  <p:stCondLst>
                                    <p:cond delay="0"/>
                                  </p:stCondLst>
                                  <p:childTnLst>
                                    <p:set>
                                      <p:cBhvr>
                                        <p:cTn id="118" dur="1" fill="hold">
                                          <p:stCondLst>
                                            <p:cond delay="0"/>
                                          </p:stCondLst>
                                        </p:cTn>
                                        <p:tgtEl>
                                          <p:spTgt spid="67">
                                            <p:txEl>
                                              <p:pRg st="0" end="0"/>
                                            </p:txEl>
                                          </p:spTgt>
                                        </p:tgtEl>
                                        <p:attrNameLst>
                                          <p:attrName>style.visibility</p:attrName>
                                        </p:attrNameLst>
                                      </p:cBhvr>
                                      <p:to>
                                        <p:strVal val="visible"/>
                                      </p:to>
                                    </p:set>
                                    <p:animEffect transition="in" filter="wipe(left)">
                                      <p:cBhvr>
                                        <p:cTn id="119" dur="500"/>
                                        <p:tgtEl>
                                          <p:spTgt spid="67">
                                            <p:txEl>
                                              <p:pRg st="0" end="0"/>
                                            </p:txEl>
                                          </p:spTgt>
                                        </p:tgtEl>
                                      </p:cBhvr>
                                    </p:animEffect>
                                  </p:childTnLst>
                                </p:cTn>
                              </p:par>
                            </p:childTnLst>
                          </p:cTn>
                        </p:par>
                        <p:par>
                          <p:cTn id="120" fill="hold">
                            <p:stCondLst>
                              <p:cond delay="12750"/>
                            </p:stCondLst>
                            <p:childTnLst>
                              <p:par>
                                <p:cTn id="121" presetID="2" presetClass="entr" presetSubtype="1" decel="100000" fill="hold" grpId="0" nodeType="afterEffect">
                                  <p:stCondLst>
                                    <p:cond delay="250"/>
                                  </p:stCondLst>
                                  <p:childTnLst>
                                    <p:set>
                                      <p:cBhvr>
                                        <p:cTn id="122" dur="1" fill="hold">
                                          <p:stCondLst>
                                            <p:cond delay="0"/>
                                          </p:stCondLst>
                                        </p:cTn>
                                        <p:tgtEl>
                                          <p:spTgt spid="69">
                                            <p:txEl>
                                              <p:pRg st="0" end="0"/>
                                            </p:txEl>
                                          </p:spTgt>
                                        </p:tgtEl>
                                        <p:attrNameLst>
                                          <p:attrName>style.visibility</p:attrName>
                                        </p:attrNameLst>
                                      </p:cBhvr>
                                      <p:to>
                                        <p:strVal val="visible"/>
                                      </p:to>
                                    </p:set>
                                    <p:anim calcmode="lin" valueType="num">
                                      <p:cBhvr additive="base">
                                        <p:cTn id="123" dur="500" fill="hold"/>
                                        <p:tgtEl>
                                          <p:spTgt spid="69">
                                            <p:txEl>
                                              <p:pRg st="0" end="0"/>
                                            </p:txEl>
                                          </p:spTgt>
                                        </p:tgtEl>
                                        <p:attrNameLst>
                                          <p:attrName>ppt_x</p:attrName>
                                        </p:attrNameLst>
                                      </p:cBhvr>
                                      <p:tavLst>
                                        <p:tav tm="0">
                                          <p:val>
                                            <p:strVal val="#ppt_x"/>
                                          </p:val>
                                        </p:tav>
                                        <p:tav tm="100000">
                                          <p:val>
                                            <p:strVal val="#ppt_x"/>
                                          </p:val>
                                        </p:tav>
                                      </p:tavLst>
                                    </p:anim>
                                    <p:anim calcmode="lin" valueType="num">
                                      <p:cBhvr additive="base">
                                        <p:cTn id="124" dur="500" fill="hold"/>
                                        <p:tgtEl>
                                          <p:spTgt spid="69">
                                            <p:txEl>
                                              <p:pRg st="0" end="0"/>
                                            </p:txEl>
                                          </p:spTgt>
                                        </p:tgtEl>
                                        <p:attrNameLst>
                                          <p:attrName>ppt_y</p:attrName>
                                        </p:attrNameLst>
                                      </p:cBhvr>
                                      <p:tavLst>
                                        <p:tav tm="0">
                                          <p:val>
                                            <p:strVal val="0-#ppt_h/2"/>
                                          </p:val>
                                        </p:tav>
                                        <p:tav tm="100000">
                                          <p:val>
                                            <p:strVal val="#ppt_y"/>
                                          </p:val>
                                        </p:tav>
                                      </p:tavLst>
                                    </p:anim>
                                  </p:childTnLst>
                                </p:cTn>
                              </p:par>
                              <p:par>
                                <p:cTn id="125" presetID="21" presetClass="entr" presetSubtype="1" fill="hold" grpId="0" nodeType="withEffect">
                                  <p:stCondLst>
                                    <p:cond delay="250"/>
                                  </p:stCondLst>
                                  <p:childTnLst>
                                    <p:set>
                                      <p:cBhvr>
                                        <p:cTn id="126" dur="1" fill="hold">
                                          <p:stCondLst>
                                            <p:cond delay="0"/>
                                          </p:stCondLst>
                                        </p:cTn>
                                        <p:tgtEl>
                                          <p:spTgt spid="21"/>
                                        </p:tgtEl>
                                        <p:attrNameLst>
                                          <p:attrName>style.visibility</p:attrName>
                                        </p:attrNameLst>
                                      </p:cBhvr>
                                      <p:to>
                                        <p:strVal val="visible"/>
                                      </p:to>
                                    </p:set>
                                    <p:animEffect transition="in" filter="wheel(1)">
                                      <p:cBhvr>
                                        <p:cTn id="127" dur="1500"/>
                                        <p:tgtEl>
                                          <p:spTgt spid="21"/>
                                        </p:tgtEl>
                                      </p:cBhvr>
                                    </p:animEffect>
                                  </p:childTnLst>
                                </p:cTn>
                              </p:par>
                              <p:par>
                                <p:cTn id="128" presetID="2" presetClass="entr" presetSubtype="1" decel="100000" fill="hold" grpId="0" nodeType="withEffect">
                                  <p:stCondLst>
                                    <p:cond delay="350"/>
                                  </p:stCondLst>
                                  <p:childTnLst>
                                    <p:set>
                                      <p:cBhvr>
                                        <p:cTn id="129" dur="1" fill="hold">
                                          <p:stCondLst>
                                            <p:cond delay="0"/>
                                          </p:stCondLst>
                                        </p:cTn>
                                        <p:tgtEl>
                                          <p:spTgt spid="71"/>
                                        </p:tgtEl>
                                        <p:attrNameLst>
                                          <p:attrName>style.visibility</p:attrName>
                                        </p:attrNameLst>
                                      </p:cBhvr>
                                      <p:to>
                                        <p:strVal val="visible"/>
                                      </p:to>
                                    </p:set>
                                    <p:anim calcmode="lin" valueType="num">
                                      <p:cBhvr additive="base">
                                        <p:cTn id="130" dur="500" fill="hold"/>
                                        <p:tgtEl>
                                          <p:spTgt spid="71"/>
                                        </p:tgtEl>
                                        <p:attrNameLst>
                                          <p:attrName>ppt_x</p:attrName>
                                        </p:attrNameLst>
                                      </p:cBhvr>
                                      <p:tavLst>
                                        <p:tav tm="0">
                                          <p:val>
                                            <p:strVal val="#ppt_x"/>
                                          </p:val>
                                        </p:tav>
                                        <p:tav tm="100000">
                                          <p:val>
                                            <p:strVal val="#ppt_x"/>
                                          </p:val>
                                        </p:tav>
                                      </p:tavLst>
                                    </p:anim>
                                    <p:anim calcmode="lin" valueType="num">
                                      <p:cBhvr additive="base">
                                        <p:cTn id="131" dur="500" fill="hold"/>
                                        <p:tgtEl>
                                          <p:spTgt spid="71"/>
                                        </p:tgtEl>
                                        <p:attrNameLst>
                                          <p:attrName>ppt_y</p:attrName>
                                        </p:attrNameLst>
                                      </p:cBhvr>
                                      <p:tavLst>
                                        <p:tav tm="0">
                                          <p:val>
                                            <p:strVal val="0-#ppt_h/2"/>
                                          </p:val>
                                        </p:tav>
                                        <p:tav tm="100000">
                                          <p:val>
                                            <p:strVal val="#ppt_y"/>
                                          </p:val>
                                        </p:tav>
                                      </p:tavLst>
                                    </p:anim>
                                  </p:childTnLst>
                                </p:cTn>
                              </p:par>
                            </p:childTnLst>
                          </p:cTn>
                        </p:par>
                        <p:par>
                          <p:cTn id="132" fill="hold">
                            <p:stCondLst>
                              <p:cond delay="14500"/>
                            </p:stCondLst>
                            <p:childTnLst>
                              <p:par>
                                <p:cTn id="133" presetID="22" presetClass="entr" presetSubtype="8" fill="hold" grpId="0" nodeType="afterEffect">
                                  <p:stCondLst>
                                    <p:cond delay="0"/>
                                  </p:stCondLst>
                                  <p:childTnLst>
                                    <p:set>
                                      <p:cBhvr>
                                        <p:cTn id="134" dur="1" fill="hold">
                                          <p:stCondLst>
                                            <p:cond delay="0"/>
                                          </p:stCondLst>
                                        </p:cTn>
                                        <p:tgtEl>
                                          <p:spTgt spid="70">
                                            <p:txEl>
                                              <p:pRg st="0" end="0"/>
                                            </p:txEl>
                                          </p:spTgt>
                                        </p:tgtEl>
                                        <p:attrNameLst>
                                          <p:attrName>style.visibility</p:attrName>
                                        </p:attrNameLst>
                                      </p:cBhvr>
                                      <p:to>
                                        <p:strVal val="visible"/>
                                      </p:to>
                                    </p:set>
                                    <p:animEffect transition="in" filter="wipe(left)">
                                      <p:cBhvr>
                                        <p:cTn id="135" dur="500"/>
                                        <p:tgtEl>
                                          <p:spTgt spid="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16" grpId="0" animBg="1"/>
      <p:bldP spid="17" grpId="0" animBg="1"/>
      <p:bldP spid="18" grpId="0" animBg="1"/>
      <p:bldP spid="19" grpId="0" animBg="1"/>
      <p:bldP spid="20" grpId="0" animBg="1"/>
      <p:bldP spid="21"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11" grpId="0" animBg="1"/>
      <p:bldP spid="12" grpId="0" animBg="1"/>
      <p:bldP spid="13" grpId="0" animBg="1"/>
      <p:bldP spid="14" grpId="0" animBg="1"/>
      <p:bldP spid="15" grpId="0" animBg="1"/>
      <p:bldP spid="48" grpId="0" build="p">
        <p:tmplLst>
          <p:tmpl lvl="1">
            <p:tnLst>
              <p:par>
                <p:cTn presetID="2" presetClass="entr" presetSubtype="4" decel="100000" fill="hold" nodeType="after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build="p">
        <p:tmplLst>
          <p:tmpl lvl="1">
            <p:tnLst>
              <p:par>
                <p:cTn presetID="22" presetClass="entr" presetSubtype="8" fill="hold" nodeType="after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wipe(left)">
                      <p:cBhvr>
                        <p:cTn dur="500"/>
                        <p:tgtEl>
                          <p:spTgt spid="49"/>
                        </p:tgtEl>
                      </p:cBhvr>
                    </p:animEffect>
                  </p:childTnLst>
                </p:cTn>
              </p:par>
            </p:tnLst>
          </p:tmpl>
        </p:tmplLst>
      </p:bldP>
      <p:bldP spid="50" grpId="0" animBg="1"/>
      <p:bldP spid="54" grpId="0" build="p">
        <p:tmplLst>
          <p:tmpl lvl="1">
            <p:tnLst>
              <p:par>
                <p:cTn presetID="2" presetClass="entr" presetSubtype="1" decel="100000" fill="hold" nodeType="afterEffect">
                  <p:stCondLst>
                    <p:cond delay="25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ppt_x"/>
                          </p:val>
                        </p:tav>
                        <p:tav tm="100000">
                          <p:val>
                            <p:strVal val="#ppt_x"/>
                          </p:val>
                        </p:tav>
                      </p:tavLst>
                    </p:anim>
                    <p:anim calcmode="lin" valueType="num">
                      <p:cBhvr additive="base">
                        <p:cTn dur="500" fill="hold"/>
                        <p:tgtEl>
                          <p:spTgt spid="54"/>
                        </p:tgtEl>
                        <p:attrNameLst>
                          <p:attrName>ppt_y</p:attrName>
                        </p:attrNameLst>
                      </p:cBhvr>
                      <p:tavLst>
                        <p:tav tm="0">
                          <p:val>
                            <p:strVal val="0-#ppt_h/2"/>
                          </p:val>
                        </p:tav>
                        <p:tav tm="100000">
                          <p:val>
                            <p:strVal val="#ppt_y"/>
                          </p:val>
                        </p:tav>
                      </p:tavLst>
                    </p:anim>
                  </p:childTnLst>
                </p:cTn>
              </p:par>
            </p:tnLst>
          </p:tmpl>
        </p:tmplLst>
      </p:bldP>
      <p:bldP spid="55" grpId="0" build="p">
        <p:tmplLst>
          <p:tmpl lvl="1">
            <p:tnLst>
              <p:par>
                <p:cTn presetID="22" presetClass="entr" presetSubtype="8" fill="hold" nodeType="after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wipe(left)">
                      <p:cBhvr>
                        <p:cTn dur="500"/>
                        <p:tgtEl>
                          <p:spTgt spid="55"/>
                        </p:tgtEl>
                      </p:cBhvr>
                    </p:animEffect>
                  </p:childTnLst>
                </p:cTn>
              </p:par>
            </p:tnLst>
          </p:tmpl>
        </p:tmplLst>
      </p:bldP>
      <p:bldP spid="56" grpId="0" animBg="1"/>
      <p:bldP spid="60" grpId="0" build="p">
        <p:tmplLst>
          <p:tmpl lvl="1">
            <p:tnLst>
              <p:par>
                <p:cTn presetID="2" presetClass="entr" presetSubtype="4" decel="100000" fill="hold" nodeType="afterEffect">
                  <p:stCondLst>
                    <p:cond delay="25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500" fill="hold"/>
                        <p:tgtEl>
                          <p:spTgt spid="60"/>
                        </p:tgtEl>
                        <p:attrNameLst>
                          <p:attrName>ppt_x</p:attrName>
                        </p:attrNameLst>
                      </p:cBhvr>
                      <p:tavLst>
                        <p:tav tm="0">
                          <p:val>
                            <p:strVal val="#ppt_x"/>
                          </p:val>
                        </p:tav>
                        <p:tav tm="100000">
                          <p:val>
                            <p:strVal val="#ppt_x"/>
                          </p:val>
                        </p:tav>
                      </p:tavLst>
                    </p:anim>
                    <p:anim calcmode="lin" valueType="num">
                      <p:cBhvr additive="base">
                        <p:cTn dur="500" fill="hold"/>
                        <p:tgtEl>
                          <p:spTgt spid="60"/>
                        </p:tgtEl>
                        <p:attrNameLst>
                          <p:attrName>ppt_y</p:attrName>
                        </p:attrNameLst>
                      </p:cBhvr>
                      <p:tavLst>
                        <p:tav tm="0">
                          <p:val>
                            <p:strVal val="1+#ppt_h/2"/>
                          </p:val>
                        </p:tav>
                        <p:tav tm="100000">
                          <p:val>
                            <p:strVal val="#ppt_y"/>
                          </p:val>
                        </p:tav>
                      </p:tavLst>
                    </p:anim>
                  </p:childTnLst>
                </p:cTn>
              </p:par>
            </p:tnLst>
          </p:tmpl>
        </p:tmplLst>
      </p:bldP>
      <p:bldP spid="61" grpId="0" build="p">
        <p:tmplLst>
          <p:tmpl lvl="1">
            <p:tnLst>
              <p:par>
                <p:cTn presetID="22" presetClass="entr" presetSubtype="8"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left)">
                      <p:cBhvr>
                        <p:cTn dur="500"/>
                        <p:tgtEl>
                          <p:spTgt spid="61"/>
                        </p:tgtEl>
                      </p:cBhvr>
                    </p:animEffect>
                  </p:childTnLst>
                </p:cTn>
              </p:par>
            </p:tnLst>
          </p:tmpl>
        </p:tmplLst>
      </p:bldP>
      <p:bldP spid="62" grpId="0" animBg="1"/>
      <p:bldP spid="63" grpId="0" build="p">
        <p:tmplLst>
          <p:tmpl lvl="1">
            <p:tnLst>
              <p:par>
                <p:cTn presetID="2" presetClass="entr" presetSubtype="1" decel="100000" fill="hold" nodeType="afterEffect">
                  <p:stCondLst>
                    <p:cond delay="25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500" fill="hold"/>
                        <p:tgtEl>
                          <p:spTgt spid="63"/>
                        </p:tgtEl>
                        <p:attrNameLst>
                          <p:attrName>ppt_x</p:attrName>
                        </p:attrNameLst>
                      </p:cBhvr>
                      <p:tavLst>
                        <p:tav tm="0">
                          <p:val>
                            <p:strVal val="#ppt_x"/>
                          </p:val>
                        </p:tav>
                        <p:tav tm="100000">
                          <p:val>
                            <p:strVal val="#ppt_x"/>
                          </p:val>
                        </p:tav>
                      </p:tavLst>
                    </p:anim>
                    <p:anim calcmode="lin" valueType="num">
                      <p:cBhvr additive="base">
                        <p:cTn dur="500" fill="hold"/>
                        <p:tgtEl>
                          <p:spTgt spid="63"/>
                        </p:tgtEl>
                        <p:attrNameLst>
                          <p:attrName>ppt_y</p:attrName>
                        </p:attrNameLst>
                      </p:cBhvr>
                      <p:tavLst>
                        <p:tav tm="0">
                          <p:val>
                            <p:strVal val="0-#ppt_h/2"/>
                          </p:val>
                        </p:tav>
                        <p:tav tm="100000">
                          <p:val>
                            <p:strVal val="#ppt_y"/>
                          </p:val>
                        </p:tav>
                      </p:tavLst>
                    </p:anim>
                  </p:childTnLst>
                </p:cTn>
              </p:par>
            </p:tnLst>
          </p:tmpl>
        </p:tmplLst>
      </p:bldP>
      <p:bldP spid="64" grpId="0" build="p">
        <p:tmplLst>
          <p:tmpl lvl="1">
            <p:tnLst>
              <p:par>
                <p:cTn presetID="22" presetClass="entr" presetSubtype="8" fill="hold" nodeType="after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wipe(left)">
                      <p:cBhvr>
                        <p:cTn dur="500"/>
                        <p:tgtEl>
                          <p:spTgt spid="64"/>
                        </p:tgtEl>
                      </p:cBhvr>
                    </p:animEffect>
                  </p:childTnLst>
                </p:cTn>
              </p:par>
            </p:tnLst>
          </p:tmpl>
        </p:tmplLst>
      </p:bldP>
      <p:bldP spid="65" grpId="0" animBg="1"/>
      <p:bldP spid="66" grpId="0" build="p">
        <p:tmplLst>
          <p:tmpl lvl="1">
            <p:tnLst>
              <p:par>
                <p:cTn presetID="2" presetClass="entr" presetSubtype="4" decel="100000" fill="hold" nodeType="afterEffect">
                  <p:stCondLst>
                    <p:cond delay="250"/>
                  </p:stCondLst>
                  <p:childTnLst>
                    <p:set>
                      <p:cBhvr>
                        <p:cTn dur="1" fill="hold">
                          <p:stCondLst>
                            <p:cond delay="0"/>
                          </p:stCondLst>
                        </p:cTn>
                        <p:tgtEl>
                          <p:spTgt spid="66"/>
                        </p:tgtEl>
                        <p:attrNameLst>
                          <p:attrName>style.visibility</p:attrName>
                        </p:attrNameLst>
                      </p:cBhvr>
                      <p:to>
                        <p:strVal val="visible"/>
                      </p:to>
                    </p:set>
                    <p:anim calcmode="lin" valueType="num">
                      <p:cBhvr additive="base">
                        <p:cTn dur="500" fill="hold"/>
                        <p:tgtEl>
                          <p:spTgt spid="66"/>
                        </p:tgtEl>
                        <p:attrNameLst>
                          <p:attrName>ppt_x</p:attrName>
                        </p:attrNameLst>
                      </p:cBhvr>
                      <p:tavLst>
                        <p:tav tm="0">
                          <p:val>
                            <p:strVal val="#ppt_x"/>
                          </p:val>
                        </p:tav>
                        <p:tav tm="100000">
                          <p:val>
                            <p:strVal val="#ppt_x"/>
                          </p:val>
                        </p:tav>
                      </p:tavLst>
                    </p:anim>
                    <p:anim calcmode="lin" valueType="num">
                      <p:cBhvr additive="base">
                        <p:cTn dur="500" fill="hold"/>
                        <p:tgtEl>
                          <p:spTgt spid="66"/>
                        </p:tgtEl>
                        <p:attrNameLst>
                          <p:attrName>ppt_y</p:attrName>
                        </p:attrNameLst>
                      </p:cBhvr>
                      <p:tavLst>
                        <p:tav tm="0">
                          <p:val>
                            <p:strVal val="1+#ppt_h/2"/>
                          </p:val>
                        </p:tav>
                        <p:tav tm="100000">
                          <p:val>
                            <p:strVal val="#ppt_y"/>
                          </p:val>
                        </p:tav>
                      </p:tavLst>
                    </p:anim>
                  </p:childTnLst>
                </p:cTn>
              </p:par>
            </p:tnLst>
          </p:tmpl>
        </p:tmplLst>
      </p:bldP>
      <p:bldP spid="67" grpId="0" build="p">
        <p:tmplLst>
          <p:tmpl lvl="1">
            <p:tnLst>
              <p:par>
                <p:cTn presetID="22" presetClass="entr" presetSubtype="8" fill="hold" nodeType="afterEffect">
                  <p:stCondLst>
                    <p:cond delay="0"/>
                  </p:stCondLst>
                  <p:childTnLst>
                    <p:set>
                      <p:cBhvr>
                        <p:cTn dur="1" fill="hold">
                          <p:stCondLst>
                            <p:cond delay="0"/>
                          </p:stCondLst>
                        </p:cTn>
                        <p:tgtEl>
                          <p:spTgt spid="67"/>
                        </p:tgtEl>
                        <p:attrNameLst>
                          <p:attrName>style.visibility</p:attrName>
                        </p:attrNameLst>
                      </p:cBhvr>
                      <p:to>
                        <p:strVal val="visible"/>
                      </p:to>
                    </p:set>
                    <p:animEffect transition="in" filter="wipe(left)">
                      <p:cBhvr>
                        <p:cTn dur="500"/>
                        <p:tgtEl>
                          <p:spTgt spid="67"/>
                        </p:tgtEl>
                      </p:cBhvr>
                    </p:animEffect>
                  </p:childTnLst>
                </p:cTn>
              </p:par>
            </p:tnLst>
          </p:tmpl>
        </p:tmplLst>
      </p:bldP>
      <p:bldP spid="68" grpId="0" animBg="1"/>
      <p:bldP spid="69" grpId="0" build="p">
        <p:tmplLst>
          <p:tmpl lvl="1">
            <p:tnLst>
              <p:par>
                <p:cTn presetID="2" presetClass="entr" presetSubtype="1" decel="100000" fill="hold" nodeType="afterEffect">
                  <p:stCondLst>
                    <p:cond delay="250"/>
                  </p:stCondLst>
                  <p:childTnLst>
                    <p:set>
                      <p:cBhvr>
                        <p:cTn dur="1" fill="hold">
                          <p:stCondLst>
                            <p:cond delay="0"/>
                          </p:stCondLst>
                        </p:cTn>
                        <p:tgtEl>
                          <p:spTgt spid="69"/>
                        </p:tgtEl>
                        <p:attrNameLst>
                          <p:attrName>style.visibility</p:attrName>
                        </p:attrNameLst>
                      </p:cBhvr>
                      <p:to>
                        <p:strVal val="visible"/>
                      </p:to>
                    </p:set>
                    <p:anim calcmode="lin" valueType="num">
                      <p:cBhvr additive="base">
                        <p:cTn dur="500" fill="hold"/>
                        <p:tgtEl>
                          <p:spTgt spid="69"/>
                        </p:tgtEl>
                        <p:attrNameLst>
                          <p:attrName>ppt_x</p:attrName>
                        </p:attrNameLst>
                      </p:cBhvr>
                      <p:tavLst>
                        <p:tav tm="0">
                          <p:val>
                            <p:strVal val="#ppt_x"/>
                          </p:val>
                        </p:tav>
                        <p:tav tm="100000">
                          <p:val>
                            <p:strVal val="#ppt_x"/>
                          </p:val>
                        </p:tav>
                      </p:tavLst>
                    </p:anim>
                    <p:anim calcmode="lin" valueType="num">
                      <p:cBhvr additive="base">
                        <p:cTn dur="500" fill="hold"/>
                        <p:tgtEl>
                          <p:spTgt spid="69"/>
                        </p:tgtEl>
                        <p:attrNameLst>
                          <p:attrName>ppt_y</p:attrName>
                        </p:attrNameLst>
                      </p:cBhvr>
                      <p:tavLst>
                        <p:tav tm="0">
                          <p:val>
                            <p:strVal val="0-#ppt_h/2"/>
                          </p:val>
                        </p:tav>
                        <p:tav tm="100000">
                          <p:val>
                            <p:strVal val="#ppt_y"/>
                          </p:val>
                        </p:tav>
                      </p:tavLst>
                    </p:anim>
                  </p:childTnLst>
                </p:cTn>
              </p:par>
            </p:tnLst>
          </p:tmpl>
        </p:tmplLst>
      </p:bldP>
      <p:bldP spid="70" grpId="0" build="p">
        <p:tmplLst>
          <p:tmpl lvl="1">
            <p:tnLst>
              <p:par>
                <p:cTn presetID="22" presetClass="entr" presetSubtype="8" fill="hold" nodeType="afterEffect">
                  <p:stCondLst>
                    <p:cond delay="0"/>
                  </p:stCondLst>
                  <p:childTnLst>
                    <p:set>
                      <p:cBhvr>
                        <p:cTn dur="1" fill="hold">
                          <p:stCondLst>
                            <p:cond delay="0"/>
                          </p:stCondLst>
                        </p:cTn>
                        <p:tgtEl>
                          <p:spTgt spid="70"/>
                        </p:tgtEl>
                        <p:attrNameLst>
                          <p:attrName>style.visibility</p:attrName>
                        </p:attrNameLst>
                      </p:cBhvr>
                      <p:to>
                        <p:strVal val="visible"/>
                      </p:to>
                    </p:set>
                    <p:animEffect transition="in" filter="wipe(left)">
                      <p:cBhvr>
                        <p:cTn dur="500"/>
                        <p:tgtEl>
                          <p:spTgt spid="70"/>
                        </p:tgtEl>
                      </p:cBhvr>
                    </p:animEffect>
                  </p:childTnLst>
                </p:cTn>
              </p:par>
            </p:tnLst>
          </p:tmpl>
        </p:tmplLst>
      </p:bldP>
      <p:bldP spid="71"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oop 1">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p:cNvSpPr/>
          <p:nvPr userDrawn="1"/>
        </p:nvSpPr>
        <p:spPr>
          <a:xfrm>
            <a:off x="8911773" y="4274459"/>
            <a:ext cx="1748970" cy="1748970"/>
          </a:xfrm>
          <a:prstGeom prst="r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直角三角形 10"/>
          <p:cNvSpPr/>
          <p:nvPr userDrawn="1"/>
        </p:nvSpPr>
        <p:spPr>
          <a:xfrm rot="10800000">
            <a:off x="8911771" y="4274458"/>
            <a:ext cx="1748970" cy="174897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直角三角形 11"/>
          <p:cNvSpPr/>
          <p:nvPr userDrawn="1"/>
        </p:nvSpPr>
        <p:spPr>
          <a:xfrm>
            <a:off x="8911773" y="2525488"/>
            <a:ext cx="1748970" cy="1748970"/>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lumMod val="75000"/>
                </a:schemeClr>
              </a:solidFill>
            </a:endParaRPr>
          </a:p>
        </p:txBody>
      </p:sp>
      <p:sp>
        <p:nvSpPr>
          <p:cNvPr id="13" name="直角三角形 12"/>
          <p:cNvSpPr/>
          <p:nvPr userDrawn="1"/>
        </p:nvSpPr>
        <p:spPr>
          <a:xfrm rot="5400000">
            <a:off x="8911773" y="6023429"/>
            <a:ext cx="1748970" cy="1748970"/>
          </a:xfrm>
          <a:prstGeom prst="rtTriangl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直角三角形 13"/>
          <p:cNvSpPr/>
          <p:nvPr userDrawn="1"/>
        </p:nvSpPr>
        <p:spPr>
          <a:xfrm rot="16200000">
            <a:off x="8911774" y="6023428"/>
            <a:ext cx="1748970" cy="174897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直角三角形 14"/>
          <p:cNvSpPr/>
          <p:nvPr userDrawn="1"/>
        </p:nvSpPr>
        <p:spPr>
          <a:xfrm rot="5400000">
            <a:off x="10660744" y="6023429"/>
            <a:ext cx="1748970" cy="1748970"/>
          </a:xfrm>
          <a:prstGeom prst="r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直角三角形 15"/>
          <p:cNvSpPr/>
          <p:nvPr userDrawn="1"/>
        </p:nvSpPr>
        <p:spPr>
          <a:xfrm rot="10800000">
            <a:off x="7162800" y="6023430"/>
            <a:ext cx="1748970" cy="1748970"/>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直角三角形 16"/>
          <p:cNvSpPr/>
          <p:nvPr userDrawn="1"/>
        </p:nvSpPr>
        <p:spPr>
          <a:xfrm>
            <a:off x="7162802" y="6023431"/>
            <a:ext cx="1748970" cy="174897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直角三角形 17"/>
          <p:cNvSpPr/>
          <p:nvPr userDrawn="1"/>
        </p:nvSpPr>
        <p:spPr>
          <a:xfrm rot="10800000">
            <a:off x="7162800" y="7772401"/>
            <a:ext cx="1748970" cy="1748970"/>
          </a:xfrm>
          <a:prstGeom prst="r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直角三角形 18"/>
          <p:cNvSpPr/>
          <p:nvPr userDrawn="1"/>
        </p:nvSpPr>
        <p:spPr>
          <a:xfrm rot="16200000">
            <a:off x="7162798" y="4274460"/>
            <a:ext cx="1748970" cy="1748970"/>
          </a:xfrm>
          <a:prstGeom prst="rtTriangl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直角三角形 19"/>
          <p:cNvSpPr/>
          <p:nvPr userDrawn="1"/>
        </p:nvSpPr>
        <p:spPr>
          <a:xfrm rot="5400000">
            <a:off x="7162797" y="4274462"/>
            <a:ext cx="1748970" cy="174897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直角三角形 20"/>
          <p:cNvSpPr/>
          <p:nvPr userDrawn="1"/>
        </p:nvSpPr>
        <p:spPr>
          <a:xfrm rot="16200000">
            <a:off x="5413827" y="4274460"/>
            <a:ext cx="1748970" cy="1748970"/>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山形 21"/>
          <p:cNvSpPr/>
          <p:nvPr userDrawn="1"/>
        </p:nvSpPr>
        <p:spPr>
          <a:xfrm rot="5400000">
            <a:off x="9251837" y="5325560"/>
            <a:ext cx="360040" cy="40442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3" name="山形 22"/>
          <p:cNvSpPr/>
          <p:nvPr userDrawn="1"/>
        </p:nvSpPr>
        <p:spPr>
          <a:xfrm rot="10800000">
            <a:off x="9251837" y="6370589"/>
            <a:ext cx="360040" cy="40442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山形 23"/>
          <p:cNvSpPr/>
          <p:nvPr userDrawn="1"/>
        </p:nvSpPr>
        <p:spPr>
          <a:xfrm rot="16200000">
            <a:off x="8140363" y="6370589"/>
            <a:ext cx="360040" cy="40442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山形 24"/>
          <p:cNvSpPr/>
          <p:nvPr userDrawn="1"/>
        </p:nvSpPr>
        <p:spPr>
          <a:xfrm>
            <a:off x="8118169" y="5347754"/>
            <a:ext cx="360040" cy="40442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6" name="図プレースホルダー 12"/>
          <p:cNvSpPr>
            <a:spLocks noGrp="1"/>
          </p:cNvSpPr>
          <p:nvPr userDrawn="1">
            <p:ph type="pic" sz="quarter" idx="17" hasCustomPrompt="1"/>
          </p:nvPr>
        </p:nvSpPr>
        <p:spPr>
          <a:xfrm>
            <a:off x="9897908" y="4415458"/>
            <a:ext cx="625191" cy="625191"/>
          </a:xfrm>
        </p:spPr>
        <p:txBody>
          <a:bodyPr>
            <a:normAutofit/>
          </a:bodyPr>
          <a:lstStyle>
            <a:lvl1pPr>
              <a:defRPr sz="1600"/>
            </a:lvl1pPr>
          </a:lstStyle>
          <a:p>
            <a:r>
              <a:rPr kumimoji="1" lang="en-US" altLang="ja-JP" dirty="0"/>
              <a:t>Icon</a:t>
            </a:r>
            <a:endParaRPr kumimoji="1" lang="ja-JP" altLang="en-US" dirty="0"/>
          </a:p>
        </p:txBody>
      </p:sp>
      <p:sp>
        <p:nvSpPr>
          <p:cNvPr id="27" name="図プレースホルダー 12"/>
          <p:cNvSpPr>
            <a:spLocks noGrp="1"/>
          </p:cNvSpPr>
          <p:nvPr userDrawn="1">
            <p:ph type="pic" sz="quarter" idx="18" hasCustomPrompt="1"/>
          </p:nvPr>
        </p:nvSpPr>
        <p:spPr>
          <a:xfrm>
            <a:off x="9897908" y="7013519"/>
            <a:ext cx="625191" cy="625191"/>
          </a:xfrm>
        </p:spPr>
        <p:txBody>
          <a:bodyPr>
            <a:normAutofit/>
          </a:bodyPr>
          <a:lstStyle>
            <a:lvl1pPr>
              <a:defRPr sz="1600"/>
            </a:lvl1pPr>
          </a:lstStyle>
          <a:p>
            <a:r>
              <a:rPr kumimoji="1" lang="en-US" altLang="ja-JP" dirty="0"/>
              <a:t>Icon</a:t>
            </a:r>
            <a:endParaRPr kumimoji="1" lang="ja-JP" altLang="en-US" dirty="0"/>
          </a:p>
        </p:txBody>
      </p:sp>
      <p:sp>
        <p:nvSpPr>
          <p:cNvPr id="28" name="図プレースホルダー 12"/>
          <p:cNvSpPr>
            <a:spLocks noGrp="1"/>
          </p:cNvSpPr>
          <p:nvPr userDrawn="1">
            <p:ph type="pic" sz="quarter" idx="19" hasCustomPrompt="1"/>
          </p:nvPr>
        </p:nvSpPr>
        <p:spPr>
          <a:xfrm>
            <a:off x="7285334" y="7013519"/>
            <a:ext cx="625191" cy="625191"/>
          </a:xfrm>
        </p:spPr>
        <p:txBody>
          <a:bodyPr>
            <a:normAutofit/>
          </a:bodyPr>
          <a:lstStyle>
            <a:lvl1pPr>
              <a:defRPr sz="1600"/>
            </a:lvl1pPr>
          </a:lstStyle>
          <a:p>
            <a:r>
              <a:rPr kumimoji="1" lang="en-US" altLang="ja-JP" dirty="0"/>
              <a:t>Icon</a:t>
            </a:r>
            <a:endParaRPr kumimoji="1" lang="ja-JP" altLang="en-US" dirty="0"/>
          </a:p>
        </p:txBody>
      </p:sp>
      <p:sp>
        <p:nvSpPr>
          <p:cNvPr id="29" name="図プレースホルダー 12"/>
          <p:cNvSpPr>
            <a:spLocks noGrp="1"/>
          </p:cNvSpPr>
          <p:nvPr userDrawn="1">
            <p:ph type="pic" sz="quarter" idx="20" hasCustomPrompt="1"/>
          </p:nvPr>
        </p:nvSpPr>
        <p:spPr>
          <a:xfrm>
            <a:off x="7285334" y="4415458"/>
            <a:ext cx="625191" cy="625191"/>
          </a:xfrm>
        </p:spPr>
        <p:txBody>
          <a:bodyPr>
            <a:normAutofit/>
          </a:bodyPr>
          <a:lstStyle>
            <a:lvl1pPr>
              <a:defRPr sz="1600"/>
            </a:lvl1pPr>
          </a:lstStyle>
          <a:p>
            <a:r>
              <a:rPr kumimoji="1" lang="en-US" altLang="ja-JP" dirty="0"/>
              <a:t>Icon</a:t>
            </a:r>
            <a:endParaRPr kumimoji="1" lang="ja-JP" altLang="en-US" dirty="0"/>
          </a:p>
        </p:txBody>
      </p:sp>
      <p:sp>
        <p:nvSpPr>
          <p:cNvPr id="30" name="テキスト プレースホルダー 6"/>
          <p:cNvSpPr>
            <a:spLocks noGrp="1"/>
          </p:cNvSpPr>
          <p:nvPr userDrawn="1">
            <p:ph type="body" sz="quarter" idx="21" hasCustomPrompt="1"/>
          </p:nvPr>
        </p:nvSpPr>
        <p:spPr>
          <a:xfrm>
            <a:off x="10711541" y="4310738"/>
            <a:ext cx="5828323" cy="720080"/>
          </a:xfrm>
        </p:spPr>
        <p:txBody>
          <a:bodyPr anchor="t">
            <a:noAutofit/>
          </a:bodyPr>
          <a:lstStyle>
            <a:lvl1pPr algn="l">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userDrawn="1">
            <p:ph type="body" sz="quarter" idx="23" hasCustomPrompt="1"/>
          </p:nvPr>
        </p:nvSpPr>
        <p:spPr>
          <a:xfrm>
            <a:off x="10711541" y="4898573"/>
            <a:ext cx="6561895" cy="950680"/>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userDrawn="1">
            <p:ph type="body" sz="quarter" idx="24" hasCustomPrompt="1"/>
          </p:nvPr>
        </p:nvSpPr>
        <p:spPr>
          <a:xfrm>
            <a:off x="8982905" y="7837714"/>
            <a:ext cx="5828323" cy="720080"/>
          </a:xfrm>
        </p:spPr>
        <p:txBody>
          <a:bodyPr anchor="t">
            <a:noAutofit/>
          </a:bodyPr>
          <a:lstStyle>
            <a:lvl1pPr algn="l">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userDrawn="1">
            <p:ph type="body" sz="quarter" idx="25" hasCustomPrompt="1"/>
          </p:nvPr>
        </p:nvSpPr>
        <p:spPr>
          <a:xfrm>
            <a:off x="8982905" y="8425549"/>
            <a:ext cx="6561895" cy="950680"/>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4" name="テキスト プレースホルダー 6"/>
          <p:cNvSpPr>
            <a:spLocks noGrp="1"/>
          </p:cNvSpPr>
          <p:nvPr userDrawn="1">
            <p:ph type="body" sz="quarter" idx="26" hasCustomPrompt="1"/>
          </p:nvPr>
        </p:nvSpPr>
        <p:spPr>
          <a:xfrm>
            <a:off x="1283667" y="6163369"/>
            <a:ext cx="5828323" cy="720080"/>
          </a:xfrm>
        </p:spPr>
        <p:txBody>
          <a:bodyPr anchor="t">
            <a:noAutofit/>
          </a:bodyPr>
          <a:lstStyle>
            <a:lvl1pPr algn="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userDrawn="1">
            <p:ph type="body" sz="quarter" idx="27" hasCustomPrompt="1"/>
          </p:nvPr>
        </p:nvSpPr>
        <p:spPr>
          <a:xfrm>
            <a:off x="769257" y="6751204"/>
            <a:ext cx="6333787" cy="950680"/>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userDrawn="1">
            <p:ph type="body" sz="quarter" idx="28" hasCustomPrompt="1"/>
          </p:nvPr>
        </p:nvSpPr>
        <p:spPr>
          <a:xfrm>
            <a:off x="3010870" y="2599783"/>
            <a:ext cx="5828323" cy="720080"/>
          </a:xfrm>
        </p:spPr>
        <p:txBody>
          <a:bodyPr anchor="t">
            <a:noAutofit/>
          </a:bodyPr>
          <a:lstStyle>
            <a:lvl1pPr algn="r">
              <a:defRPr sz="32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userDrawn="1">
            <p:ph type="body" sz="quarter" idx="29" hasCustomPrompt="1"/>
          </p:nvPr>
        </p:nvSpPr>
        <p:spPr>
          <a:xfrm>
            <a:off x="2496460" y="3187618"/>
            <a:ext cx="6333787" cy="950680"/>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64761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2" decel="10000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1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8" decel="100000" fill="hold" grpId="0" nodeType="withEffect">
                                  <p:stCondLst>
                                    <p:cond delay="20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9" decel="100000" fill="hold" grpId="0" nodeType="withEffect">
                                  <p:stCondLst>
                                    <p:cond delay="3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0-#ppt_h/2"/>
                                          </p:val>
                                        </p:tav>
                                        <p:tav tm="100000">
                                          <p:val>
                                            <p:strVal val="#ppt_y"/>
                                          </p:val>
                                        </p:tav>
                                      </p:tavLst>
                                    </p:anim>
                                  </p:childTnLst>
                                </p:cTn>
                              </p:par>
                              <p:par>
                                <p:cTn id="29" presetID="2" presetClass="entr" presetSubtype="9" decel="100000" fill="hold" grpId="0" nodeType="withEffect">
                                  <p:stCondLst>
                                    <p:cond delay="4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0-#ppt_h/2"/>
                                          </p:val>
                                        </p:tav>
                                        <p:tav tm="100000">
                                          <p:val>
                                            <p:strVal val="#ppt_y"/>
                                          </p:val>
                                        </p:tav>
                                      </p:tavLst>
                                    </p:anim>
                                  </p:childTnLst>
                                </p:cTn>
                              </p:par>
                              <p:par>
                                <p:cTn id="33" presetID="2" presetClass="entr" presetSubtype="3" decel="100000" fill="hold" grpId="0" nodeType="withEffect">
                                  <p:stCondLst>
                                    <p:cond delay="50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1+#ppt_w/2"/>
                                          </p:val>
                                        </p:tav>
                                        <p:tav tm="100000">
                                          <p:val>
                                            <p:strVal val="#ppt_x"/>
                                          </p:val>
                                        </p:tav>
                                      </p:tavLst>
                                    </p:anim>
                                    <p:anim calcmode="lin" valueType="num">
                                      <p:cBhvr additive="base">
                                        <p:cTn id="36" dur="500" fill="hold"/>
                                        <p:tgtEl>
                                          <p:spTgt spid="12"/>
                                        </p:tgtEl>
                                        <p:attrNameLst>
                                          <p:attrName>ppt_y</p:attrName>
                                        </p:attrNameLst>
                                      </p:cBhvr>
                                      <p:tavLst>
                                        <p:tav tm="0">
                                          <p:val>
                                            <p:strVal val="0-#ppt_h/2"/>
                                          </p:val>
                                        </p:tav>
                                        <p:tav tm="100000">
                                          <p:val>
                                            <p:strVal val="#ppt_y"/>
                                          </p:val>
                                        </p:tav>
                                      </p:tavLst>
                                    </p:anim>
                                  </p:childTnLst>
                                </p:cTn>
                              </p:par>
                              <p:par>
                                <p:cTn id="37" presetID="2" presetClass="entr" presetSubtype="12" decel="100000" fill="hold" grpId="0" nodeType="withEffect">
                                  <p:stCondLst>
                                    <p:cond delay="60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0-#ppt_w/2"/>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par>
                                <p:cTn id="41" presetID="2" presetClass="entr" presetSubtype="12" decel="100000" fill="hold" grpId="0" nodeType="withEffect">
                                  <p:stCondLst>
                                    <p:cond delay="70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0-#ppt_w/2"/>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par>
                                <p:cTn id="45" presetID="2" presetClass="entr" presetSubtype="4" decel="100000" fill="hold" grpId="0" nodeType="withEffect">
                                  <p:stCondLst>
                                    <p:cond delay="80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ppt_x"/>
                                          </p:val>
                                        </p:tav>
                                        <p:tav tm="100000">
                                          <p:val>
                                            <p:strVal val="#ppt_x"/>
                                          </p:val>
                                        </p:tav>
                                      </p:tavLst>
                                    </p:anim>
                                    <p:anim calcmode="lin" valueType="num">
                                      <p:cBhvr additive="base">
                                        <p:cTn id="48" dur="500" fill="hold"/>
                                        <p:tgtEl>
                                          <p:spTgt spid="21"/>
                                        </p:tgtEl>
                                        <p:attrNameLst>
                                          <p:attrName>ppt_y</p:attrName>
                                        </p:attrNameLst>
                                      </p:cBhvr>
                                      <p:tavLst>
                                        <p:tav tm="0">
                                          <p:val>
                                            <p:strVal val="1+#ppt_h/2"/>
                                          </p:val>
                                        </p:tav>
                                        <p:tav tm="100000">
                                          <p:val>
                                            <p:strVal val="#ppt_y"/>
                                          </p:val>
                                        </p:tav>
                                      </p:tavLst>
                                    </p:anim>
                                  </p:childTnLst>
                                </p:cTn>
                              </p:par>
                              <p:par>
                                <p:cTn id="49" presetID="2" presetClass="entr" presetSubtype="8" decel="100000" fill="hold" grpId="0" nodeType="withEffect">
                                  <p:stCondLst>
                                    <p:cond delay="9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0-#ppt_w/2"/>
                                          </p:val>
                                        </p:tav>
                                        <p:tav tm="100000">
                                          <p:val>
                                            <p:strVal val="#ppt_x"/>
                                          </p:val>
                                        </p:tav>
                                      </p:tavLst>
                                    </p:anim>
                                    <p:anim calcmode="lin" valueType="num">
                                      <p:cBhvr additive="base">
                                        <p:cTn id="52" dur="500" fill="hold"/>
                                        <p:tgtEl>
                                          <p:spTgt spid="18"/>
                                        </p:tgtEl>
                                        <p:attrNameLst>
                                          <p:attrName>ppt_y</p:attrName>
                                        </p:attrNameLst>
                                      </p:cBhvr>
                                      <p:tavLst>
                                        <p:tav tm="0">
                                          <p:val>
                                            <p:strVal val="#ppt_y"/>
                                          </p:val>
                                        </p:tav>
                                        <p:tav tm="100000">
                                          <p:val>
                                            <p:strVal val="#ppt_y"/>
                                          </p:val>
                                        </p:tav>
                                      </p:tavLst>
                                    </p:anim>
                                  </p:childTnLst>
                                </p:cTn>
                              </p:par>
                              <p:par>
                                <p:cTn id="53" presetID="2" presetClass="entr" presetSubtype="2" decel="100000" fill="hold" grpId="0" nodeType="withEffect">
                                  <p:stCondLst>
                                    <p:cond delay="100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1+#ppt_w/2"/>
                                          </p:val>
                                        </p:tav>
                                        <p:tav tm="100000">
                                          <p:val>
                                            <p:strVal val="#ppt_x"/>
                                          </p:val>
                                        </p:tav>
                                      </p:tavLst>
                                    </p:anim>
                                    <p:anim calcmode="lin" valueType="num">
                                      <p:cBhvr additive="base">
                                        <p:cTn id="56" dur="500" fill="hold"/>
                                        <p:tgtEl>
                                          <p:spTgt spid="17"/>
                                        </p:tgtEl>
                                        <p:attrNameLst>
                                          <p:attrName>ppt_y</p:attrName>
                                        </p:attrNameLst>
                                      </p:cBhvr>
                                      <p:tavLst>
                                        <p:tav tm="0">
                                          <p:val>
                                            <p:strVal val="#ppt_y"/>
                                          </p:val>
                                        </p:tav>
                                        <p:tav tm="100000">
                                          <p:val>
                                            <p:strVal val="#ppt_y"/>
                                          </p:val>
                                        </p:tav>
                                      </p:tavLst>
                                    </p:anim>
                                  </p:childTnLst>
                                </p:cTn>
                              </p:par>
                              <p:par>
                                <p:cTn id="57" presetID="2" presetClass="entr" presetSubtype="3" decel="100000" fill="hold" grpId="0" nodeType="withEffect">
                                  <p:stCondLst>
                                    <p:cond delay="110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1+#ppt_w/2"/>
                                          </p:val>
                                        </p:tav>
                                        <p:tav tm="100000">
                                          <p:val>
                                            <p:strVal val="#ppt_x"/>
                                          </p:val>
                                        </p:tav>
                                      </p:tavLst>
                                    </p:anim>
                                    <p:anim calcmode="lin" valueType="num">
                                      <p:cBhvr additive="base">
                                        <p:cTn id="60" dur="500" fill="hold"/>
                                        <p:tgtEl>
                                          <p:spTgt spid="16"/>
                                        </p:tgtEl>
                                        <p:attrNameLst>
                                          <p:attrName>ppt_y</p:attrName>
                                        </p:attrNameLst>
                                      </p:cBhvr>
                                      <p:tavLst>
                                        <p:tav tm="0">
                                          <p:val>
                                            <p:strVal val="0-#ppt_h/2"/>
                                          </p:val>
                                        </p:tav>
                                        <p:tav tm="100000">
                                          <p:val>
                                            <p:strVal val="#ppt_y"/>
                                          </p:val>
                                        </p:tav>
                                      </p:tavLst>
                                    </p:anim>
                                  </p:childTnLst>
                                </p:cTn>
                              </p:par>
                            </p:childTnLst>
                          </p:cTn>
                        </p:par>
                        <p:par>
                          <p:cTn id="61" fill="hold">
                            <p:stCondLst>
                              <p:cond delay="2100"/>
                            </p:stCondLst>
                            <p:childTnLst>
                              <p:par>
                                <p:cTn id="62" presetID="10" presetClass="entr" presetSubtype="0"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childTnLst>
                          </p:cTn>
                        </p:par>
                        <p:par>
                          <p:cTn id="65" fill="hold">
                            <p:stCondLst>
                              <p:cond delay="2600"/>
                            </p:stCondLst>
                            <p:childTnLst>
                              <p:par>
                                <p:cTn id="66" presetID="2" presetClass="entr" presetSubtype="1" decel="100000" fill="hold" grpId="0" nodeType="afterEffect">
                                  <p:stCondLst>
                                    <p:cond delay="0"/>
                                  </p:stCondLst>
                                  <p:childTnLst>
                                    <p:set>
                                      <p:cBhvr>
                                        <p:cTn id="67" dur="1" fill="hold">
                                          <p:stCondLst>
                                            <p:cond delay="0"/>
                                          </p:stCondLst>
                                        </p:cTn>
                                        <p:tgtEl>
                                          <p:spTgt spid="22"/>
                                        </p:tgtEl>
                                        <p:attrNameLst>
                                          <p:attrName>style.visibility</p:attrName>
                                        </p:attrNameLst>
                                      </p:cBhvr>
                                      <p:to>
                                        <p:strVal val="visible"/>
                                      </p:to>
                                    </p:set>
                                    <p:anim calcmode="lin" valueType="num">
                                      <p:cBhvr additive="base">
                                        <p:cTn id="68" dur="500" fill="hold"/>
                                        <p:tgtEl>
                                          <p:spTgt spid="22"/>
                                        </p:tgtEl>
                                        <p:attrNameLst>
                                          <p:attrName>ppt_x</p:attrName>
                                        </p:attrNameLst>
                                      </p:cBhvr>
                                      <p:tavLst>
                                        <p:tav tm="0">
                                          <p:val>
                                            <p:strVal val="#ppt_x"/>
                                          </p:val>
                                        </p:tav>
                                        <p:tav tm="100000">
                                          <p:val>
                                            <p:strVal val="#ppt_x"/>
                                          </p:val>
                                        </p:tav>
                                      </p:tavLst>
                                    </p:anim>
                                    <p:anim calcmode="lin" valueType="num">
                                      <p:cBhvr additive="base">
                                        <p:cTn id="69" dur="500" fill="hold"/>
                                        <p:tgtEl>
                                          <p:spTgt spid="22"/>
                                        </p:tgtEl>
                                        <p:attrNameLst>
                                          <p:attrName>ppt_y</p:attrName>
                                        </p:attrNameLst>
                                      </p:cBhvr>
                                      <p:tavLst>
                                        <p:tav tm="0">
                                          <p:val>
                                            <p:strVal val="0-#ppt_h/2"/>
                                          </p:val>
                                        </p:tav>
                                        <p:tav tm="100000">
                                          <p:val>
                                            <p:strVal val="#ppt_y"/>
                                          </p:val>
                                        </p:tav>
                                      </p:tavLst>
                                    </p:anim>
                                  </p:childTnLst>
                                </p:cTn>
                              </p:par>
                            </p:childTnLst>
                          </p:cTn>
                        </p:par>
                        <p:par>
                          <p:cTn id="70" fill="hold">
                            <p:stCondLst>
                              <p:cond delay="3100"/>
                            </p:stCondLst>
                            <p:childTnLst>
                              <p:par>
                                <p:cTn id="71" presetID="10" presetClass="entr" presetSubtype="0" fill="hold" grpId="0" nodeType="after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childTnLst>
                          </p:cTn>
                        </p:par>
                        <p:par>
                          <p:cTn id="74" fill="hold">
                            <p:stCondLst>
                              <p:cond delay="3600"/>
                            </p:stCondLst>
                            <p:childTnLst>
                              <p:par>
                                <p:cTn id="75" presetID="2" presetClass="entr" presetSubtype="2" decel="100000" fill="hold" grpId="0" nodeType="after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1+#ppt_w/2"/>
                                          </p:val>
                                        </p:tav>
                                        <p:tav tm="100000">
                                          <p:val>
                                            <p:strVal val="#ppt_x"/>
                                          </p:val>
                                        </p:tav>
                                      </p:tavLst>
                                    </p:anim>
                                    <p:anim calcmode="lin" valueType="num">
                                      <p:cBhvr additive="base">
                                        <p:cTn id="78" dur="500" fill="hold"/>
                                        <p:tgtEl>
                                          <p:spTgt spid="23"/>
                                        </p:tgtEl>
                                        <p:attrNameLst>
                                          <p:attrName>ppt_y</p:attrName>
                                        </p:attrNameLst>
                                      </p:cBhvr>
                                      <p:tavLst>
                                        <p:tav tm="0">
                                          <p:val>
                                            <p:strVal val="#ppt_y"/>
                                          </p:val>
                                        </p:tav>
                                        <p:tav tm="100000">
                                          <p:val>
                                            <p:strVal val="#ppt_y"/>
                                          </p:val>
                                        </p:tav>
                                      </p:tavLst>
                                    </p:anim>
                                  </p:childTnLst>
                                </p:cTn>
                              </p:par>
                            </p:childTnLst>
                          </p:cTn>
                        </p:par>
                        <p:par>
                          <p:cTn id="79" fill="hold">
                            <p:stCondLst>
                              <p:cond delay="4100"/>
                            </p:stCondLst>
                            <p:childTnLst>
                              <p:par>
                                <p:cTn id="80" presetID="10" presetClass="entr" presetSubtype="0" fill="hold" grpId="0" nodeType="after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par>
                          <p:cTn id="83" fill="hold">
                            <p:stCondLst>
                              <p:cond delay="4600"/>
                            </p:stCondLst>
                            <p:childTnLst>
                              <p:par>
                                <p:cTn id="84" presetID="2" presetClass="entr" presetSubtype="4" decel="100000" fill="hold" grpId="0" nodeType="afterEffect">
                                  <p:stCondLst>
                                    <p:cond delay="0"/>
                                  </p:stCondLst>
                                  <p:childTnLst>
                                    <p:set>
                                      <p:cBhvr>
                                        <p:cTn id="85" dur="1" fill="hold">
                                          <p:stCondLst>
                                            <p:cond delay="0"/>
                                          </p:stCondLst>
                                        </p:cTn>
                                        <p:tgtEl>
                                          <p:spTgt spid="24"/>
                                        </p:tgtEl>
                                        <p:attrNameLst>
                                          <p:attrName>style.visibility</p:attrName>
                                        </p:attrNameLst>
                                      </p:cBhvr>
                                      <p:to>
                                        <p:strVal val="visible"/>
                                      </p:to>
                                    </p:set>
                                    <p:anim calcmode="lin" valueType="num">
                                      <p:cBhvr additive="base">
                                        <p:cTn id="86" dur="500" fill="hold"/>
                                        <p:tgtEl>
                                          <p:spTgt spid="24"/>
                                        </p:tgtEl>
                                        <p:attrNameLst>
                                          <p:attrName>ppt_x</p:attrName>
                                        </p:attrNameLst>
                                      </p:cBhvr>
                                      <p:tavLst>
                                        <p:tav tm="0">
                                          <p:val>
                                            <p:strVal val="#ppt_x"/>
                                          </p:val>
                                        </p:tav>
                                        <p:tav tm="100000">
                                          <p:val>
                                            <p:strVal val="#ppt_x"/>
                                          </p:val>
                                        </p:tav>
                                      </p:tavLst>
                                    </p:anim>
                                    <p:anim calcmode="lin" valueType="num">
                                      <p:cBhvr additive="base">
                                        <p:cTn id="87" dur="500" fill="hold"/>
                                        <p:tgtEl>
                                          <p:spTgt spid="24"/>
                                        </p:tgtEl>
                                        <p:attrNameLst>
                                          <p:attrName>ppt_y</p:attrName>
                                        </p:attrNameLst>
                                      </p:cBhvr>
                                      <p:tavLst>
                                        <p:tav tm="0">
                                          <p:val>
                                            <p:strVal val="1+#ppt_h/2"/>
                                          </p:val>
                                        </p:tav>
                                        <p:tav tm="100000">
                                          <p:val>
                                            <p:strVal val="#ppt_y"/>
                                          </p:val>
                                        </p:tav>
                                      </p:tavLst>
                                    </p:anim>
                                  </p:childTnLst>
                                </p:cTn>
                              </p:par>
                            </p:childTnLst>
                          </p:cTn>
                        </p:par>
                        <p:par>
                          <p:cTn id="88" fill="hold">
                            <p:stCondLst>
                              <p:cond delay="5100"/>
                            </p:stCondLst>
                            <p:childTnLst>
                              <p:par>
                                <p:cTn id="89" presetID="10" presetClass="entr" presetSubtype="0" fill="hold" grpId="0" nodeType="after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5600"/>
                            </p:stCondLst>
                            <p:childTnLst>
                              <p:par>
                                <p:cTn id="93" presetID="2" presetClass="entr" presetSubtype="8" decel="100000" fill="hold" grpId="0" nodeType="afterEffect">
                                  <p:stCondLst>
                                    <p:cond delay="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ppt_x</p:attrName>
                                        </p:attrNameLst>
                                      </p:cBhvr>
                                      <p:tavLst>
                                        <p:tav tm="0">
                                          <p:val>
                                            <p:strVal val="0-#ppt_w/2"/>
                                          </p:val>
                                        </p:tav>
                                        <p:tav tm="100000">
                                          <p:val>
                                            <p:strVal val="#ppt_x"/>
                                          </p:val>
                                        </p:tav>
                                      </p:tavLst>
                                    </p:anim>
                                    <p:anim calcmode="lin" valueType="num">
                                      <p:cBhvr additive="base">
                                        <p:cTn id="96" dur="500" fill="hold"/>
                                        <p:tgtEl>
                                          <p:spTgt spid="25"/>
                                        </p:tgtEl>
                                        <p:attrNameLst>
                                          <p:attrName>ppt_y</p:attrName>
                                        </p:attrNameLst>
                                      </p:cBhvr>
                                      <p:tavLst>
                                        <p:tav tm="0">
                                          <p:val>
                                            <p:strVal val="#ppt_y"/>
                                          </p:val>
                                        </p:tav>
                                        <p:tav tm="100000">
                                          <p:val>
                                            <p:strVal val="#ppt_y"/>
                                          </p:val>
                                        </p:tav>
                                      </p:tavLst>
                                    </p:anim>
                                  </p:childTnLst>
                                </p:cTn>
                              </p:par>
                            </p:childTnLst>
                          </p:cTn>
                        </p:par>
                        <p:par>
                          <p:cTn id="97" fill="hold">
                            <p:stCondLst>
                              <p:cond delay="6100"/>
                            </p:stCondLst>
                            <p:childTnLst>
                              <p:par>
                                <p:cTn id="98" presetID="2" presetClass="entr" presetSubtype="1" decel="100000" fill="hold" grpId="0" nodeType="afterEffect">
                                  <p:stCondLst>
                                    <p:cond delay="250"/>
                                  </p:stCondLst>
                                  <p:childTnLst>
                                    <p:set>
                                      <p:cBhvr>
                                        <p:cTn id="99" dur="1" fill="hold">
                                          <p:stCondLst>
                                            <p:cond delay="0"/>
                                          </p:stCondLst>
                                        </p:cTn>
                                        <p:tgtEl>
                                          <p:spTgt spid="30">
                                            <p:txEl>
                                              <p:pRg st="0" end="0"/>
                                            </p:txEl>
                                          </p:spTgt>
                                        </p:tgtEl>
                                        <p:attrNameLst>
                                          <p:attrName>style.visibility</p:attrName>
                                        </p:attrNameLst>
                                      </p:cBhvr>
                                      <p:to>
                                        <p:strVal val="visible"/>
                                      </p:to>
                                    </p:set>
                                    <p:anim calcmode="lin" valueType="num">
                                      <p:cBhvr additive="base">
                                        <p:cTn id="100" dur="5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101" dur="500" fill="hold"/>
                                        <p:tgtEl>
                                          <p:spTgt spid="30">
                                            <p:txEl>
                                              <p:pRg st="0" end="0"/>
                                            </p:txEl>
                                          </p:spTgt>
                                        </p:tgtEl>
                                        <p:attrNameLst>
                                          <p:attrName>ppt_y</p:attrName>
                                        </p:attrNameLst>
                                      </p:cBhvr>
                                      <p:tavLst>
                                        <p:tav tm="0">
                                          <p:val>
                                            <p:strVal val="0-#ppt_h/2"/>
                                          </p:val>
                                        </p:tav>
                                        <p:tav tm="100000">
                                          <p:val>
                                            <p:strVal val="#ppt_y"/>
                                          </p:val>
                                        </p:tav>
                                      </p:tavLst>
                                    </p:anim>
                                  </p:childTnLst>
                                </p:cTn>
                              </p:par>
                              <p:par>
                                <p:cTn id="102" presetID="2" presetClass="entr" presetSubtype="1" decel="100000" fill="hold" grpId="0" nodeType="withEffect">
                                  <p:stCondLst>
                                    <p:cond delay="350"/>
                                  </p:stCondLst>
                                  <p:childTnLst>
                                    <p:set>
                                      <p:cBhvr>
                                        <p:cTn id="103" dur="1" fill="hold">
                                          <p:stCondLst>
                                            <p:cond delay="0"/>
                                          </p:stCondLst>
                                        </p:cTn>
                                        <p:tgtEl>
                                          <p:spTgt spid="31">
                                            <p:txEl>
                                              <p:pRg st="0" end="0"/>
                                            </p:txEl>
                                          </p:spTgt>
                                        </p:tgtEl>
                                        <p:attrNameLst>
                                          <p:attrName>style.visibility</p:attrName>
                                        </p:attrNameLst>
                                      </p:cBhvr>
                                      <p:to>
                                        <p:strVal val="visible"/>
                                      </p:to>
                                    </p:set>
                                    <p:anim calcmode="lin" valueType="num">
                                      <p:cBhvr additive="base">
                                        <p:cTn id="104"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105" dur="500" fill="hold"/>
                                        <p:tgtEl>
                                          <p:spTgt spid="31">
                                            <p:txEl>
                                              <p:pRg st="0" end="0"/>
                                            </p:txEl>
                                          </p:spTgt>
                                        </p:tgtEl>
                                        <p:attrNameLst>
                                          <p:attrName>ppt_y</p:attrName>
                                        </p:attrNameLst>
                                      </p:cBhvr>
                                      <p:tavLst>
                                        <p:tav tm="0">
                                          <p:val>
                                            <p:strVal val="0-#ppt_h/2"/>
                                          </p:val>
                                        </p:tav>
                                        <p:tav tm="100000">
                                          <p:val>
                                            <p:strVal val="#ppt_y"/>
                                          </p:val>
                                        </p:tav>
                                      </p:tavLst>
                                    </p:anim>
                                  </p:childTnLst>
                                </p:cTn>
                              </p:par>
                            </p:childTnLst>
                          </p:cTn>
                        </p:par>
                        <p:par>
                          <p:cTn id="106" fill="hold">
                            <p:stCondLst>
                              <p:cond delay="6950"/>
                            </p:stCondLst>
                            <p:childTnLst>
                              <p:par>
                                <p:cTn id="107" presetID="2" presetClass="entr" presetSubtype="2" decel="100000" fill="hold" grpId="0" nodeType="afterEffect">
                                  <p:stCondLst>
                                    <p:cond delay="250"/>
                                  </p:stCondLst>
                                  <p:childTnLst>
                                    <p:set>
                                      <p:cBhvr>
                                        <p:cTn id="108" dur="1" fill="hold">
                                          <p:stCondLst>
                                            <p:cond delay="0"/>
                                          </p:stCondLst>
                                        </p:cTn>
                                        <p:tgtEl>
                                          <p:spTgt spid="32">
                                            <p:txEl>
                                              <p:pRg st="0" end="0"/>
                                            </p:txEl>
                                          </p:spTgt>
                                        </p:tgtEl>
                                        <p:attrNameLst>
                                          <p:attrName>style.visibility</p:attrName>
                                        </p:attrNameLst>
                                      </p:cBhvr>
                                      <p:to>
                                        <p:strVal val="visible"/>
                                      </p:to>
                                    </p:set>
                                    <p:anim calcmode="lin" valueType="num">
                                      <p:cBhvr additive="base">
                                        <p:cTn id="109" dur="500" fill="hold"/>
                                        <p:tgtEl>
                                          <p:spTgt spid="32">
                                            <p:txEl>
                                              <p:pRg st="0" end="0"/>
                                            </p:txEl>
                                          </p:spTgt>
                                        </p:tgtEl>
                                        <p:attrNameLst>
                                          <p:attrName>ppt_x</p:attrName>
                                        </p:attrNameLst>
                                      </p:cBhvr>
                                      <p:tavLst>
                                        <p:tav tm="0">
                                          <p:val>
                                            <p:strVal val="1+#ppt_w/2"/>
                                          </p:val>
                                        </p:tav>
                                        <p:tav tm="100000">
                                          <p:val>
                                            <p:strVal val="#ppt_x"/>
                                          </p:val>
                                        </p:tav>
                                      </p:tavLst>
                                    </p:anim>
                                    <p:anim calcmode="lin" valueType="num">
                                      <p:cBhvr additive="base">
                                        <p:cTn id="110" dur="500" fill="hold"/>
                                        <p:tgtEl>
                                          <p:spTgt spid="32">
                                            <p:txEl>
                                              <p:pRg st="0" end="0"/>
                                            </p:txEl>
                                          </p:spTgt>
                                        </p:tgtEl>
                                        <p:attrNameLst>
                                          <p:attrName>ppt_y</p:attrName>
                                        </p:attrNameLst>
                                      </p:cBhvr>
                                      <p:tavLst>
                                        <p:tav tm="0">
                                          <p:val>
                                            <p:strVal val="#ppt_y"/>
                                          </p:val>
                                        </p:tav>
                                        <p:tav tm="100000">
                                          <p:val>
                                            <p:strVal val="#ppt_y"/>
                                          </p:val>
                                        </p:tav>
                                      </p:tavLst>
                                    </p:anim>
                                  </p:childTnLst>
                                </p:cTn>
                              </p:par>
                              <p:par>
                                <p:cTn id="111" presetID="2" presetClass="entr" presetSubtype="2" decel="100000" fill="hold" grpId="0" nodeType="withEffect">
                                  <p:stCondLst>
                                    <p:cond delay="350"/>
                                  </p:stCondLst>
                                  <p:childTnLst>
                                    <p:set>
                                      <p:cBhvr>
                                        <p:cTn id="112" dur="1" fill="hold">
                                          <p:stCondLst>
                                            <p:cond delay="0"/>
                                          </p:stCondLst>
                                        </p:cTn>
                                        <p:tgtEl>
                                          <p:spTgt spid="33">
                                            <p:txEl>
                                              <p:pRg st="0" end="0"/>
                                            </p:txEl>
                                          </p:spTgt>
                                        </p:tgtEl>
                                        <p:attrNameLst>
                                          <p:attrName>style.visibility</p:attrName>
                                        </p:attrNameLst>
                                      </p:cBhvr>
                                      <p:to>
                                        <p:strVal val="visible"/>
                                      </p:to>
                                    </p:set>
                                    <p:anim calcmode="lin" valueType="num">
                                      <p:cBhvr additive="base">
                                        <p:cTn id="113" dur="500" fill="hold"/>
                                        <p:tgtEl>
                                          <p:spTgt spid="33">
                                            <p:txEl>
                                              <p:pRg st="0" end="0"/>
                                            </p:txEl>
                                          </p:spTgt>
                                        </p:tgtEl>
                                        <p:attrNameLst>
                                          <p:attrName>ppt_x</p:attrName>
                                        </p:attrNameLst>
                                      </p:cBhvr>
                                      <p:tavLst>
                                        <p:tav tm="0">
                                          <p:val>
                                            <p:strVal val="1+#ppt_w/2"/>
                                          </p:val>
                                        </p:tav>
                                        <p:tav tm="100000">
                                          <p:val>
                                            <p:strVal val="#ppt_x"/>
                                          </p:val>
                                        </p:tav>
                                      </p:tavLst>
                                    </p:anim>
                                    <p:anim calcmode="lin" valueType="num">
                                      <p:cBhvr additive="base">
                                        <p:cTn id="114" dur="500" fill="hold"/>
                                        <p:tgtEl>
                                          <p:spTgt spid="33">
                                            <p:txEl>
                                              <p:pRg st="0" end="0"/>
                                            </p:txEl>
                                          </p:spTgt>
                                        </p:tgtEl>
                                        <p:attrNameLst>
                                          <p:attrName>ppt_y</p:attrName>
                                        </p:attrNameLst>
                                      </p:cBhvr>
                                      <p:tavLst>
                                        <p:tav tm="0">
                                          <p:val>
                                            <p:strVal val="#ppt_y"/>
                                          </p:val>
                                        </p:tav>
                                        <p:tav tm="100000">
                                          <p:val>
                                            <p:strVal val="#ppt_y"/>
                                          </p:val>
                                        </p:tav>
                                      </p:tavLst>
                                    </p:anim>
                                  </p:childTnLst>
                                </p:cTn>
                              </p:par>
                            </p:childTnLst>
                          </p:cTn>
                        </p:par>
                        <p:par>
                          <p:cTn id="115" fill="hold">
                            <p:stCondLst>
                              <p:cond delay="7800"/>
                            </p:stCondLst>
                            <p:childTnLst>
                              <p:par>
                                <p:cTn id="116" presetID="2" presetClass="entr" presetSubtype="4" decel="100000" fill="hold" grpId="0" nodeType="afterEffect">
                                  <p:stCondLst>
                                    <p:cond delay="250"/>
                                  </p:stCondLst>
                                  <p:childTnLst>
                                    <p:set>
                                      <p:cBhvr>
                                        <p:cTn id="117" dur="1" fill="hold">
                                          <p:stCondLst>
                                            <p:cond delay="0"/>
                                          </p:stCondLst>
                                        </p:cTn>
                                        <p:tgtEl>
                                          <p:spTgt spid="34">
                                            <p:txEl>
                                              <p:pRg st="0" end="0"/>
                                            </p:txEl>
                                          </p:spTgt>
                                        </p:tgtEl>
                                        <p:attrNameLst>
                                          <p:attrName>style.visibility</p:attrName>
                                        </p:attrNameLst>
                                      </p:cBhvr>
                                      <p:to>
                                        <p:strVal val="visible"/>
                                      </p:to>
                                    </p:set>
                                    <p:anim calcmode="lin" valueType="num">
                                      <p:cBhvr additive="base">
                                        <p:cTn id="118"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34">
                                            <p:txEl>
                                              <p:pRg st="0" end="0"/>
                                            </p:txEl>
                                          </p:spTgt>
                                        </p:tgtEl>
                                        <p:attrNameLst>
                                          <p:attrName>ppt_y</p:attrName>
                                        </p:attrNameLst>
                                      </p:cBhvr>
                                      <p:tavLst>
                                        <p:tav tm="0">
                                          <p:val>
                                            <p:strVal val="1+#ppt_h/2"/>
                                          </p:val>
                                        </p:tav>
                                        <p:tav tm="100000">
                                          <p:val>
                                            <p:strVal val="#ppt_y"/>
                                          </p:val>
                                        </p:tav>
                                      </p:tavLst>
                                    </p:anim>
                                  </p:childTnLst>
                                </p:cTn>
                              </p:par>
                              <p:par>
                                <p:cTn id="120" presetID="2" presetClass="entr" presetSubtype="4" decel="100000" fill="hold" grpId="0" nodeType="withEffect">
                                  <p:stCondLst>
                                    <p:cond delay="350"/>
                                  </p:stCondLst>
                                  <p:childTnLst>
                                    <p:set>
                                      <p:cBhvr>
                                        <p:cTn id="121" dur="1" fill="hold">
                                          <p:stCondLst>
                                            <p:cond delay="0"/>
                                          </p:stCondLst>
                                        </p:cTn>
                                        <p:tgtEl>
                                          <p:spTgt spid="35">
                                            <p:txEl>
                                              <p:pRg st="0" end="0"/>
                                            </p:txEl>
                                          </p:spTgt>
                                        </p:tgtEl>
                                        <p:attrNameLst>
                                          <p:attrName>style.visibility</p:attrName>
                                        </p:attrNameLst>
                                      </p:cBhvr>
                                      <p:to>
                                        <p:strVal val="visible"/>
                                      </p:to>
                                    </p:set>
                                    <p:anim calcmode="lin" valueType="num">
                                      <p:cBhvr additive="base">
                                        <p:cTn id="122"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par>
                          <p:cTn id="124" fill="hold">
                            <p:stCondLst>
                              <p:cond delay="8650"/>
                            </p:stCondLst>
                            <p:childTnLst>
                              <p:par>
                                <p:cTn id="125" presetID="2" presetClass="entr" presetSubtype="8" decel="100000" fill="hold" grpId="0" nodeType="afterEffect">
                                  <p:stCondLst>
                                    <p:cond delay="250"/>
                                  </p:stCondLst>
                                  <p:childTnLst>
                                    <p:set>
                                      <p:cBhvr>
                                        <p:cTn id="126" dur="1" fill="hold">
                                          <p:stCondLst>
                                            <p:cond delay="0"/>
                                          </p:stCondLst>
                                        </p:cTn>
                                        <p:tgtEl>
                                          <p:spTgt spid="36">
                                            <p:txEl>
                                              <p:pRg st="0" end="0"/>
                                            </p:txEl>
                                          </p:spTgt>
                                        </p:tgtEl>
                                        <p:attrNameLst>
                                          <p:attrName>style.visibility</p:attrName>
                                        </p:attrNameLst>
                                      </p:cBhvr>
                                      <p:to>
                                        <p:strVal val="visible"/>
                                      </p:to>
                                    </p:set>
                                    <p:anim calcmode="lin" valueType="num">
                                      <p:cBhvr additive="base">
                                        <p:cTn id="127"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128" dur="500" fill="hold"/>
                                        <p:tgtEl>
                                          <p:spTgt spid="36">
                                            <p:txEl>
                                              <p:pRg st="0" end="0"/>
                                            </p:txEl>
                                          </p:spTgt>
                                        </p:tgtEl>
                                        <p:attrNameLst>
                                          <p:attrName>ppt_y</p:attrName>
                                        </p:attrNameLst>
                                      </p:cBhvr>
                                      <p:tavLst>
                                        <p:tav tm="0">
                                          <p:val>
                                            <p:strVal val="#ppt_y"/>
                                          </p:val>
                                        </p:tav>
                                        <p:tav tm="100000">
                                          <p:val>
                                            <p:strVal val="#ppt_y"/>
                                          </p:val>
                                        </p:tav>
                                      </p:tavLst>
                                    </p:anim>
                                  </p:childTnLst>
                                </p:cTn>
                              </p:par>
                              <p:par>
                                <p:cTn id="129" presetID="2" presetClass="entr" presetSubtype="8" decel="100000" fill="hold" grpId="0" nodeType="withEffect">
                                  <p:stCondLst>
                                    <p:cond delay="350"/>
                                  </p:stCondLst>
                                  <p:childTnLst>
                                    <p:set>
                                      <p:cBhvr>
                                        <p:cTn id="130" dur="1" fill="hold">
                                          <p:stCondLst>
                                            <p:cond delay="0"/>
                                          </p:stCondLst>
                                        </p:cTn>
                                        <p:tgtEl>
                                          <p:spTgt spid="37">
                                            <p:txEl>
                                              <p:pRg st="0" end="0"/>
                                            </p:txEl>
                                          </p:spTgt>
                                        </p:tgtEl>
                                        <p:attrNameLst>
                                          <p:attrName>style.visibility</p:attrName>
                                        </p:attrNameLst>
                                      </p:cBhvr>
                                      <p:to>
                                        <p:strVal val="visible"/>
                                      </p:to>
                                    </p:set>
                                    <p:anim calcmode="lin" valueType="num">
                                      <p:cBhvr additive="base">
                                        <p:cTn id="131" dur="500" fill="hold"/>
                                        <p:tgtEl>
                                          <p:spTgt spid="37">
                                            <p:txEl>
                                              <p:pRg st="0" end="0"/>
                                            </p:txEl>
                                          </p:spTgt>
                                        </p:tgtEl>
                                        <p:attrNameLst>
                                          <p:attrName>ppt_x</p:attrName>
                                        </p:attrNameLst>
                                      </p:cBhvr>
                                      <p:tavLst>
                                        <p:tav tm="0">
                                          <p:val>
                                            <p:strVal val="0-#ppt_w/2"/>
                                          </p:val>
                                        </p:tav>
                                        <p:tav tm="100000">
                                          <p:val>
                                            <p:strVal val="#ppt_x"/>
                                          </p:val>
                                        </p:tav>
                                      </p:tavLst>
                                    </p:anim>
                                    <p:anim calcmode="lin" valueType="num">
                                      <p:cBhvr additive="base">
                                        <p:cTn id="132" dur="500" fill="hold"/>
                                        <p:tgtEl>
                                          <p:spTgt spid="3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p:bldP spid="27" grpId="0"/>
      <p:bldP spid="28" grpId="0"/>
      <p:bldP spid="29" grpId="0"/>
      <p:bldP spid="30" grpId="0" build="p">
        <p:tmplLst>
          <p:tmpl lvl="1">
            <p:tnLst>
              <p:par>
                <p:cTn presetID="2" presetClass="entr" presetSubtype="1" decel="100000" fill="hold" nodeType="afterEffect">
                  <p:stCondLst>
                    <p:cond delay="25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ppt_x"/>
                          </p:val>
                        </p:tav>
                        <p:tav tm="100000">
                          <p:val>
                            <p:strVal val="#ppt_x"/>
                          </p:val>
                        </p:tav>
                      </p:tavLst>
                    </p:anim>
                    <p:anim calcmode="lin" valueType="num">
                      <p:cBhvr additive="base">
                        <p:cTn dur="500" fill="hold"/>
                        <p:tgtEl>
                          <p:spTgt spid="30"/>
                        </p:tgtEl>
                        <p:attrNameLst>
                          <p:attrName>ppt_y</p:attrName>
                        </p:attrNameLst>
                      </p:cBhvr>
                      <p:tavLst>
                        <p:tav tm="0">
                          <p:val>
                            <p:strVal val="0-#ppt_h/2"/>
                          </p:val>
                        </p:tav>
                        <p:tav tm="100000">
                          <p:val>
                            <p:strVal val="#ppt_y"/>
                          </p:val>
                        </p:tav>
                      </p:tavLst>
                    </p:anim>
                  </p:childTnLst>
                </p:cTn>
              </p:par>
            </p:tnLst>
          </p:tmpl>
        </p:tmplLst>
      </p:bldP>
      <p:bldP spid="31" grpId="0" build="p">
        <p:tmplLst>
          <p:tmpl lvl="1">
            <p:tnLst>
              <p:par>
                <p:cTn presetID="2" presetClass="entr" presetSubtype="1" decel="100000" fill="hold" nodeType="withEffect">
                  <p:stCondLst>
                    <p:cond delay="35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ppt_x"/>
                          </p:val>
                        </p:tav>
                        <p:tav tm="100000">
                          <p:val>
                            <p:strVal val="#ppt_x"/>
                          </p:val>
                        </p:tav>
                      </p:tavLst>
                    </p:anim>
                    <p:anim calcmode="lin" valueType="num">
                      <p:cBhvr additive="base">
                        <p:cTn dur="500" fill="hold"/>
                        <p:tgtEl>
                          <p:spTgt spid="31"/>
                        </p:tgtEl>
                        <p:attrNameLst>
                          <p:attrName>ppt_y</p:attrName>
                        </p:attrNameLst>
                      </p:cBhvr>
                      <p:tavLst>
                        <p:tav tm="0">
                          <p:val>
                            <p:strVal val="0-#ppt_h/2"/>
                          </p:val>
                        </p:tav>
                        <p:tav tm="100000">
                          <p:val>
                            <p:strVal val="#ppt_y"/>
                          </p:val>
                        </p:tav>
                      </p:tavLst>
                    </p:anim>
                  </p:childTnLst>
                </p:cTn>
              </p:par>
            </p:tnLst>
          </p:tmpl>
        </p:tmplLst>
      </p:bldP>
      <p:bldP spid="32" grpId="0" build="p">
        <p:tmplLst>
          <p:tmpl lvl="1">
            <p:tnLst>
              <p:par>
                <p:cTn presetID="2" presetClass="entr" presetSubtype="2" decel="100000" fill="hold" nodeType="afterEffect">
                  <p:stCondLst>
                    <p:cond delay="25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1+#ppt_w/2"/>
                          </p:val>
                        </p:tav>
                        <p:tav tm="100000">
                          <p:val>
                            <p:strVal val="#ppt_x"/>
                          </p:val>
                        </p:tav>
                      </p:tavLst>
                    </p:anim>
                    <p:anim calcmode="lin" valueType="num">
                      <p:cBhvr additive="base">
                        <p:cTn dur="500" fill="hold"/>
                        <p:tgtEl>
                          <p:spTgt spid="32"/>
                        </p:tgtEl>
                        <p:attrNameLst>
                          <p:attrName>ppt_y</p:attrName>
                        </p:attrNameLst>
                      </p:cBhvr>
                      <p:tavLst>
                        <p:tav tm="0">
                          <p:val>
                            <p:strVal val="#ppt_y"/>
                          </p:val>
                        </p:tav>
                        <p:tav tm="100000">
                          <p:val>
                            <p:strVal val="#ppt_y"/>
                          </p:val>
                        </p:tav>
                      </p:tavLst>
                    </p:anim>
                  </p:childTnLst>
                </p:cTn>
              </p:par>
            </p:tnLst>
          </p:tmpl>
        </p:tmplLst>
      </p:bldP>
      <p:bldP spid="33" grpId="0" build="p">
        <p:tmplLst>
          <p:tmpl lvl="1">
            <p:tnLst>
              <p:par>
                <p:cTn presetID="2" presetClass="entr" presetSubtype="2" decel="100000" fill="hold" nodeType="withEffect">
                  <p:stCondLst>
                    <p:cond delay="35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1+#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4" grpId="0" build="p">
        <p:tmplLst>
          <p:tmpl lvl="1">
            <p:tnLst>
              <p:par>
                <p:cTn presetID="2" presetClass="entr" presetSubtype="4" decel="100000" fill="hold" nodeType="afterEffect">
                  <p:stCondLst>
                    <p:cond delay="25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ppt_x"/>
                          </p:val>
                        </p:tav>
                        <p:tav tm="100000">
                          <p:val>
                            <p:strVal val="#ppt_x"/>
                          </p:val>
                        </p:tav>
                      </p:tavLst>
                    </p:anim>
                    <p:anim calcmode="lin" valueType="num">
                      <p:cBhvr additive="base">
                        <p:cTn dur="500" fill="hold"/>
                        <p:tgtEl>
                          <p:spTgt spid="34"/>
                        </p:tgtEl>
                        <p:attrNameLst>
                          <p:attrName>ppt_y</p:attrName>
                        </p:attrNameLst>
                      </p:cBhvr>
                      <p:tavLst>
                        <p:tav tm="0">
                          <p:val>
                            <p:strVal val="1+#ppt_h/2"/>
                          </p:val>
                        </p:tav>
                        <p:tav tm="100000">
                          <p:val>
                            <p:strVal val="#ppt_y"/>
                          </p:val>
                        </p:tav>
                      </p:tavLst>
                    </p:anim>
                  </p:childTnLst>
                </p:cTn>
              </p:par>
            </p:tnLst>
          </p:tmpl>
        </p:tmplLst>
      </p:bldP>
      <p:bldP spid="35" grpId="0" build="p">
        <p:tmplLst>
          <p:tmpl lvl="1">
            <p:tnLst>
              <p:par>
                <p:cTn presetID="2" presetClass="entr" presetSubtype="4" decel="100000" fill="hold" nodeType="withEffect">
                  <p:stCondLst>
                    <p:cond delay="35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P spid="36" grpId="0" build="p">
        <p:tmplLst>
          <p:tmpl lvl="1">
            <p:tnLst>
              <p:par>
                <p:cTn presetID="2" presetClass="entr" presetSubtype="8" decel="100000" fill="hold" nodeType="afterEffect">
                  <p:stCondLst>
                    <p:cond delay="25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ppt_y"/>
                          </p:val>
                        </p:tav>
                        <p:tav tm="100000">
                          <p:val>
                            <p:strVal val="#ppt_y"/>
                          </p:val>
                        </p:tav>
                      </p:tavLst>
                    </p:anim>
                  </p:childTnLst>
                </p:cTn>
              </p:par>
            </p:tnLst>
          </p:tmpl>
        </p:tmplLst>
      </p:bldP>
      <p:bldP spid="37" grpId="0" build="p">
        <p:tmplLst>
          <p:tmpl lvl="1">
            <p:tnLst>
              <p:par>
                <p:cTn presetID="2" presetClass="entr" presetSubtype="8" decel="100000" fill="hold" nodeType="withEffect">
                  <p:stCondLst>
                    <p:cond delay="3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0-#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Points 2">
    <p:spTree>
      <p:nvGrpSpPr>
        <p:cNvPr id="1" name=""/>
        <p:cNvGrpSpPr/>
        <p:nvPr/>
      </p:nvGrpSpPr>
      <p:grpSpPr>
        <a:xfrm>
          <a:off x="0" y="0"/>
          <a:ext cx="0" cy="0"/>
          <a:chOff x="0" y="0"/>
          <a:chExt cx="0" cy="0"/>
        </a:xfrm>
      </p:grpSpPr>
      <p:grpSp>
        <p:nvGrpSpPr>
          <p:cNvPr id="5" name="グループ化 4"/>
          <p:cNvGrpSpPr/>
          <p:nvPr userDrawn="1"/>
        </p:nvGrpSpPr>
        <p:grpSpPr>
          <a:xfrm>
            <a:off x="725872" y="2982872"/>
            <a:ext cx="17560541" cy="2475756"/>
            <a:chOff x="725872" y="2982872"/>
            <a:chExt cx="17560541" cy="2475756"/>
          </a:xfrm>
        </p:grpSpPr>
        <p:sp>
          <p:nvSpPr>
            <p:cNvPr id="25" name="正方形/長方形 24"/>
            <p:cNvSpPr/>
            <p:nvPr userDrawn="1"/>
          </p:nvSpPr>
          <p:spPr>
            <a:xfrm>
              <a:off x="10548745" y="2982873"/>
              <a:ext cx="7737668" cy="1332289"/>
            </a:xfrm>
            <a:prstGeom prst="rect">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6" name="正方形/長方形 4"/>
            <p:cNvSpPr/>
            <p:nvPr userDrawn="1"/>
          </p:nvSpPr>
          <p:spPr>
            <a:xfrm>
              <a:off x="8217884" y="2982872"/>
              <a:ext cx="2330858" cy="2475754"/>
            </a:xfrm>
            <a:custGeom>
              <a:avLst/>
              <a:gdLst/>
              <a:ahLst/>
              <a:cxnLst/>
              <a:rect l="l" t="t" r="r" b="b"/>
              <a:pathLst>
                <a:path w="2330858" h="2475754">
                  <a:moveTo>
                    <a:pt x="0" y="0"/>
                  </a:moveTo>
                  <a:lnTo>
                    <a:pt x="2330857" y="0"/>
                  </a:lnTo>
                  <a:lnTo>
                    <a:pt x="2330857" y="1332289"/>
                  </a:lnTo>
                  <a:lnTo>
                    <a:pt x="2330858" y="1332289"/>
                  </a:lnTo>
                  <a:lnTo>
                    <a:pt x="2330858" y="1332290"/>
                  </a:lnTo>
                  <a:lnTo>
                    <a:pt x="2" y="2475754"/>
                  </a:lnTo>
                  <a:lnTo>
                    <a:pt x="1" y="2475754"/>
                  </a:lnTo>
                  <a:lnTo>
                    <a:pt x="1" y="2286931"/>
                  </a:lnTo>
                  <a:lnTo>
                    <a:pt x="0" y="2286931"/>
                  </a:lnTo>
                  <a:lnTo>
                    <a:pt x="0" y="2286929"/>
                  </a:lnTo>
                  <a:lnTo>
                    <a:pt x="2330855" y="1"/>
                  </a:lnTo>
                  <a:lnTo>
                    <a:pt x="0" y="1"/>
                  </a:lnTo>
                  <a:close/>
                </a:path>
              </a:pathLst>
            </a:custGeom>
            <a:solidFill>
              <a:schemeClr val="accent1">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7" name="正方形/長方形 24"/>
            <p:cNvSpPr/>
            <p:nvPr userDrawn="1"/>
          </p:nvSpPr>
          <p:spPr>
            <a:xfrm>
              <a:off x="725872" y="5269804"/>
              <a:ext cx="7492017" cy="188824"/>
            </a:xfrm>
            <a:custGeom>
              <a:avLst/>
              <a:gdLst/>
              <a:ahLst/>
              <a:cxnLst/>
              <a:rect l="l" t="t" r="r" b="b"/>
              <a:pathLst>
                <a:path w="7492017" h="188824">
                  <a:moveTo>
                    <a:pt x="188824" y="0"/>
                  </a:moveTo>
                  <a:lnTo>
                    <a:pt x="7492017" y="0"/>
                  </a:lnTo>
                  <a:lnTo>
                    <a:pt x="7492017" y="188824"/>
                  </a:lnTo>
                  <a:lnTo>
                    <a:pt x="0" y="188824"/>
                  </a:lnTo>
                  <a:close/>
                </a:path>
              </a:pathLst>
            </a:cu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grpSp>
        <p:nvGrpSpPr>
          <p:cNvPr id="6" name="グループ化 5"/>
          <p:cNvGrpSpPr/>
          <p:nvPr userDrawn="1"/>
        </p:nvGrpSpPr>
        <p:grpSpPr>
          <a:xfrm>
            <a:off x="487876" y="4364335"/>
            <a:ext cx="17798537" cy="1332290"/>
            <a:chOff x="487876" y="4364335"/>
            <a:chExt cx="17798537" cy="1332290"/>
          </a:xfrm>
        </p:grpSpPr>
        <p:sp>
          <p:nvSpPr>
            <p:cNvPr id="24" name="正方形/長方形 23"/>
            <p:cNvSpPr/>
            <p:nvPr userDrawn="1"/>
          </p:nvSpPr>
          <p:spPr>
            <a:xfrm>
              <a:off x="10548745" y="4364335"/>
              <a:ext cx="7737668" cy="1332289"/>
            </a:xfrm>
            <a:prstGeom prst="rect">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8" name="正方形/長方形 25"/>
            <p:cNvSpPr/>
            <p:nvPr userDrawn="1"/>
          </p:nvSpPr>
          <p:spPr>
            <a:xfrm>
              <a:off x="487876" y="5507800"/>
              <a:ext cx="7730013" cy="188824"/>
            </a:xfrm>
            <a:custGeom>
              <a:avLst/>
              <a:gdLst/>
              <a:ahLst/>
              <a:cxnLst/>
              <a:rect l="l" t="t" r="r" b="b"/>
              <a:pathLst>
                <a:path w="7730013" h="188824">
                  <a:moveTo>
                    <a:pt x="188824" y="0"/>
                  </a:moveTo>
                  <a:lnTo>
                    <a:pt x="7730013" y="0"/>
                  </a:lnTo>
                  <a:lnTo>
                    <a:pt x="7730013" y="188824"/>
                  </a:lnTo>
                  <a:lnTo>
                    <a:pt x="0" y="188824"/>
                  </a:lnTo>
                  <a:close/>
                </a:path>
              </a:pathLst>
            </a:cu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9" name="直角三角形 31"/>
            <p:cNvSpPr/>
            <p:nvPr userDrawn="1"/>
          </p:nvSpPr>
          <p:spPr>
            <a:xfrm rot="16200000">
              <a:off x="8717170" y="3865052"/>
              <a:ext cx="1332288" cy="2330857"/>
            </a:xfrm>
            <a:custGeom>
              <a:avLst/>
              <a:gdLst/>
              <a:ahLst/>
              <a:cxnLst/>
              <a:rect l="l" t="t" r="r" b="b"/>
              <a:pathLst>
                <a:path w="1332288" h="2330857">
                  <a:moveTo>
                    <a:pt x="1332288" y="2330856"/>
                  </a:moveTo>
                  <a:lnTo>
                    <a:pt x="188824" y="2330856"/>
                  </a:lnTo>
                  <a:lnTo>
                    <a:pt x="188824" y="2330857"/>
                  </a:lnTo>
                  <a:lnTo>
                    <a:pt x="0" y="2330857"/>
                  </a:lnTo>
                  <a:lnTo>
                    <a:pt x="0" y="3"/>
                  </a:lnTo>
                  <a:lnTo>
                    <a:pt x="188824" y="3"/>
                  </a:lnTo>
                  <a:lnTo>
                    <a:pt x="188824" y="0"/>
                  </a:lnTo>
                  <a:close/>
                </a:path>
              </a:pathLst>
            </a:custGeom>
            <a:solidFill>
              <a:schemeClr val="accent3">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grpSp>
        <p:nvGrpSpPr>
          <p:cNvPr id="37" name="グループ化 36"/>
          <p:cNvGrpSpPr/>
          <p:nvPr userDrawn="1"/>
        </p:nvGrpSpPr>
        <p:grpSpPr>
          <a:xfrm>
            <a:off x="725872" y="5984782"/>
            <a:ext cx="17560541" cy="2475756"/>
            <a:chOff x="725872" y="5984782"/>
            <a:chExt cx="17560541" cy="2475756"/>
          </a:xfrm>
        </p:grpSpPr>
        <p:sp>
          <p:nvSpPr>
            <p:cNvPr id="31" name="正方形/長方形 30"/>
            <p:cNvSpPr/>
            <p:nvPr userDrawn="1"/>
          </p:nvSpPr>
          <p:spPr>
            <a:xfrm flipV="1">
              <a:off x="10548745" y="7128248"/>
              <a:ext cx="7737668" cy="1332289"/>
            </a:xfrm>
            <a:prstGeom prst="rect">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2" name="正方形/長方形 4"/>
            <p:cNvSpPr/>
            <p:nvPr userDrawn="1"/>
          </p:nvSpPr>
          <p:spPr>
            <a:xfrm flipV="1">
              <a:off x="8217884" y="5984784"/>
              <a:ext cx="2330858" cy="2475754"/>
            </a:xfrm>
            <a:custGeom>
              <a:avLst/>
              <a:gdLst/>
              <a:ahLst/>
              <a:cxnLst/>
              <a:rect l="l" t="t" r="r" b="b"/>
              <a:pathLst>
                <a:path w="2330858" h="2475754">
                  <a:moveTo>
                    <a:pt x="0" y="0"/>
                  </a:moveTo>
                  <a:lnTo>
                    <a:pt x="2330857" y="0"/>
                  </a:lnTo>
                  <a:lnTo>
                    <a:pt x="2330857" y="1332289"/>
                  </a:lnTo>
                  <a:lnTo>
                    <a:pt x="2330858" y="1332289"/>
                  </a:lnTo>
                  <a:lnTo>
                    <a:pt x="2330858" y="1332290"/>
                  </a:lnTo>
                  <a:lnTo>
                    <a:pt x="2" y="2475754"/>
                  </a:lnTo>
                  <a:lnTo>
                    <a:pt x="1" y="2475754"/>
                  </a:lnTo>
                  <a:lnTo>
                    <a:pt x="1" y="2286931"/>
                  </a:lnTo>
                  <a:lnTo>
                    <a:pt x="0" y="2286931"/>
                  </a:lnTo>
                  <a:lnTo>
                    <a:pt x="0" y="2286929"/>
                  </a:lnTo>
                  <a:lnTo>
                    <a:pt x="2330855" y="1"/>
                  </a:lnTo>
                  <a:lnTo>
                    <a:pt x="0" y="1"/>
                  </a:lnTo>
                  <a:close/>
                </a:path>
              </a:pathLst>
            </a:custGeom>
            <a:solidFill>
              <a:schemeClr val="accent5">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3" name="正方形/長方形 24"/>
            <p:cNvSpPr/>
            <p:nvPr userDrawn="1"/>
          </p:nvSpPr>
          <p:spPr>
            <a:xfrm flipV="1">
              <a:off x="725872" y="5984782"/>
              <a:ext cx="7492017" cy="188824"/>
            </a:xfrm>
            <a:custGeom>
              <a:avLst/>
              <a:gdLst/>
              <a:ahLst/>
              <a:cxnLst/>
              <a:rect l="l" t="t" r="r" b="b"/>
              <a:pathLst>
                <a:path w="7492017" h="188824">
                  <a:moveTo>
                    <a:pt x="188824" y="0"/>
                  </a:moveTo>
                  <a:lnTo>
                    <a:pt x="7492017" y="0"/>
                  </a:lnTo>
                  <a:lnTo>
                    <a:pt x="7492017" y="188824"/>
                  </a:lnTo>
                  <a:lnTo>
                    <a:pt x="0" y="188824"/>
                  </a:lnTo>
                  <a:close/>
                </a:path>
              </a:pathLst>
            </a:cu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grpSp>
        <p:nvGrpSpPr>
          <p:cNvPr id="36" name="グループ化 35"/>
          <p:cNvGrpSpPr/>
          <p:nvPr userDrawn="1"/>
        </p:nvGrpSpPr>
        <p:grpSpPr>
          <a:xfrm>
            <a:off x="487876" y="5746786"/>
            <a:ext cx="17798537" cy="1332289"/>
            <a:chOff x="487876" y="5746786"/>
            <a:chExt cx="17798537" cy="1332289"/>
          </a:xfrm>
        </p:grpSpPr>
        <p:sp>
          <p:nvSpPr>
            <p:cNvPr id="30" name="正方形/長方形 29"/>
            <p:cNvSpPr/>
            <p:nvPr userDrawn="1"/>
          </p:nvSpPr>
          <p:spPr>
            <a:xfrm flipV="1">
              <a:off x="10548745" y="5746786"/>
              <a:ext cx="7737668" cy="1332289"/>
            </a:xfrm>
            <a:prstGeom prst="rect">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4" name="正方形/長方形 25"/>
            <p:cNvSpPr/>
            <p:nvPr userDrawn="1"/>
          </p:nvSpPr>
          <p:spPr>
            <a:xfrm flipV="1">
              <a:off x="487876" y="5746786"/>
              <a:ext cx="7730013" cy="188824"/>
            </a:xfrm>
            <a:custGeom>
              <a:avLst/>
              <a:gdLst/>
              <a:ahLst/>
              <a:cxnLst/>
              <a:rect l="l" t="t" r="r" b="b"/>
              <a:pathLst>
                <a:path w="7730013" h="188824">
                  <a:moveTo>
                    <a:pt x="188824" y="0"/>
                  </a:moveTo>
                  <a:lnTo>
                    <a:pt x="7730013" y="0"/>
                  </a:lnTo>
                  <a:lnTo>
                    <a:pt x="7730013" y="188824"/>
                  </a:lnTo>
                  <a:lnTo>
                    <a:pt x="0" y="188824"/>
                  </a:lnTo>
                  <a:close/>
                </a:path>
              </a:pathLst>
            </a:cu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5" name="直角三角形 31"/>
            <p:cNvSpPr/>
            <p:nvPr userDrawn="1"/>
          </p:nvSpPr>
          <p:spPr>
            <a:xfrm rot="5400000" flipV="1">
              <a:off x="8717170" y="5247501"/>
              <a:ext cx="1332288" cy="2330857"/>
            </a:xfrm>
            <a:custGeom>
              <a:avLst/>
              <a:gdLst/>
              <a:ahLst/>
              <a:cxnLst/>
              <a:rect l="l" t="t" r="r" b="b"/>
              <a:pathLst>
                <a:path w="1332288" h="2330857">
                  <a:moveTo>
                    <a:pt x="1332288" y="2330856"/>
                  </a:moveTo>
                  <a:lnTo>
                    <a:pt x="188824" y="2330856"/>
                  </a:lnTo>
                  <a:lnTo>
                    <a:pt x="188824" y="2330857"/>
                  </a:lnTo>
                  <a:lnTo>
                    <a:pt x="0" y="2330857"/>
                  </a:lnTo>
                  <a:lnTo>
                    <a:pt x="0" y="3"/>
                  </a:lnTo>
                  <a:lnTo>
                    <a:pt x="188824" y="3"/>
                  </a:lnTo>
                  <a:lnTo>
                    <a:pt x="188824" y="0"/>
                  </a:lnTo>
                  <a:close/>
                </a:path>
              </a:pathLst>
            </a:custGeom>
            <a:solidFill>
              <a:schemeClr val="accent2">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userDrawn="1">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図プレースホルダー 7"/>
          <p:cNvSpPr>
            <a:spLocks noGrp="1"/>
          </p:cNvSpPr>
          <p:nvPr userDrawn="1">
            <p:ph type="pic" sz="quarter" idx="16" hasCustomPrompt="1"/>
          </p:nvPr>
        </p:nvSpPr>
        <p:spPr>
          <a:xfrm>
            <a:off x="10798684" y="3330403"/>
            <a:ext cx="629562" cy="629562"/>
          </a:xfrm>
        </p:spPr>
        <p:txBody>
          <a:bodyPr>
            <a:normAutofit/>
          </a:bodyPr>
          <a:lstStyle>
            <a:lvl1pPr>
              <a:defRPr sz="1100"/>
            </a:lvl1pPr>
          </a:lstStyle>
          <a:p>
            <a:r>
              <a:rPr kumimoji="1" lang="en-US" altLang="ja-JP" dirty="0"/>
              <a:t>ICON</a:t>
            </a:r>
            <a:endParaRPr kumimoji="1" lang="ja-JP" altLang="en-US" dirty="0"/>
          </a:p>
        </p:txBody>
      </p:sp>
      <p:sp>
        <p:nvSpPr>
          <p:cNvPr id="14" name="図プレースホルダー 7"/>
          <p:cNvSpPr>
            <a:spLocks noGrp="1"/>
          </p:cNvSpPr>
          <p:nvPr userDrawn="1">
            <p:ph type="pic" sz="quarter" idx="17" hasCustomPrompt="1"/>
          </p:nvPr>
        </p:nvSpPr>
        <p:spPr>
          <a:xfrm>
            <a:off x="10798684" y="4707315"/>
            <a:ext cx="629562" cy="629562"/>
          </a:xfrm>
        </p:spPr>
        <p:txBody>
          <a:bodyPr>
            <a:normAutofit/>
          </a:bodyPr>
          <a:lstStyle>
            <a:lvl1pPr>
              <a:defRPr sz="1100"/>
            </a:lvl1pPr>
          </a:lstStyle>
          <a:p>
            <a:r>
              <a:rPr kumimoji="1" lang="en-US" altLang="ja-JP" dirty="0"/>
              <a:t>ICON</a:t>
            </a:r>
            <a:endParaRPr kumimoji="1" lang="ja-JP" altLang="en-US" dirty="0"/>
          </a:p>
        </p:txBody>
      </p:sp>
      <p:sp>
        <p:nvSpPr>
          <p:cNvPr id="15" name="図プレースホルダー 7"/>
          <p:cNvSpPr>
            <a:spLocks noGrp="1"/>
          </p:cNvSpPr>
          <p:nvPr userDrawn="1">
            <p:ph type="pic" sz="quarter" idx="18" hasCustomPrompt="1"/>
          </p:nvPr>
        </p:nvSpPr>
        <p:spPr>
          <a:xfrm>
            <a:off x="10798684" y="6071701"/>
            <a:ext cx="629562" cy="629562"/>
          </a:xfrm>
        </p:spPr>
        <p:txBody>
          <a:bodyPr>
            <a:normAutofit/>
          </a:bodyPr>
          <a:lstStyle>
            <a:lvl1pPr>
              <a:defRPr sz="1100"/>
            </a:lvl1pPr>
          </a:lstStyle>
          <a:p>
            <a:r>
              <a:rPr kumimoji="1" lang="en-US" altLang="ja-JP" dirty="0"/>
              <a:t>ICON</a:t>
            </a:r>
            <a:endParaRPr kumimoji="1" lang="ja-JP" altLang="en-US" dirty="0"/>
          </a:p>
        </p:txBody>
      </p:sp>
      <p:sp>
        <p:nvSpPr>
          <p:cNvPr id="16" name="図プレースホルダー 7"/>
          <p:cNvSpPr>
            <a:spLocks noGrp="1"/>
          </p:cNvSpPr>
          <p:nvPr userDrawn="1">
            <p:ph type="pic" sz="quarter" idx="19" hasCustomPrompt="1"/>
          </p:nvPr>
        </p:nvSpPr>
        <p:spPr>
          <a:xfrm>
            <a:off x="10798684" y="7436088"/>
            <a:ext cx="629562" cy="629562"/>
          </a:xfrm>
        </p:spPr>
        <p:txBody>
          <a:bodyPr>
            <a:normAutofit/>
          </a:bodyPr>
          <a:lstStyle>
            <a:lvl1pPr>
              <a:defRPr sz="1100"/>
            </a:lvl1pPr>
          </a:lstStyle>
          <a:p>
            <a:r>
              <a:rPr kumimoji="1" lang="en-US" altLang="ja-JP" dirty="0"/>
              <a:t>ICON</a:t>
            </a:r>
            <a:endParaRPr kumimoji="1" lang="ja-JP" altLang="en-US" dirty="0"/>
          </a:p>
        </p:txBody>
      </p:sp>
      <p:sp>
        <p:nvSpPr>
          <p:cNvPr id="17" name="テキスト プレースホルダー 11"/>
          <p:cNvSpPr>
            <a:spLocks noGrp="1"/>
          </p:cNvSpPr>
          <p:nvPr userDrawn="1">
            <p:ph type="body" sz="quarter" idx="31" hasCustomPrompt="1"/>
          </p:nvPr>
        </p:nvSpPr>
        <p:spPr>
          <a:xfrm>
            <a:off x="11572026" y="3048998"/>
            <a:ext cx="5972971" cy="1182197"/>
          </a:xfrm>
        </p:spPr>
        <p:txBody>
          <a:bodyPr anchor="ctr">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18" name="テキスト プレースホルダー 11"/>
          <p:cNvSpPr>
            <a:spLocks noGrp="1"/>
          </p:cNvSpPr>
          <p:nvPr userDrawn="1">
            <p:ph type="body" sz="quarter" idx="32" hasCustomPrompt="1"/>
          </p:nvPr>
        </p:nvSpPr>
        <p:spPr>
          <a:xfrm>
            <a:off x="11572026" y="4443163"/>
            <a:ext cx="5972971" cy="1182197"/>
          </a:xfrm>
        </p:spPr>
        <p:txBody>
          <a:bodyPr anchor="ctr">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19" name="テキスト プレースホルダー 11"/>
          <p:cNvSpPr>
            <a:spLocks noGrp="1"/>
          </p:cNvSpPr>
          <p:nvPr userDrawn="1">
            <p:ph type="body" sz="quarter" idx="33" hasCustomPrompt="1"/>
          </p:nvPr>
        </p:nvSpPr>
        <p:spPr>
          <a:xfrm>
            <a:off x="11572026" y="5818609"/>
            <a:ext cx="5972971" cy="1182197"/>
          </a:xfrm>
        </p:spPr>
        <p:txBody>
          <a:bodyPr anchor="ctr">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0" name="テキスト プレースホルダー 11"/>
          <p:cNvSpPr>
            <a:spLocks noGrp="1"/>
          </p:cNvSpPr>
          <p:nvPr userDrawn="1">
            <p:ph type="body" sz="quarter" idx="34" hasCustomPrompt="1"/>
          </p:nvPr>
        </p:nvSpPr>
        <p:spPr>
          <a:xfrm>
            <a:off x="11572026" y="7194559"/>
            <a:ext cx="5972971" cy="1182197"/>
          </a:xfrm>
        </p:spPr>
        <p:txBody>
          <a:bodyPr anchor="ctr">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1" name="テキスト プレースホルダー 11"/>
          <p:cNvSpPr>
            <a:spLocks noGrp="1"/>
          </p:cNvSpPr>
          <p:nvPr userDrawn="1">
            <p:ph type="body" sz="quarter" idx="14" hasCustomPrompt="1"/>
          </p:nvPr>
        </p:nvSpPr>
        <p:spPr>
          <a:xfrm>
            <a:off x="1042306" y="3021842"/>
            <a:ext cx="6840760" cy="2213144"/>
          </a:xfrm>
        </p:spPr>
        <p:txBody>
          <a:bodyPr anchor="b">
            <a:noAutofit/>
          </a:bodyPr>
          <a:lstStyle>
            <a:lvl1pPr algn="l">
              <a:lnSpc>
                <a:spcPct val="100000"/>
              </a:lnSpc>
              <a:spcBef>
                <a:spcPts val="0"/>
              </a:spcBef>
              <a:defRPr sz="4400" spc="0" baseline="0">
                <a:solidFill>
                  <a:schemeClr val="tx2"/>
                </a:solidFill>
                <a:latin typeface="Route 159 Light" pitchFamily="50" charset="0"/>
              </a:defRPr>
            </a:lvl1pPr>
          </a:lstStyle>
          <a:p>
            <a:pPr lvl="0"/>
            <a:r>
              <a:rPr lang="en-US" altLang="ja-JP" dirty="0"/>
              <a:t>Text Here</a:t>
            </a:r>
            <a:endParaRPr lang="en-US" dirty="0"/>
          </a:p>
        </p:txBody>
      </p:sp>
      <p:sp>
        <p:nvSpPr>
          <p:cNvPr id="22" name="テキスト プレースホルダー 11"/>
          <p:cNvSpPr>
            <a:spLocks noGrp="1"/>
          </p:cNvSpPr>
          <p:nvPr userDrawn="1">
            <p:ph type="body" sz="quarter" idx="15" hasCustomPrompt="1"/>
          </p:nvPr>
        </p:nvSpPr>
        <p:spPr>
          <a:xfrm>
            <a:off x="1042306" y="6316961"/>
            <a:ext cx="6840760" cy="2554850"/>
          </a:xfrm>
        </p:spPr>
        <p:txBody>
          <a:bodyPr anchor="t">
            <a:noAutofit/>
          </a:bodyPr>
          <a:lstStyle>
            <a:lvl1pPr algn="l">
              <a:lnSpc>
                <a:spcPct val="120000"/>
              </a:lnSpc>
              <a:defRPr sz="2000">
                <a:solidFill>
                  <a:schemeClr val="tx2"/>
                </a:solidFill>
                <a:latin typeface="+mn-lt"/>
              </a:defRPr>
            </a:lvl1pPr>
          </a:lstStyle>
          <a:p>
            <a:pPr lvl="0"/>
            <a:r>
              <a:rPr lang="en-US" altLang="ja-JP" dirty="0"/>
              <a:t>Text Here</a:t>
            </a:r>
            <a:endParaRPr lang="en-US" dirty="0"/>
          </a:p>
        </p:txBody>
      </p:sp>
    </p:spTree>
    <p:extLst>
      <p:ext uri="{BB962C8B-B14F-4D97-AF65-F5344CB8AC3E}">
        <p14:creationId xmlns:p14="http://schemas.microsoft.com/office/powerpoint/2010/main" val="181364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1000"/>
                                        <p:tgtEl>
                                          <p:spTgt spid="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xEl>
                                              <p:pRg st="0" end="0"/>
                                            </p:txEl>
                                          </p:spTgt>
                                        </p:tgtEl>
                                        <p:attrNameLst>
                                          <p:attrName>style.visibility</p:attrName>
                                        </p:attrNameLst>
                                      </p:cBhvr>
                                      <p:to>
                                        <p:strVal val="visible"/>
                                      </p:to>
                                    </p:set>
                                    <p:animEffect transition="in" filter="fade">
                                      <p:cBhvr>
                                        <p:cTn id="22" dur="500"/>
                                        <p:tgtEl>
                                          <p:spTgt spid="17">
                                            <p:txEl>
                                              <p:pRg st="0" end="0"/>
                                            </p:txEl>
                                          </p:spTgt>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1000"/>
                                        <p:tgtEl>
                                          <p:spTgt spid="6"/>
                                        </p:tgtEl>
                                      </p:cBhvr>
                                    </p:animEffect>
                                  </p:childTnLst>
                                </p:cTn>
                              </p:par>
                            </p:childTnLst>
                          </p:cTn>
                        </p:par>
                        <p:par>
                          <p:cTn id="27" fill="hold">
                            <p:stCondLst>
                              <p:cond delay="300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xEl>
                                              <p:pRg st="0" end="0"/>
                                            </p:txEl>
                                          </p:spTgt>
                                        </p:tgtEl>
                                        <p:attrNameLst>
                                          <p:attrName>style.visibility</p:attrName>
                                        </p:attrNameLst>
                                      </p:cBhvr>
                                      <p:to>
                                        <p:strVal val="visible"/>
                                      </p:to>
                                    </p:set>
                                    <p:animEffect transition="in" filter="fade">
                                      <p:cBhvr>
                                        <p:cTn id="33" dur="500"/>
                                        <p:tgtEl>
                                          <p:spTgt spid="18">
                                            <p:txEl>
                                              <p:pRg st="0" end="0"/>
                                            </p:txEl>
                                          </p:spTgt>
                                        </p:tgtEl>
                                      </p:cBhvr>
                                    </p:animEffect>
                                  </p:childTnLst>
                                </p:cTn>
                              </p:par>
                            </p:childTnLst>
                          </p:cTn>
                        </p:par>
                        <p:par>
                          <p:cTn id="34" fill="hold">
                            <p:stCondLst>
                              <p:cond delay="3500"/>
                            </p:stCondLst>
                            <p:childTnLst>
                              <p:par>
                                <p:cTn id="35" presetID="22" presetClass="entr" presetSubtype="8" fill="hold"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left)">
                                      <p:cBhvr>
                                        <p:cTn id="37" dur="1000"/>
                                        <p:tgtEl>
                                          <p:spTgt spid="36"/>
                                        </p:tgtEl>
                                      </p:cBhvr>
                                    </p:animEffect>
                                  </p:childTnLst>
                                </p:cTn>
                              </p:par>
                            </p:childTnLst>
                          </p:cTn>
                        </p:par>
                        <p:par>
                          <p:cTn id="38" fill="hold">
                            <p:stCondLst>
                              <p:cond delay="4500"/>
                            </p:stCondLst>
                            <p:childTnLst>
                              <p:par>
                                <p:cTn id="39" presetID="10" presetClass="entr" presetSubtype="0"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xEl>
                                              <p:pRg st="0" end="0"/>
                                            </p:txEl>
                                          </p:spTgt>
                                        </p:tgtEl>
                                        <p:attrNameLst>
                                          <p:attrName>style.visibility</p:attrName>
                                        </p:attrNameLst>
                                      </p:cBhvr>
                                      <p:to>
                                        <p:strVal val="visible"/>
                                      </p:to>
                                    </p:set>
                                    <p:animEffect transition="in" filter="fade">
                                      <p:cBhvr>
                                        <p:cTn id="44" dur="500"/>
                                        <p:tgtEl>
                                          <p:spTgt spid="19">
                                            <p:txEl>
                                              <p:pRg st="0" end="0"/>
                                            </p:txEl>
                                          </p:spTgt>
                                        </p:tgtEl>
                                      </p:cBhvr>
                                    </p:animEffect>
                                  </p:childTnLst>
                                </p:cTn>
                              </p:par>
                            </p:childTnLst>
                          </p:cTn>
                        </p:par>
                        <p:par>
                          <p:cTn id="45" fill="hold">
                            <p:stCondLst>
                              <p:cond delay="5000"/>
                            </p:stCondLst>
                            <p:childTnLst>
                              <p:par>
                                <p:cTn id="46" presetID="22" presetClass="entr" presetSubtype="8" fill="hold" nodeType="after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left)">
                                      <p:cBhvr>
                                        <p:cTn id="48" dur="1000"/>
                                        <p:tgtEl>
                                          <p:spTgt spid="37"/>
                                        </p:tgtEl>
                                      </p:cBhvr>
                                    </p:animEffect>
                                  </p:childTnLst>
                                </p:cTn>
                              </p:par>
                            </p:childTnLst>
                          </p:cTn>
                        </p:par>
                        <p:par>
                          <p:cTn id="49" fill="hold">
                            <p:stCondLst>
                              <p:cond delay="6000"/>
                            </p:stCondLst>
                            <p:childTnLst>
                              <p:par>
                                <p:cTn id="50" presetID="10"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xEl>
                                              <p:pRg st="0" end="0"/>
                                            </p:txEl>
                                          </p:spTgt>
                                        </p:tgtEl>
                                        <p:attrNameLst>
                                          <p:attrName>style.visibility</p:attrName>
                                        </p:attrNameLst>
                                      </p:cBhvr>
                                      <p:to>
                                        <p:strVal val="visible"/>
                                      </p:to>
                                    </p:set>
                                    <p:animEffect transition="in" filter="fade">
                                      <p:cBhvr>
                                        <p:cTn id="55" dur="500"/>
                                        <p:tgtEl>
                                          <p:spTgt spid="20">
                                            <p:txEl>
                                              <p:pRg st="0" end="0"/>
                                            </p:txEl>
                                          </p:spTgt>
                                        </p:tgtEl>
                                      </p:cBhvr>
                                    </p:animEffect>
                                  </p:childTnLst>
                                </p:cTn>
                              </p:par>
                            </p:childTnLst>
                          </p:cTn>
                        </p:par>
                        <p:par>
                          <p:cTn id="56" fill="hold">
                            <p:stCondLst>
                              <p:cond delay="6500"/>
                            </p:stCondLst>
                            <p:childTnLst>
                              <p:par>
                                <p:cTn id="57" presetID="2" presetClass="entr" presetSubtype="9" decel="100000" fill="hold" grpId="0" nodeType="afterEffect">
                                  <p:stCondLst>
                                    <p:cond delay="0"/>
                                  </p:stCondLst>
                                  <p:iterate type="wd">
                                    <p:tmPct val="10000"/>
                                  </p:iterate>
                                  <p:childTnLst>
                                    <p:set>
                                      <p:cBhvr>
                                        <p:cTn id="58" dur="1" fill="hold">
                                          <p:stCondLst>
                                            <p:cond delay="0"/>
                                          </p:stCondLst>
                                        </p:cTn>
                                        <p:tgtEl>
                                          <p:spTgt spid="21">
                                            <p:txEl>
                                              <p:pRg st="0" end="0"/>
                                            </p:txEl>
                                          </p:spTgt>
                                        </p:tgtEl>
                                        <p:attrNameLst>
                                          <p:attrName>style.visibility</p:attrName>
                                        </p:attrNameLst>
                                      </p:cBhvr>
                                      <p:to>
                                        <p:strVal val="visible"/>
                                      </p:to>
                                    </p:set>
                                    <p:anim calcmode="lin" valueType="num">
                                      <p:cBhvr additive="base">
                                        <p:cTn id="59"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21">
                                            <p:txEl>
                                              <p:pRg st="0" end="0"/>
                                            </p:txEl>
                                          </p:spTgt>
                                        </p:tgtEl>
                                        <p:attrNameLst>
                                          <p:attrName>ppt_y</p:attrName>
                                        </p:attrNameLst>
                                      </p:cBhvr>
                                      <p:tavLst>
                                        <p:tav tm="0">
                                          <p:val>
                                            <p:strVal val="0-#ppt_h/2"/>
                                          </p:val>
                                        </p:tav>
                                        <p:tav tm="100000">
                                          <p:val>
                                            <p:strVal val="#ppt_y"/>
                                          </p:val>
                                        </p:tav>
                                      </p:tavLst>
                                    </p:anim>
                                  </p:childTnLst>
                                </p:cTn>
                              </p:par>
                            </p:childTnLst>
                          </p:cTn>
                        </p:par>
                        <p:par>
                          <p:cTn id="61" fill="hold">
                            <p:stCondLst>
                              <p:cond delay="7050"/>
                            </p:stCondLst>
                            <p:childTnLst>
                              <p:par>
                                <p:cTn id="62" presetID="2" presetClass="entr" presetSubtype="8" decel="100000" fill="hold" grpId="0" nodeType="afterEffect">
                                  <p:stCondLst>
                                    <p:cond delay="500"/>
                                  </p:stCondLst>
                                  <p:childTnLst>
                                    <p:set>
                                      <p:cBhvr>
                                        <p:cTn id="63" dur="1" fill="hold">
                                          <p:stCondLst>
                                            <p:cond delay="0"/>
                                          </p:stCondLst>
                                        </p:cTn>
                                        <p:tgtEl>
                                          <p:spTgt spid="22"/>
                                        </p:tgtEl>
                                        <p:attrNameLst>
                                          <p:attrName>style.visibility</p:attrName>
                                        </p:attrNameLst>
                                      </p:cBhvr>
                                      <p:to>
                                        <p:strVal val="visible"/>
                                      </p:to>
                                    </p:set>
                                    <p:anim calcmode="lin" valueType="num">
                                      <p:cBhvr additive="base">
                                        <p:cTn id="64" dur="500" fill="hold"/>
                                        <p:tgtEl>
                                          <p:spTgt spid="22"/>
                                        </p:tgtEl>
                                        <p:attrNameLst>
                                          <p:attrName>ppt_x</p:attrName>
                                        </p:attrNameLst>
                                      </p:cBhvr>
                                      <p:tavLst>
                                        <p:tav tm="0">
                                          <p:val>
                                            <p:strVal val="0-#ppt_w/2"/>
                                          </p:val>
                                        </p:tav>
                                        <p:tav tm="100000">
                                          <p:val>
                                            <p:strVal val="#ppt_x"/>
                                          </p:val>
                                        </p:tav>
                                      </p:tavLst>
                                    </p:anim>
                                    <p:anim calcmode="lin" valueType="num">
                                      <p:cBhvr additive="base">
                                        <p:cTn id="65"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3" grpId="0"/>
      <p:bldP spid="14" grpId="0"/>
      <p:bldP spid="15" grpId="0"/>
      <p:bldP spid="16" grpId="0"/>
      <p:bldP spid="17" grpId="0" build="p">
        <p:tmplLst>
          <p:tmpl lvl="1">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8" grpId="0" build="p">
        <p:tmplLst>
          <p:tmpl lvl="1">
            <p:tnLst>
              <p:par>
                <p:cTn presetID="10" presetClass="entr" presetSubtype="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9" grpId="0" build="p">
        <p:tmplLst>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build="p">
        <p:tmplLst>
          <p:tmpl lvl="1">
            <p:tnLst>
              <p:par>
                <p:cTn presetID="2" presetClass="entr" presetSubtype="9" decel="100000" fill="hold" nodeType="afterEffect">
                  <p:stCondLst>
                    <p:cond delay="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0-#ppt_h/2"/>
                          </p:val>
                        </p:tav>
                        <p:tav tm="100000">
                          <p:val>
                            <p:strVal val="#ppt_y"/>
                          </p:val>
                        </p:tav>
                      </p:tavLst>
                    </p:anim>
                  </p:childTnLst>
                </p:cTn>
              </p:par>
            </p:tnLst>
          </p:tmpl>
        </p:tmplLst>
      </p:bldP>
      <p:bldP spid="22" grpId="0">
        <p:tmplLst>
          <p:tmpl>
            <p:tnLst>
              <p:par>
                <p:cTn presetID="2" presetClass="entr" presetSubtype="8" decel="100000" fill="hold" nodeType="afterEffect">
                  <p:stCondLst>
                    <p:cond delay="50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0-#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 Points 1">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p:cNvSpPr/>
          <p:nvPr userDrawn="1"/>
        </p:nvSpPr>
        <p:spPr>
          <a:xfrm>
            <a:off x="8924620" y="4038600"/>
            <a:ext cx="137886" cy="62484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a:off x="9223905" y="3285719"/>
            <a:ext cx="137886" cy="7001281"/>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9523189" y="4989169"/>
            <a:ext cx="137889" cy="529783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a:off x="8625334" y="7342910"/>
            <a:ext cx="137888" cy="294409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userDrawn="1"/>
        </p:nvSpPr>
        <p:spPr>
          <a:xfrm>
            <a:off x="8326050" y="5686379"/>
            <a:ext cx="136227" cy="4600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userDrawn="1"/>
        </p:nvSpPr>
        <p:spPr>
          <a:xfrm>
            <a:off x="9822476" y="6692619"/>
            <a:ext cx="137886" cy="359438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userDrawn="1"/>
        </p:nvSpPr>
        <p:spPr>
          <a:xfrm rot="16200000">
            <a:off x="5841639" y="1306532"/>
            <a:ext cx="136802" cy="750207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1121100" y="4475678"/>
            <a:ext cx="1163782" cy="11637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3694948" y="2772229"/>
            <a:ext cx="1163782" cy="11637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2656659" y="6179128"/>
            <a:ext cx="1163782" cy="11637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5846539" y="5172888"/>
            <a:ext cx="1163782" cy="116378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13434874" y="3525108"/>
            <a:ext cx="1163782" cy="11637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p:cNvSpPr/>
          <p:nvPr userDrawn="1"/>
        </p:nvSpPr>
        <p:spPr>
          <a:xfrm>
            <a:off x="14016765" y="6820669"/>
            <a:ext cx="1163782" cy="11637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userDrawn="1"/>
        </p:nvSpPr>
        <p:spPr>
          <a:xfrm rot="16200000">
            <a:off x="6759255" y="3628311"/>
            <a:ext cx="136801" cy="626541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userDrawn="1"/>
        </p:nvSpPr>
        <p:spPr>
          <a:xfrm rot="16200000">
            <a:off x="6957844" y="1018572"/>
            <a:ext cx="136800" cy="46710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userDrawn="1"/>
        </p:nvSpPr>
        <p:spPr>
          <a:xfrm rot="16200000">
            <a:off x="11175710" y="1787510"/>
            <a:ext cx="136800" cy="4638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p:cNvSpPr/>
          <p:nvPr userDrawn="1"/>
        </p:nvSpPr>
        <p:spPr>
          <a:xfrm rot="16200000">
            <a:off x="12127376" y="1885054"/>
            <a:ext cx="136800" cy="7739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rot="16200000">
            <a:off x="11349918" y="4609576"/>
            <a:ext cx="136800" cy="5585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直角三角形 28"/>
          <p:cNvSpPr>
            <a:spLocks noChangeAspect="1"/>
          </p:cNvSpPr>
          <p:nvPr userDrawn="1"/>
        </p:nvSpPr>
        <p:spPr>
          <a:xfrm rot="5400000" flipH="1" flipV="1">
            <a:off x="9224992" y="3285719"/>
            <a:ext cx="136800" cy="136800"/>
          </a:xfrm>
          <a:prstGeom prst="rtTriangle">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直角三角形 29"/>
          <p:cNvSpPr>
            <a:spLocks noChangeAspect="1"/>
          </p:cNvSpPr>
          <p:nvPr userDrawn="1"/>
        </p:nvSpPr>
        <p:spPr>
          <a:xfrm rot="5400000" flipH="1" flipV="1">
            <a:off x="9524279" y="4989172"/>
            <a:ext cx="136800" cy="136800"/>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直角三角形 30"/>
          <p:cNvSpPr>
            <a:spLocks noChangeAspect="1"/>
          </p:cNvSpPr>
          <p:nvPr userDrawn="1"/>
        </p:nvSpPr>
        <p:spPr>
          <a:xfrm rot="5400000" flipH="1" flipV="1">
            <a:off x="9823564" y="6692618"/>
            <a:ext cx="136800" cy="136800"/>
          </a:xfrm>
          <a:prstGeom prst="rtTriangl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直角三角形 31"/>
          <p:cNvSpPr>
            <a:spLocks noChangeAspect="1"/>
          </p:cNvSpPr>
          <p:nvPr userDrawn="1"/>
        </p:nvSpPr>
        <p:spPr>
          <a:xfrm rot="16200000" flipV="1">
            <a:off x="8325477" y="5686380"/>
            <a:ext cx="136800" cy="13680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p:cNvSpPr>
            <a:spLocks noChangeAspect="1"/>
          </p:cNvSpPr>
          <p:nvPr userDrawn="1"/>
        </p:nvSpPr>
        <p:spPr>
          <a:xfrm rot="16200000" flipV="1">
            <a:off x="8924620" y="4038599"/>
            <a:ext cx="136800" cy="1368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直角三角形 33"/>
          <p:cNvSpPr>
            <a:spLocks noChangeAspect="1"/>
          </p:cNvSpPr>
          <p:nvPr userDrawn="1"/>
        </p:nvSpPr>
        <p:spPr>
          <a:xfrm rot="16200000" flipV="1">
            <a:off x="8626554" y="7334159"/>
            <a:ext cx="136800" cy="1368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図プレースホルダー 7"/>
          <p:cNvSpPr>
            <a:spLocks noGrp="1"/>
          </p:cNvSpPr>
          <p:nvPr>
            <p:ph type="pic" sz="quarter" idx="16" hasCustomPrompt="1"/>
          </p:nvPr>
        </p:nvSpPr>
        <p:spPr>
          <a:xfrm>
            <a:off x="3999721" y="3077002"/>
            <a:ext cx="554236" cy="554236"/>
          </a:xfrm>
        </p:spPr>
        <p:txBody>
          <a:bodyPr>
            <a:normAutofit/>
          </a:bodyPr>
          <a:lstStyle>
            <a:lvl1pPr>
              <a:defRPr sz="1100"/>
            </a:lvl1pPr>
          </a:lstStyle>
          <a:p>
            <a:r>
              <a:rPr kumimoji="1" lang="en-US" altLang="ja-JP" dirty="0"/>
              <a:t>ICON</a:t>
            </a:r>
            <a:endParaRPr kumimoji="1" lang="ja-JP" altLang="en-US" dirty="0"/>
          </a:p>
        </p:txBody>
      </p:sp>
      <p:sp>
        <p:nvSpPr>
          <p:cNvPr id="37" name="図プレースホルダー 7"/>
          <p:cNvSpPr>
            <a:spLocks noGrp="1"/>
          </p:cNvSpPr>
          <p:nvPr>
            <p:ph type="pic" sz="quarter" idx="17" hasCustomPrompt="1"/>
          </p:nvPr>
        </p:nvSpPr>
        <p:spPr>
          <a:xfrm>
            <a:off x="13739647" y="3829881"/>
            <a:ext cx="554236" cy="554236"/>
          </a:xfrm>
        </p:spPr>
        <p:txBody>
          <a:bodyPr>
            <a:normAutofit/>
          </a:bodyPr>
          <a:lstStyle>
            <a:lvl1pPr>
              <a:defRPr sz="1100"/>
            </a:lvl1pPr>
          </a:lstStyle>
          <a:p>
            <a:r>
              <a:rPr kumimoji="1" lang="en-US" altLang="ja-JP" dirty="0"/>
              <a:t>ICON</a:t>
            </a:r>
            <a:endParaRPr kumimoji="1" lang="ja-JP" altLang="en-US" dirty="0"/>
          </a:p>
        </p:txBody>
      </p:sp>
      <p:sp>
        <p:nvSpPr>
          <p:cNvPr id="38" name="図プレースホルダー 7"/>
          <p:cNvSpPr>
            <a:spLocks noGrp="1"/>
          </p:cNvSpPr>
          <p:nvPr>
            <p:ph type="pic" sz="quarter" idx="18" hasCustomPrompt="1"/>
          </p:nvPr>
        </p:nvSpPr>
        <p:spPr>
          <a:xfrm>
            <a:off x="1425873" y="4780451"/>
            <a:ext cx="554236" cy="554236"/>
          </a:xfrm>
        </p:spPr>
        <p:txBody>
          <a:bodyPr>
            <a:normAutofit/>
          </a:bodyPr>
          <a:lstStyle>
            <a:lvl1pPr>
              <a:defRPr sz="1100"/>
            </a:lvl1pPr>
          </a:lstStyle>
          <a:p>
            <a:r>
              <a:rPr kumimoji="1" lang="en-US" altLang="ja-JP" dirty="0"/>
              <a:t>ICON</a:t>
            </a:r>
            <a:endParaRPr kumimoji="1" lang="ja-JP" altLang="en-US" dirty="0"/>
          </a:p>
        </p:txBody>
      </p:sp>
      <p:sp>
        <p:nvSpPr>
          <p:cNvPr id="39" name="図プレースホルダー 7"/>
          <p:cNvSpPr>
            <a:spLocks noGrp="1"/>
          </p:cNvSpPr>
          <p:nvPr>
            <p:ph type="pic" sz="quarter" idx="19" hasCustomPrompt="1"/>
          </p:nvPr>
        </p:nvSpPr>
        <p:spPr>
          <a:xfrm>
            <a:off x="2961432" y="6483901"/>
            <a:ext cx="554236" cy="554236"/>
          </a:xfrm>
        </p:spPr>
        <p:txBody>
          <a:bodyPr>
            <a:normAutofit/>
          </a:bodyPr>
          <a:lstStyle>
            <a:lvl1pPr>
              <a:defRPr sz="1100"/>
            </a:lvl1pPr>
          </a:lstStyle>
          <a:p>
            <a:r>
              <a:rPr kumimoji="1" lang="en-US" altLang="ja-JP" dirty="0"/>
              <a:t>ICON</a:t>
            </a:r>
            <a:endParaRPr kumimoji="1" lang="ja-JP" altLang="en-US" dirty="0"/>
          </a:p>
        </p:txBody>
      </p:sp>
      <p:sp>
        <p:nvSpPr>
          <p:cNvPr id="40" name="図プレースホルダー 7"/>
          <p:cNvSpPr>
            <a:spLocks noGrp="1"/>
          </p:cNvSpPr>
          <p:nvPr>
            <p:ph type="pic" sz="quarter" idx="20" hasCustomPrompt="1"/>
          </p:nvPr>
        </p:nvSpPr>
        <p:spPr>
          <a:xfrm>
            <a:off x="16151312" y="5477661"/>
            <a:ext cx="554236" cy="554236"/>
          </a:xfrm>
        </p:spPr>
        <p:txBody>
          <a:bodyPr>
            <a:normAutofit/>
          </a:bodyPr>
          <a:lstStyle>
            <a:lvl1pPr>
              <a:defRPr sz="1100"/>
            </a:lvl1pPr>
          </a:lstStyle>
          <a:p>
            <a:r>
              <a:rPr kumimoji="1" lang="en-US" altLang="ja-JP" dirty="0"/>
              <a:t>ICON</a:t>
            </a:r>
            <a:endParaRPr kumimoji="1" lang="ja-JP" altLang="en-US" dirty="0"/>
          </a:p>
        </p:txBody>
      </p:sp>
      <p:sp>
        <p:nvSpPr>
          <p:cNvPr id="41" name="図プレースホルダー 7"/>
          <p:cNvSpPr>
            <a:spLocks noGrp="1"/>
          </p:cNvSpPr>
          <p:nvPr>
            <p:ph type="pic" sz="quarter" idx="21" hasCustomPrompt="1"/>
          </p:nvPr>
        </p:nvSpPr>
        <p:spPr>
          <a:xfrm>
            <a:off x="14321538" y="7125441"/>
            <a:ext cx="554236" cy="554236"/>
          </a:xfrm>
        </p:spPr>
        <p:txBody>
          <a:bodyPr>
            <a:normAutofit/>
          </a:bodyPr>
          <a:lstStyle>
            <a:lvl1pPr>
              <a:defRPr sz="1100"/>
            </a:lvl1pPr>
          </a:lstStyle>
          <a:p>
            <a:r>
              <a:rPr kumimoji="1" lang="en-US" altLang="ja-JP" dirty="0"/>
              <a:t>ICON</a:t>
            </a:r>
            <a:endParaRPr kumimoji="1" lang="ja-JP" altLang="en-US" dirty="0"/>
          </a:p>
        </p:txBody>
      </p:sp>
      <p:sp>
        <p:nvSpPr>
          <p:cNvPr id="42" name="テキスト プレースホルダー 6"/>
          <p:cNvSpPr>
            <a:spLocks noGrp="1"/>
          </p:cNvSpPr>
          <p:nvPr>
            <p:ph type="body" sz="quarter" idx="22" hasCustomPrompt="1"/>
          </p:nvPr>
        </p:nvSpPr>
        <p:spPr>
          <a:xfrm>
            <a:off x="4858730" y="2647019"/>
            <a:ext cx="4202689" cy="720080"/>
          </a:xfrm>
        </p:spPr>
        <p:txBody>
          <a:bodyPr anchor="t">
            <a:noAutofit/>
          </a:bodyPr>
          <a:lstStyle>
            <a:lvl1pPr algn="l">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23" hasCustomPrompt="1"/>
          </p:nvPr>
        </p:nvSpPr>
        <p:spPr>
          <a:xfrm>
            <a:off x="4856423" y="3460670"/>
            <a:ext cx="3770131" cy="1015007"/>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4" name="テキスト プレースホルダー 6"/>
          <p:cNvSpPr>
            <a:spLocks noGrp="1"/>
          </p:cNvSpPr>
          <p:nvPr>
            <p:ph type="body" sz="quarter" idx="24" hasCustomPrompt="1"/>
          </p:nvPr>
        </p:nvSpPr>
        <p:spPr>
          <a:xfrm>
            <a:off x="2294338" y="4352219"/>
            <a:ext cx="5602753" cy="720080"/>
          </a:xfrm>
        </p:spPr>
        <p:txBody>
          <a:bodyPr anchor="t">
            <a:noAutofit/>
          </a:bodyPr>
          <a:lstStyle>
            <a:lvl1pPr algn="l">
              <a:defRPr sz="32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45" name="テキスト プレースホルダー 6"/>
          <p:cNvSpPr>
            <a:spLocks noGrp="1"/>
          </p:cNvSpPr>
          <p:nvPr>
            <p:ph type="body" sz="quarter" idx="25" hasCustomPrompt="1"/>
          </p:nvPr>
        </p:nvSpPr>
        <p:spPr>
          <a:xfrm>
            <a:off x="2292031" y="5165871"/>
            <a:ext cx="5618914" cy="916274"/>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6" name="テキスト プレースホルダー 6"/>
          <p:cNvSpPr>
            <a:spLocks noGrp="1"/>
          </p:cNvSpPr>
          <p:nvPr>
            <p:ph type="body" sz="quarter" idx="26" hasCustomPrompt="1"/>
          </p:nvPr>
        </p:nvSpPr>
        <p:spPr>
          <a:xfrm>
            <a:off x="3822748" y="6055668"/>
            <a:ext cx="4202689" cy="720080"/>
          </a:xfrm>
        </p:spPr>
        <p:txBody>
          <a:bodyPr anchor="t">
            <a:noAutofit/>
          </a:bodyPr>
          <a:lstStyle>
            <a:lvl1pPr algn="l">
              <a:defRPr sz="32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47" name="テキスト プレースホルダー 6"/>
          <p:cNvSpPr>
            <a:spLocks noGrp="1"/>
          </p:cNvSpPr>
          <p:nvPr>
            <p:ph type="body" sz="quarter" idx="27" hasCustomPrompt="1"/>
          </p:nvPr>
        </p:nvSpPr>
        <p:spPr>
          <a:xfrm>
            <a:off x="3820441" y="6869319"/>
            <a:ext cx="4173632" cy="1015007"/>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8" name="テキスト プレースホルダー 6"/>
          <p:cNvSpPr>
            <a:spLocks noGrp="1"/>
          </p:cNvSpPr>
          <p:nvPr>
            <p:ph type="body" sz="quarter" idx="28" hasCustomPrompt="1"/>
          </p:nvPr>
        </p:nvSpPr>
        <p:spPr>
          <a:xfrm>
            <a:off x="9832866" y="3407702"/>
            <a:ext cx="3602008" cy="720080"/>
          </a:xfrm>
        </p:spPr>
        <p:txBody>
          <a:bodyPr anchor="t">
            <a:noAutofit/>
          </a:bodyPr>
          <a:lstStyle>
            <a:lvl1pPr algn="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9" name="テキスト プレースホルダー 6"/>
          <p:cNvSpPr>
            <a:spLocks noGrp="1"/>
          </p:cNvSpPr>
          <p:nvPr>
            <p:ph type="body" sz="quarter" idx="29" hasCustomPrompt="1"/>
          </p:nvPr>
        </p:nvSpPr>
        <p:spPr>
          <a:xfrm>
            <a:off x="9822476" y="4175400"/>
            <a:ext cx="3612398" cy="916274"/>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2" name="テキスト プレースホルダー 6"/>
          <p:cNvSpPr>
            <a:spLocks noGrp="1"/>
          </p:cNvSpPr>
          <p:nvPr>
            <p:ph type="body" sz="quarter" idx="30" hasCustomPrompt="1"/>
          </p:nvPr>
        </p:nvSpPr>
        <p:spPr>
          <a:xfrm>
            <a:off x="10252364" y="5008647"/>
            <a:ext cx="5555810" cy="720080"/>
          </a:xfrm>
        </p:spPr>
        <p:txBody>
          <a:bodyPr anchor="t">
            <a:noAutofit/>
          </a:bodyPr>
          <a:lstStyle>
            <a:lvl1pPr algn="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53" name="テキスト プレースホルダー 6"/>
          <p:cNvSpPr>
            <a:spLocks noGrp="1"/>
          </p:cNvSpPr>
          <p:nvPr>
            <p:ph type="body" sz="quarter" idx="31" hasCustomPrompt="1"/>
          </p:nvPr>
        </p:nvSpPr>
        <p:spPr>
          <a:xfrm>
            <a:off x="10236338" y="5776345"/>
            <a:ext cx="5571836" cy="916274"/>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4" name="テキスト プレースホルダー 6"/>
          <p:cNvSpPr>
            <a:spLocks noGrp="1"/>
          </p:cNvSpPr>
          <p:nvPr>
            <p:ph type="body" sz="quarter" idx="32" hasCustomPrompt="1"/>
          </p:nvPr>
        </p:nvSpPr>
        <p:spPr>
          <a:xfrm>
            <a:off x="10249294" y="6703262"/>
            <a:ext cx="3739229" cy="720080"/>
          </a:xfrm>
        </p:spPr>
        <p:txBody>
          <a:bodyPr anchor="t">
            <a:noAutofit/>
          </a:bodyPr>
          <a:lstStyle>
            <a:lvl1pPr algn="r">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55" name="テキスト プレースホルダー 6"/>
          <p:cNvSpPr>
            <a:spLocks noGrp="1"/>
          </p:cNvSpPr>
          <p:nvPr>
            <p:ph type="body" sz="quarter" idx="33" hasCustomPrompt="1"/>
          </p:nvPr>
        </p:nvSpPr>
        <p:spPr>
          <a:xfrm>
            <a:off x="10238508" y="7470960"/>
            <a:ext cx="3750015" cy="916274"/>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982327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4"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par>
                          <p:cTn id="16" fill="hold">
                            <p:stCondLst>
                              <p:cond delay="1000"/>
                            </p:stCondLst>
                            <p:childTnLst>
                              <p:par>
                                <p:cTn id="17" presetID="22" presetClass="entr" presetSubtype="4" fill="hold" grpId="0"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p:cTn id="25" dur="500" fill="hold"/>
                                        <p:tgtEl>
                                          <p:spTgt spid="20"/>
                                        </p:tgtEl>
                                        <p:attrNameLst>
                                          <p:attrName>ppt_w</p:attrName>
                                        </p:attrNameLst>
                                      </p:cBhvr>
                                      <p:tavLst>
                                        <p:tav tm="0">
                                          <p:val>
                                            <p:fltVal val="0"/>
                                          </p:val>
                                        </p:tav>
                                        <p:tav tm="100000">
                                          <p:val>
                                            <p:strVal val="#ppt_w"/>
                                          </p:val>
                                        </p:tav>
                                      </p:tavLst>
                                    </p:anim>
                                    <p:anim calcmode="lin" valueType="num">
                                      <p:cBhvr>
                                        <p:cTn id="26" dur="500" fill="hold"/>
                                        <p:tgtEl>
                                          <p:spTgt spid="20"/>
                                        </p:tgtEl>
                                        <p:attrNameLst>
                                          <p:attrName>ppt_h</p:attrName>
                                        </p:attrNameLst>
                                      </p:cBhvr>
                                      <p:tavLst>
                                        <p:tav tm="0">
                                          <p:val>
                                            <p:fltVal val="0"/>
                                          </p:val>
                                        </p:tav>
                                        <p:tav tm="100000">
                                          <p:val>
                                            <p:strVal val="#ppt_h"/>
                                          </p:val>
                                        </p:tav>
                                      </p:tavLst>
                                    </p:anim>
                                    <p:animEffect transition="in" filter="fade">
                                      <p:cBhvr>
                                        <p:cTn id="27" dur="500"/>
                                        <p:tgtEl>
                                          <p:spTgt spid="20"/>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40"/>
                                        </p:tgtEl>
                                        <p:attrNameLst>
                                          <p:attrName>style.visibility</p:attrName>
                                        </p:attrNameLst>
                                      </p:cBhvr>
                                      <p:to>
                                        <p:strVal val="visible"/>
                                      </p:to>
                                    </p:set>
                                    <p:anim calcmode="lin" valueType="num">
                                      <p:cBhvr>
                                        <p:cTn id="30" dur="500" fill="hold"/>
                                        <p:tgtEl>
                                          <p:spTgt spid="40"/>
                                        </p:tgtEl>
                                        <p:attrNameLst>
                                          <p:attrName>ppt_w</p:attrName>
                                        </p:attrNameLst>
                                      </p:cBhvr>
                                      <p:tavLst>
                                        <p:tav tm="0">
                                          <p:val>
                                            <p:fltVal val="0"/>
                                          </p:val>
                                        </p:tav>
                                        <p:tav tm="100000">
                                          <p:val>
                                            <p:strVal val="#ppt_w"/>
                                          </p:val>
                                        </p:tav>
                                      </p:tavLst>
                                    </p:anim>
                                    <p:anim calcmode="lin" valueType="num">
                                      <p:cBhvr>
                                        <p:cTn id="31" dur="500" fill="hold"/>
                                        <p:tgtEl>
                                          <p:spTgt spid="40"/>
                                        </p:tgtEl>
                                        <p:attrNameLst>
                                          <p:attrName>ppt_h</p:attrName>
                                        </p:attrNameLst>
                                      </p:cBhvr>
                                      <p:tavLst>
                                        <p:tav tm="0">
                                          <p:val>
                                            <p:fltVal val="0"/>
                                          </p:val>
                                        </p:tav>
                                        <p:tav tm="100000">
                                          <p:val>
                                            <p:strVal val="#ppt_h"/>
                                          </p:val>
                                        </p:tav>
                                      </p:tavLst>
                                    </p:anim>
                                    <p:animEffect transition="in" filter="fade">
                                      <p:cBhvr>
                                        <p:cTn id="32" dur="500"/>
                                        <p:tgtEl>
                                          <p:spTgt spid="40"/>
                                        </p:tgtEl>
                                      </p:cBhvr>
                                    </p:animEffect>
                                  </p:childTnLst>
                                </p:cTn>
                              </p:par>
                            </p:childTnLst>
                          </p:cTn>
                        </p:par>
                        <p:par>
                          <p:cTn id="33" fill="hold">
                            <p:stCondLst>
                              <p:cond delay="1500"/>
                            </p:stCondLst>
                            <p:childTnLst>
                              <p:par>
                                <p:cTn id="34" presetID="2" presetClass="entr" presetSubtype="8" decel="100000" fill="hold" grpId="0" nodeType="afterEffect">
                                  <p:stCondLst>
                                    <p:cond delay="250"/>
                                  </p:stCondLst>
                                  <p:childTnLst>
                                    <p:set>
                                      <p:cBhvr>
                                        <p:cTn id="35" dur="1" fill="hold">
                                          <p:stCondLst>
                                            <p:cond delay="0"/>
                                          </p:stCondLst>
                                        </p:cTn>
                                        <p:tgtEl>
                                          <p:spTgt spid="52">
                                            <p:txEl>
                                              <p:pRg st="0" end="0"/>
                                            </p:txEl>
                                          </p:spTgt>
                                        </p:tgtEl>
                                        <p:attrNameLst>
                                          <p:attrName>style.visibility</p:attrName>
                                        </p:attrNameLst>
                                      </p:cBhvr>
                                      <p:to>
                                        <p:strVal val="visible"/>
                                      </p:to>
                                    </p:set>
                                    <p:anim calcmode="lin" valueType="num">
                                      <p:cBhvr additive="base">
                                        <p:cTn id="36" dur="500" fill="hold"/>
                                        <p:tgtEl>
                                          <p:spTgt spid="52">
                                            <p:txEl>
                                              <p:pRg st="0" end="0"/>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52">
                                            <p:txEl>
                                              <p:pRg st="0" end="0"/>
                                            </p:txEl>
                                          </p:spTgt>
                                        </p:tgtEl>
                                        <p:attrNameLst>
                                          <p:attrName>ppt_y</p:attrName>
                                        </p:attrNameLst>
                                      </p:cBhvr>
                                      <p:tavLst>
                                        <p:tav tm="0">
                                          <p:val>
                                            <p:strVal val="#ppt_y"/>
                                          </p:val>
                                        </p:tav>
                                        <p:tav tm="100000">
                                          <p:val>
                                            <p:strVal val="#ppt_y"/>
                                          </p:val>
                                        </p:tav>
                                      </p:tavLst>
                                    </p:anim>
                                  </p:childTnLst>
                                </p:cTn>
                              </p:par>
                              <p:par>
                                <p:cTn id="38" presetID="2" presetClass="entr" presetSubtype="8" decel="100000" fill="hold" grpId="0" nodeType="withEffect">
                                  <p:stCondLst>
                                    <p:cond delay="250"/>
                                  </p:stCondLst>
                                  <p:childTnLst>
                                    <p:set>
                                      <p:cBhvr>
                                        <p:cTn id="39" dur="1" fill="hold">
                                          <p:stCondLst>
                                            <p:cond delay="0"/>
                                          </p:stCondLst>
                                        </p:cTn>
                                        <p:tgtEl>
                                          <p:spTgt spid="53">
                                            <p:txEl>
                                              <p:pRg st="0" end="0"/>
                                            </p:txEl>
                                          </p:spTgt>
                                        </p:tgtEl>
                                        <p:attrNameLst>
                                          <p:attrName>style.visibility</p:attrName>
                                        </p:attrNameLst>
                                      </p:cBhvr>
                                      <p:to>
                                        <p:strVal val="visible"/>
                                      </p:to>
                                    </p:set>
                                    <p:anim calcmode="lin" valueType="num">
                                      <p:cBhvr additive="base">
                                        <p:cTn id="40" dur="500" fill="hold"/>
                                        <p:tgtEl>
                                          <p:spTgt spid="53">
                                            <p:txEl>
                                              <p:pRg st="0" end="0"/>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53">
                                            <p:txEl>
                                              <p:pRg st="0" end="0"/>
                                            </p:txEl>
                                          </p:spTgt>
                                        </p:tgtEl>
                                        <p:attrNameLst>
                                          <p:attrName>ppt_y</p:attrName>
                                        </p:attrNameLst>
                                      </p:cBhvr>
                                      <p:tavLst>
                                        <p:tav tm="0">
                                          <p:val>
                                            <p:strVal val="#ppt_y"/>
                                          </p:val>
                                        </p:tav>
                                        <p:tav tm="100000">
                                          <p:val>
                                            <p:strVal val="#ppt_y"/>
                                          </p:val>
                                        </p:tav>
                                      </p:tavLst>
                                    </p:anim>
                                  </p:childTnLst>
                                </p:cTn>
                              </p:par>
                            </p:childTnLst>
                          </p:cTn>
                        </p:par>
                        <p:par>
                          <p:cTn id="42" fill="hold">
                            <p:stCondLst>
                              <p:cond delay="2250"/>
                            </p:stCondLst>
                            <p:childTnLst>
                              <p:par>
                                <p:cTn id="43" presetID="22" presetClass="entr" presetSubtype="4" fill="hold" grpId="0" nodeType="afterEffect">
                                  <p:stCondLst>
                                    <p:cond delay="250"/>
                                  </p:stCondLst>
                                  <p:childTnLst>
                                    <p:set>
                                      <p:cBhvr>
                                        <p:cTn id="44" dur="1" fill="hold">
                                          <p:stCondLst>
                                            <p:cond delay="0"/>
                                          </p:stCondLst>
                                        </p:cTn>
                                        <p:tgtEl>
                                          <p:spTgt spid="9"/>
                                        </p:tgtEl>
                                        <p:attrNameLst>
                                          <p:attrName>style.visibility</p:attrName>
                                        </p:attrNameLst>
                                      </p:cBhvr>
                                      <p:to>
                                        <p:strVal val="visible"/>
                                      </p:to>
                                    </p:set>
                                    <p:animEffect transition="in" filter="wipe(down)">
                                      <p:cBhvr>
                                        <p:cTn id="45" dur="500"/>
                                        <p:tgtEl>
                                          <p:spTgt spid="9"/>
                                        </p:tgtEl>
                                      </p:cBhvr>
                                    </p:animEffect>
                                  </p:childTnLst>
                                </p:cTn>
                              </p:par>
                            </p:childTnLst>
                          </p:cTn>
                        </p:par>
                        <p:par>
                          <p:cTn id="46" fill="hold">
                            <p:stCondLst>
                              <p:cond delay="3000"/>
                            </p:stCondLst>
                            <p:childTnLst>
                              <p:par>
                                <p:cTn id="47" presetID="22" presetClass="entr" presetSubtype="2" fill="hold" grpId="0" nodeType="after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wipe(right)">
                                      <p:cBhvr>
                                        <p:cTn id="49" dur="500"/>
                                        <p:tgtEl>
                                          <p:spTgt spid="24"/>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right)">
                                      <p:cBhvr>
                                        <p:cTn id="52" dur="500"/>
                                        <p:tgtEl>
                                          <p:spTgt spid="29"/>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 calcmode="lin" valueType="num">
                                      <p:cBhvr>
                                        <p:cTn id="55" dur="500" fill="hold"/>
                                        <p:tgtEl>
                                          <p:spTgt spid="35"/>
                                        </p:tgtEl>
                                        <p:attrNameLst>
                                          <p:attrName>ppt_w</p:attrName>
                                        </p:attrNameLst>
                                      </p:cBhvr>
                                      <p:tavLst>
                                        <p:tav tm="0">
                                          <p:val>
                                            <p:fltVal val="0"/>
                                          </p:val>
                                        </p:tav>
                                        <p:tav tm="100000">
                                          <p:val>
                                            <p:strVal val="#ppt_w"/>
                                          </p:val>
                                        </p:tav>
                                      </p:tavLst>
                                    </p:anim>
                                    <p:anim calcmode="lin" valueType="num">
                                      <p:cBhvr>
                                        <p:cTn id="56" dur="500" fill="hold"/>
                                        <p:tgtEl>
                                          <p:spTgt spid="35"/>
                                        </p:tgtEl>
                                        <p:attrNameLst>
                                          <p:attrName>ppt_h</p:attrName>
                                        </p:attrNameLst>
                                      </p:cBhvr>
                                      <p:tavLst>
                                        <p:tav tm="0">
                                          <p:val>
                                            <p:fltVal val="0"/>
                                          </p:val>
                                        </p:tav>
                                        <p:tav tm="100000">
                                          <p:val>
                                            <p:strVal val="#ppt_h"/>
                                          </p:val>
                                        </p:tav>
                                      </p:tavLst>
                                    </p:anim>
                                    <p:animEffect transition="in" filter="fade">
                                      <p:cBhvr>
                                        <p:cTn id="57" dur="500"/>
                                        <p:tgtEl>
                                          <p:spTgt spid="35"/>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fltVal val="0"/>
                                          </p:val>
                                        </p:tav>
                                        <p:tav tm="100000">
                                          <p:val>
                                            <p:strVal val="#ppt_h"/>
                                          </p:val>
                                        </p:tav>
                                      </p:tavLst>
                                    </p:anim>
                                    <p:animEffect transition="in" filter="fade">
                                      <p:cBhvr>
                                        <p:cTn id="62" dur="500"/>
                                        <p:tgtEl>
                                          <p:spTgt spid="18"/>
                                        </p:tgtEl>
                                      </p:cBhvr>
                                    </p:animEffect>
                                  </p:childTnLst>
                                </p:cTn>
                              </p:par>
                            </p:childTnLst>
                          </p:cTn>
                        </p:par>
                        <p:par>
                          <p:cTn id="63" fill="hold">
                            <p:stCondLst>
                              <p:cond delay="3500"/>
                            </p:stCondLst>
                            <p:childTnLst>
                              <p:par>
                                <p:cTn id="64" presetID="2" presetClass="entr" presetSubtype="2" decel="100000" fill="hold" grpId="0" nodeType="afterEffect">
                                  <p:stCondLst>
                                    <p:cond delay="250"/>
                                  </p:stCondLst>
                                  <p:childTnLst>
                                    <p:set>
                                      <p:cBhvr>
                                        <p:cTn id="65" dur="1" fill="hold">
                                          <p:stCondLst>
                                            <p:cond delay="0"/>
                                          </p:stCondLst>
                                        </p:cTn>
                                        <p:tgtEl>
                                          <p:spTgt spid="42">
                                            <p:txEl>
                                              <p:pRg st="0" end="0"/>
                                            </p:txEl>
                                          </p:spTgt>
                                        </p:tgtEl>
                                        <p:attrNameLst>
                                          <p:attrName>style.visibility</p:attrName>
                                        </p:attrNameLst>
                                      </p:cBhvr>
                                      <p:to>
                                        <p:strVal val="visible"/>
                                      </p:to>
                                    </p:set>
                                    <p:anim calcmode="lin" valueType="num">
                                      <p:cBhvr additive="base">
                                        <p:cTn id="66" dur="500" fill="hold"/>
                                        <p:tgtEl>
                                          <p:spTgt spid="42">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2">
                                            <p:txEl>
                                              <p:pRg st="0" end="0"/>
                                            </p:txEl>
                                          </p:spTgt>
                                        </p:tgtEl>
                                        <p:attrNameLst>
                                          <p:attrName>ppt_y</p:attrName>
                                        </p:attrNameLst>
                                      </p:cBhvr>
                                      <p:tavLst>
                                        <p:tav tm="0">
                                          <p:val>
                                            <p:strVal val="#ppt_y"/>
                                          </p:val>
                                        </p:tav>
                                        <p:tav tm="100000">
                                          <p:val>
                                            <p:strVal val="#ppt_y"/>
                                          </p:val>
                                        </p:tav>
                                      </p:tavLst>
                                    </p:anim>
                                  </p:childTnLst>
                                </p:cTn>
                              </p:par>
                              <p:par>
                                <p:cTn id="68" presetID="2" presetClass="entr" presetSubtype="2" decel="100000" fill="hold" grpId="0" nodeType="withEffect">
                                  <p:stCondLst>
                                    <p:cond delay="250"/>
                                  </p:stCondLst>
                                  <p:childTnLst>
                                    <p:set>
                                      <p:cBhvr>
                                        <p:cTn id="69" dur="1" fill="hold">
                                          <p:stCondLst>
                                            <p:cond delay="0"/>
                                          </p:stCondLst>
                                        </p:cTn>
                                        <p:tgtEl>
                                          <p:spTgt spid="43">
                                            <p:txEl>
                                              <p:pRg st="0" end="0"/>
                                            </p:txEl>
                                          </p:spTgt>
                                        </p:tgtEl>
                                        <p:attrNameLst>
                                          <p:attrName>style.visibility</p:attrName>
                                        </p:attrNameLst>
                                      </p:cBhvr>
                                      <p:to>
                                        <p:strVal val="visible"/>
                                      </p:to>
                                    </p:set>
                                    <p:anim calcmode="lin" valueType="num">
                                      <p:cBhvr additive="base">
                                        <p:cTn id="70" dur="500" fill="hold"/>
                                        <p:tgtEl>
                                          <p:spTgt spid="43">
                                            <p:txEl>
                                              <p:pRg st="0" end="0"/>
                                            </p:txEl>
                                          </p:spTgt>
                                        </p:tgtEl>
                                        <p:attrNameLst>
                                          <p:attrName>ppt_x</p:attrName>
                                        </p:attrNameLst>
                                      </p:cBhvr>
                                      <p:tavLst>
                                        <p:tav tm="0">
                                          <p:val>
                                            <p:strVal val="1+#ppt_w/2"/>
                                          </p:val>
                                        </p:tav>
                                        <p:tav tm="100000">
                                          <p:val>
                                            <p:strVal val="#ppt_x"/>
                                          </p:val>
                                        </p:tav>
                                      </p:tavLst>
                                    </p:anim>
                                    <p:anim calcmode="lin" valueType="num">
                                      <p:cBhvr additive="base">
                                        <p:cTn id="71" dur="500" fill="hold"/>
                                        <p:tgtEl>
                                          <p:spTgt spid="43">
                                            <p:txEl>
                                              <p:pRg st="0" end="0"/>
                                            </p:txEl>
                                          </p:spTgt>
                                        </p:tgtEl>
                                        <p:attrNameLst>
                                          <p:attrName>ppt_y</p:attrName>
                                        </p:attrNameLst>
                                      </p:cBhvr>
                                      <p:tavLst>
                                        <p:tav tm="0">
                                          <p:val>
                                            <p:strVal val="#ppt_y"/>
                                          </p:val>
                                        </p:tav>
                                        <p:tav tm="100000">
                                          <p:val>
                                            <p:strVal val="#ppt_y"/>
                                          </p:val>
                                        </p:tav>
                                      </p:tavLst>
                                    </p:anim>
                                  </p:childTnLst>
                                </p:cTn>
                              </p:par>
                            </p:childTnLst>
                          </p:cTn>
                        </p:par>
                        <p:par>
                          <p:cTn id="72" fill="hold">
                            <p:stCondLst>
                              <p:cond delay="4250"/>
                            </p:stCondLst>
                            <p:childTnLst>
                              <p:par>
                                <p:cTn id="73" presetID="22" presetClass="entr" presetSubtype="4" fill="hold" grpId="0" nodeType="afterEffect">
                                  <p:stCondLst>
                                    <p:cond delay="250"/>
                                  </p:stCondLst>
                                  <p:childTnLst>
                                    <p:set>
                                      <p:cBhvr>
                                        <p:cTn id="74" dur="1" fill="hold">
                                          <p:stCondLst>
                                            <p:cond delay="0"/>
                                          </p:stCondLst>
                                        </p:cTn>
                                        <p:tgtEl>
                                          <p:spTgt spid="11"/>
                                        </p:tgtEl>
                                        <p:attrNameLst>
                                          <p:attrName>style.visibility</p:attrName>
                                        </p:attrNameLst>
                                      </p:cBhvr>
                                      <p:to>
                                        <p:strVal val="visible"/>
                                      </p:to>
                                    </p:set>
                                    <p:animEffect transition="in" filter="wipe(down)">
                                      <p:cBhvr>
                                        <p:cTn id="75" dur="500"/>
                                        <p:tgtEl>
                                          <p:spTgt spid="11"/>
                                        </p:tgtEl>
                                      </p:cBhvr>
                                    </p:animEffect>
                                  </p:childTnLst>
                                </p:cTn>
                              </p:par>
                            </p:childTnLst>
                          </p:cTn>
                        </p:par>
                        <p:par>
                          <p:cTn id="76" fill="hold">
                            <p:stCondLst>
                              <p:cond delay="5000"/>
                            </p:stCondLst>
                            <p:childTnLst>
                              <p:par>
                                <p:cTn id="77" presetID="22" presetClass="entr" presetSubtype="8" fill="hold" grpId="0" nodeType="after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wipe(left)">
                                      <p:cBhvr>
                                        <p:cTn id="79" dur="500"/>
                                        <p:tgtEl>
                                          <p:spTgt spid="28"/>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wipe(left)">
                                      <p:cBhvr>
                                        <p:cTn id="82" dur="500"/>
                                        <p:tgtEl>
                                          <p:spTgt spid="34"/>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 calcmode="lin" valueType="num">
                                      <p:cBhvr>
                                        <p:cTn id="85" dur="500" fill="hold"/>
                                        <p:tgtEl>
                                          <p:spTgt spid="22"/>
                                        </p:tgtEl>
                                        <p:attrNameLst>
                                          <p:attrName>ppt_w</p:attrName>
                                        </p:attrNameLst>
                                      </p:cBhvr>
                                      <p:tavLst>
                                        <p:tav tm="0">
                                          <p:val>
                                            <p:fltVal val="0"/>
                                          </p:val>
                                        </p:tav>
                                        <p:tav tm="100000">
                                          <p:val>
                                            <p:strVal val="#ppt_w"/>
                                          </p:val>
                                        </p:tav>
                                      </p:tavLst>
                                    </p:anim>
                                    <p:anim calcmode="lin" valueType="num">
                                      <p:cBhvr>
                                        <p:cTn id="86" dur="500" fill="hold"/>
                                        <p:tgtEl>
                                          <p:spTgt spid="22"/>
                                        </p:tgtEl>
                                        <p:attrNameLst>
                                          <p:attrName>ppt_h</p:attrName>
                                        </p:attrNameLst>
                                      </p:cBhvr>
                                      <p:tavLst>
                                        <p:tav tm="0">
                                          <p:val>
                                            <p:fltVal val="0"/>
                                          </p:val>
                                        </p:tav>
                                        <p:tav tm="100000">
                                          <p:val>
                                            <p:strVal val="#ppt_h"/>
                                          </p:val>
                                        </p:tav>
                                      </p:tavLst>
                                    </p:anim>
                                    <p:animEffect transition="in" filter="fade">
                                      <p:cBhvr>
                                        <p:cTn id="87" dur="500"/>
                                        <p:tgtEl>
                                          <p:spTgt spid="22"/>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41"/>
                                        </p:tgtEl>
                                        <p:attrNameLst>
                                          <p:attrName>style.visibility</p:attrName>
                                        </p:attrNameLst>
                                      </p:cBhvr>
                                      <p:to>
                                        <p:strVal val="visible"/>
                                      </p:to>
                                    </p:set>
                                    <p:anim calcmode="lin" valueType="num">
                                      <p:cBhvr>
                                        <p:cTn id="90" dur="500" fill="hold"/>
                                        <p:tgtEl>
                                          <p:spTgt spid="41"/>
                                        </p:tgtEl>
                                        <p:attrNameLst>
                                          <p:attrName>ppt_w</p:attrName>
                                        </p:attrNameLst>
                                      </p:cBhvr>
                                      <p:tavLst>
                                        <p:tav tm="0">
                                          <p:val>
                                            <p:fltVal val="0"/>
                                          </p:val>
                                        </p:tav>
                                        <p:tav tm="100000">
                                          <p:val>
                                            <p:strVal val="#ppt_w"/>
                                          </p:val>
                                        </p:tav>
                                      </p:tavLst>
                                    </p:anim>
                                    <p:anim calcmode="lin" valueType="num">
                                      <p:cBhvr>
                                        <p:cTn id="91" dur="500" fill="hold"/>
                                        <p:tgtEl>
                                          <p:spTgt spid="41"/>
                                        </p:tgtEl>
                                        <p:attrNameLst>
                                          <p:attrName>ppt_h</p:attrName>
                                        </p:attrNameLst>
                                      </p:cBhvr>
                                      <p:tavLst>
                                        <p:tav tm="0">
                                          <p:val>
                                            <p:fltVal val="0"/>
                                          </p:val>
                                        </p:tav>
                                        <p:tav tm="100000">
                                          <p:val>
                                            <p:strVal val="#ppt_h"/>
                                          </p:val>
                                        </p:tav>
                                      </p:tavLst>
                                    </p:anim>
                                    <p:animEffect transition="in" filter="fade">
                                      <p:cBhvr>
                                        <p:cTn id="92" dur="500"/>
                                        <p:tgtEl>
                                          <p:spTgt spid="41"/>
                                        </p:tgtEl>
                                      </p:cBhvr>
                                    </p:animEffect>
                                  </p:childTnLst>
                                </p:cTn>
                              </p:par>
                            </p:childTnLst>
                          </p:cTn>
                        </p:par>
                        <p:par>
                          <p:cTn id="93" fill="hold">
                            <p:stCondLst>
                              <p:cond delay="5500"/>
                            </p:stCondLst>
                            <p:childTnLst>
                              <p:par>
                                <p:cTn id="94" presetID="2" presetClass="entr" presetSubtype="8" decel="100000" fill="hold" grpId="0" nodeType="afterEffect">
                                  <p:stCondLst>
                                    <p:cond delay="250"/>
                                  </p:stCondLst>
                                  <p:childTnLst>
                                    <p:set>
                                      <p:cBhvr>
                                        <p:cTn id="95" dur="1" fill="hold">
                                          <p:stCondLst>
                                            <p:cond delay="0"/>
                                          </p:stCondLst>
                                        </p:cTn>
                                        <p:tgtEl>
                                          <p:spTgt spid="54">
                                            <p:txEl>
                                              <p:pRg st="0" end="0"/>
                                            </p:txEl>
                                          </p:spTgt>
                                        </p:tgtEl>
                                        <p:attrNameLst>
                                          <p:attrName>style.visibility</p:attrName>
                                        </p:attrNameLst>
                                      </p:cBhvr>
                                      <p:to>
                                        <p:strVal val="visible"/>
                                      </p:to>
                                    </p:set>
                                    <p:anim calcmode="lin" valueType="num">
                                      <p:cBhvr additive="base">
                                        <p:cTn id="96" dur="500" fill="hold"/>
                                        <p:tgtEl>
                                          <p:spTgt spid="54">
                                            <p:txEl>
                                              <p:pRg st="0" end="0"/>
                                            </p:txEl>
                                          </p:spTgt>
                                        </p:tgtEl>
                                        <p:attrNameLst>
                                          <p:attrName>ppt_x</p:attrName>
                                        </p:attrNameLst>
                                      </p:cBhvr>
                                      <p:tavLst>
                                        <p:tav tm="0">
                                          <p:val>
                                            <p:strVal val="0-#ppt_w/2"/>
                                          </p:val>
                                        </p:tav>
                                        <p:tav tm="100000">
                                          <p:val>
                                            <p:strVal val="#ppt_x"/>
                                          </p:val>
                                        </p:tav>
                                      </p:tavLst>
                                    </p:anim>
                                    <p:anim calcmode="lin" valueType="num">
                                      <p:cBhvr additive="base">
                                        <p:cTn id="97" dur="500" fill="hold"/>
                                        <p:tgtEl>
                                          <p:spTgt spid="54">
                                            <p:txEl>
                                              <p:pRg st="0" end="0"/>
                                            </p:txEl>
                                          </p:spTgt>
                                        </p:tgtEl>
                                        <p:attrNameLst>
                                          <p:attrName>ppt_y</p:attrName>
                                        </p:attrNameLst>
                                      </p:cBhvr>
                                      <p:tavLst>
                                        <p:tav tm="0">
                                          <p:val>
                                            <p:strVal val="#ppt_y"/>
                                          </p:val>
                                        </p:tav>
                                        <p:tav tm="100000">
                                          <p:val>
                                            <p:strVal val="#ppt_y"/>
                                          </p:val>
                                        </p:tav>
                                      </p:tavLst>
                                    </p:anim>
                                  </p:childTnLst>
                                </p:cTn>
                              </p:par>
                              <p:par>
                                <p:cTn id="98" presetID="2" presetClass="entr" presetSubtype="8" decel="100000" fill="hold" grpId="0" nodeType="withEffect">
                                  <p:stCondLst>
                                    <p:cond delay="250"/>
                                  </p:stCondLst>
                                  <p:childTnLst>
                                    <p:set>
                                      <p:cBhvr>
                                        <p:cTn id="99" dur="1" fill="hold">
                                          <p:stCondLst>
                                            <p:cond delay="0"/>
                                          </p:stCondLst>
                                        </p:cTn>
                                        <p:tgtEl>
                                          <p:spTgt spid="55">
                                            <p:txEl>
                                              <p:pRg st="0" end="0"/>
                                            </p:txEl>
                                          </p:spTgt>
                                        </p:tgtEl>
                                        <p:attrNameLst>
                                          <p:attrName>style.visibility</p:attrName>
                                        </p:attrNameLst>
                                      </p:cBhvr>
                                      <p:to>
                                        <p:strVal val="visible"/>
                                      </p:to>
                                    </p:set>
                                    <p:anim calcmode="lin" valueType="num">
                                      <p:cBhvr additive="base">
                                        <p:cTn id="100" dur="500" fill="hold"/>
                                        <p:tgtEl>
                                          <p:spTgt spid="55">
                                            <p:txEl>
                                              <p:pRg st="0" end="0"/>
                                            </p:txEl>
                                          </p:spTgt>
                                        </p:tgtEl>
                                        <p:attrNameLst>
                                          <p:attrName>ppt_x</p:attrName>
                                        </p:attrNameLst>
                                      </p:cBhvr>
                                      <p:tavLst>
                                        <p:tav tm="0">
                                          <p:val>
                                            <p:strVal val="0-#ppt_w/2"/>
                                          </p:val>
                                        </p:tav>
                                        <p:tav tm="100000">
                                          <p:val>
                                            <p:strVal val="#ppt_x"/>
                                          </p:val>
                                        </p:tav>
                                      </p:tavLst>
                                    </p:anim>
                                    <p:anim calcmode="lin" valueType="num">
                                      <p:cBhvr additive="base">
                                        <p:cTn id="101" dur="500" fill="hold"/>
                                        <p:tgtEl>
                                          <p:spTgt spid="55">
                                            <p:txEl>
                                              <p:pRg st="0" end="0"/>
                                            </p:txEl>
                                          </p:spTgt>
                                        </p:tgtEl>
                                        <p:attrNameLst>
                                          <p:attrName>ppt_y</p:attrName>
                                        </p:attrNameLst>
                                      </p:cBhvr>
                                      <p:tavLst>
                                        <p:tav tm="0">
                                          <p:val>
                                            <p:strVal val="#ppt_y"/>
                                          </p:val>
                                        </p:tav>
                                        <p:tav tm="100000">
                                          <p:val>
                                            <p:strVal val="#ppt_y"/>
                                          </p:val>
                                        </p:tav>
                                      </p:tavLst>
                                    </p:anim>
                                  </p:childTnLst>
                                </p:cTn>
                              </p:par>
                            </p:childTnLst>
                          </p:cTn>
                        </p:par>
                        <p:par>
                          <p:cTn id="102" fill="hold">
                            <p:stCondLst>
                              <p:cond delay="6250"/>
                            </p:stCondLst>
                            <p:childTnLst>
                              <p:par>
                                <p:cTn id="103" presetID="22" presetClass="entr" presetSubtype="4" fill="hold" grpId="0" nodeType="afterEffect">
                                  <p:stCondLst>
                                    <p:cond delay="250"/>
                                  </p:stCondLst>
                                  <p:childTnLst>
                                    <p:set>
                                      <p:cBhvr>
                                        <p:cTn id="104" dur="1" fill="hold">
                                          <p:stCondLst>
                                            <p:cond delay="0"/>
                                          </p:stCondLst>
                                        </p:cTn>
                                        <p:tgtEl>
                                          <p:spTgt spid="10"/>
                                        </p:tgtEl>
                                        <p:attrNameLst>
                                          <p:attrName>style.visibility</p:attrName>
                                        </p:attrNameLst>
                                      </p:cBhvr>
                                      <p:to>
                                        <p:strVal val="visible"/>
                                      </p:to>
                                    </p:set>
                                    <p:animEffect transition="in" filter="wipe(down)">
                                      <p:cBhvr>
                                        <p:cTn id="105" dur="500"/>
                                        <p:tgtEl>
                                          <p:spTgt spid="10"/>
                                        </p:tgtEl>
                                      </p:cBhvr>
                                    </p:animEffect>
                                  </p:childTnLst>
                                </p:cTn>
                              </p:par>
                            </p:childTnLst>
                          </p:cTn>
                        </p:par>
                        <p:par>
                          <p:cTn id="106" fill="hold">
                            <p:stCondLst>
                              <p:cond delay="7000"/>
                            </p:stCondLst>
                            <p:childTnLst>
                              <p:par>
                                <p:cTn id="107" presetID="22" presetClass="entr" presetSubtype="2" fill="hold" grpId="0" nodeType="after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wipe(right)">
                                      <p:cBhvr>
                                        <p:cTn id="109" dur="500"/>
                                        <p:tgtEl>
                                          <p:spTgt spid="16"/>
                                        </p:tgtEl>
                                      </p:cBhvr>
                                    </p:animEffect>
                                  </p:childTnLst>
                                </p:cTn>
                              </p:par>
                              <p:par>
                                <p:cTn id="110" presetID="22" presetClass="entr" presetSubtype="2" fill="hold" grpId="0" nodeType="withEffect">
                                  <p:stCondLst>
                                    <p:cond delay="0"/>
                                  </p:stCondLst>
                                  <p:childTnLst>
                                    <p:set>
                                      <p:cBhvr>
                                        <p:cTn id="111" dur="1" fill="hold">
                                          <p:stCondLst>
                                            <p:cond delay="0"/>
                                          </p:stCondLst>
                                        </p:cTn>
                                        <p:tgtEl>
                                          <p:spTgt spid="30"/>
                                        </p:tgtEl>
                                        <p:attrNameLst>
                                          <p:attrName>style.visibility</p:attrName>
                                        </p:attrNameLst>
                                      </p:cBhvr>
                                      <p:to>
                                        <p:strVal val="visible"/>
                                      </p:to>
                                    </p:set>
                                    <p:animEffect transition="in" filter="wipe(right)">
                                      <p:cBhvr>
                                        <p:cTn id="112" dur="500"/>
                                        <p:tgtEl>
                                          <p:spTgt spid="30"/>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17"/>
                                        </p:tgtEl>
                                        <p:attrNameLst>
                                          <p:attrName>style.visibility</p:attrName>
                                        </p:attrNameLst>
                                      </p:cBhvr>
                                      <p:to>
                                        <p:strVal val="visible"/>
                                      </p:to>
                                    </p:set>
                                    <p:anim calcmode="lin" valueType="num">
                                      <p:cBhvr>
                                        <p:cTn id="115" dur="500" fill="hold"/>
                                        <p:tgtEl>
                                          <p:spTgt spid="17"/>
                                        </p:tgtEl>
                                        <p:attrNameLst>
                                          <p:attrName>ppt_w</p:attrName>
                                        </p:attrNameLst>
                                      </p:cBhvr>
                                      <p:tavLst>
                                        <p:tav tm="0">
                                          <p:val>
                                            <p:fltVal val="0"/>
                                          </p:val>
                                        </p:tav>
                                        <p:tav tm="100000">
                                          <p:val>
                                            <p:strVal val="#ppt_w"/>
                                          </p:val>
                                        </p:tav>
                                      </p:tavLst>
                                    </p:anim>
                                    <p:anim calcmode="lin" valueType="num">
                                      <p:cBhvr>
                                        <p:cTn id="116" dur="500" fill="hold"/>
                                        <p:tgtEl>
                                          <p:spTgt spid="17"/>
                                        </p:tgtEl>
                                        <p:attrNameLst>
                                          <p:attrName>ppt_h</p:attrName>
                                        </p:attrNameLst>
                                      </p:cBhvr>
                                      <p:tavLst>
                                        <p:tav tm="0">
                                          <p:val>
                                            <p:fltVal val="0"/>
                                          </p:val>
                                        </p:tav>
                                        <p:tav tm="100000">
                                          <p:val>
                                            <p:strVal val="#ppt_h"/>
                                          </p:val>
                                        </p:tav>
                                      </p:tavLst>
                                    </p:anim>
                                    <p:animEffect transition="in" filter="fade">
                                      <p:cBhvr>
                                        <p:cTn id="117" dur="500"/>
                                        <p:tgtEl>
                                          <p:spTgt spid="17"/>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 calcmode="lin" valueType="num">
                                      <p:cBhvr>
                                        <p:cTn id="120" dur="500" fill="hold"/>
                                        <p:tgtEl>
                                          <p:spTgt spid="38"/>
                                        </p:tgtEl>
                                        <p:attrNameLst>
                                          <p:attrName>ppt_w</p:attrName>
                                        </p:attrNameLst>
                                      </p:cBhvr>
                                      <p:tavLst>
                                        <p:tav tm="0">
                                          <p:val>
                                            <p:fltVal val="0"/>
                                          </p:val>
                                        </p:tav>
                                        <p:tav tm="100000">
                                          <p:val>
                                            <p:strVal val="#ppt_w"/>
                                          </p:val>
                                        </p:tav>
                                      </p:tavLst>
                                    </p:anim>
                                    <p:anim calcmode="lin" valueType="num">
                                      <p:cBhvr>
                                        <p:cTn id="121" dur="500" fill="hold"/>
                                        <p:tgtEl>
                                          <p:spTgt spid="38"/>
                                        </p:tgtEl>
                                        <p:attrNameLst>
                                          <p:attrName>ppt_h</p:attrName>
                                        </p:attrNameLst>
                                      </p:cBhvr>
                                      <p:tavLst>
                                        <p:tav tm="0">
                                          <p:val>
                                            <p:fltVal val="0"/>
                                          </p:val>
                                        </p:tav>
                                        <p:tav tm="100000">
                                          <p:val>
                                            <p:strVal val="#ppt_h"/>
                                          </p:val>
                                        </p:tav>
                                      </p:tavLst>
                                    </p:anim>
                                    <p:animEffect transition="in" filter="fade">
                                      <p:cBhvr>
                                        <p:cTn id="122" dur="500"/>
                                        <p:tgtEl>
                                          <p:spTgt spid="38"/>
                                        </p:tgtEl>
                                      </p:cBhvr>
                                    </p:animEffect>
                                  </p:childTnLst>
                                </p:cTn>
                              </p:par>
                            </p:childTnLst>
                          </p:cTn>
                        </p:par>
                        <p:par>
                          <p:cTn id="123" fill="hold">
                            <p:stCondLst>
                              <p:cond delay="7500"/>
                            </p:stCondLst>
                            <p:childTnLst>
                              <p:par>
                                <p:cTn id="124" presetID="2" presetClass="entr" presetSubtype="2" decel="100000" fill="hold" grpId="0" nodeType="afterEffect">
                                  <p:stCondLst>
                                    <p:cond delay="250"/>
                                  </p:stCondLst>
                                  <p:childTnLst>
                                    <p:set>
                                      <p:cBhvr>
                                        <p:cTn id="125" dur="1" fill="hold">
                                          <p:stCondLst>
                                            <p:cond delay="0"/>
                                          </p:stCondLst>
                                        </p:cTn>
                                        <p:tgtEl>
                                          <p:spTgt spid="44">
                                            <p:txEl>
                                              <p:pRg st="0" end="0"/>
                                            </p:txEl>
                                          </p:spTgt>
                                        </p:tgtEl>
                                        <p:attrNameLst>
                                          <p:attrName>style.visibility</p:attrName>
                                        </p:attrNameLst>
                                      </p:cBhvr>
                                      <p:to>
                                        <p:strVal val="visible"/>
                                      </p:to>
                                    </p:set>
                                    <p:anim calcmode="lin" valueType="num">
                                      <p:cBhvr additive="base">
                                        <p:cTn id="126" dur="500" fill="hold"/>
                                        <p:tgtEl>
                                          <p:spTgt spid="44">
                                            <p:txEl>
                                              <p:pRg st="0" end="0"/>
                                            </p:txEl>
                                          </p:spTgt>
                                        </p:tgtEl>
                                        <p:attrNameLst>
                                          <p:attrName>ppt_x</p:attrName>
                                        </p:attrNameLst>
                                      </p:cBhvr>
                                      <p:tavLst>
                                        <p:tav tm="0">
                                          <p:val>
                                            <p:strVal val="1+#ppt_w/2"/>
                                          </p:val>
                                        </p:tav>
                                        <p:tav tm="100000">
                                          <p:val>
                                            <p:strVal val="#ppt_x"/>
                                          </p:val>
                                        </p:tav>
                                      </p:tavLst>
                                    </p:anim>
                                    <p:anim calcmode="lin" valueType="num">
                                      <p:cBhvr additive="base">
                                        <p:cTn id="127" dur="500" fill="hold"/>
                                        <p:tgtEl>
                                          <p:spTgt spid="44">
                                            <p:txEl>
                                              <p:pRg st="0" end="0"/>
                                            </p:txEl>
                                          </p:spTgt>
                                        </p:tgtEl>
                                        <p:attrNameLst>
                                          <p:attrName>ppt_y</p:attrName>
                                        </p:attrNameLst>
                                      </p:cBhvr>
                                      <p:tavLst>
                                        <p:tav tm="0">
                                          <p:val>
                                            <p:strVal val="#ppt_y"/>
                                          </p:val>
                                        </p:tav>
                                        <p:tav tm="100000">
                                          <p:val>
                                            <p:strVal val="#ppt_y"/>
                                          </p:val>
                                        </p:tav>
                                      </p:tavLst>
                                    </p:anim>
                                  </p:childTnLst>
                                </p:cTn>
                              </p:par>
                              <p:par>
                                <p:cTn id="128" presetID="2" presetClass="entr" presetSubtype="2" decel="100000" fill="hold" grpId="0" nodeType="withEffect">
                                  <p:stCondLst>
                                    <p:cond delay="250"/>
                                  </p:stCondLst>
                                  <p:childTnLst>
                                    <p:set>
                                      <p:cBhvr>
                                        <p:cTn id="129" dur="1" fill="hold">
                                          <p:stCondLst>
                                            <p:cond delay="0"/>
                                          </p:stCondLst>
                                        </p:cTn>
                                        <p:tgtEl>
                                          <p:spTgt spid="45">
                                            <p:txEl>
                                              <p:pRg st="0" end="0"/>
                                            </p:txEl>
                                          </p:spTgt>
                                        </p:tgtEl>
                                        <p:attrNameLst>
                                          <p:attrName>style.visibility</p:attrName>
                                        </p:attrNameLst>
                                      </p:cBhvr>
                                      <p:to>
                                        <p:strVal val="visible"/>
                                      </p:to>
                                    </p:set>
                                    <p:anim calcmode="lin" valueType="num">
                                      <p:cBhvr additive="base">
                                        <p:cTn id="130" dur="5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131" dur="500" fill="hold"/>
                                        <p:tgtEl>
                                          <p:spTgt spid="45">
                                            <p:txEl>
                                              <p:pRg st="0" end="0"/>
                                            </p:txEl>
                                          </p:spTgt>
                                        </p:tgtEl>
                                        <p:attrNameLst>
                                          <p:attrName>ppt_y</p:attrName>
                                        </p:attrNameLst>
                                      </p:cBhvr>
                                      <p:tavLst>
                                        <p:tav tm="0">
                                          <p:val>
                                            <p:strVal val="#ppt_y"/>
                                          </p:val>
                                        </p:tav>
                                        <p:tav tm="100000">
                                          <p:val>
                                            <p:strVal val="#ppt_y"/>
                                          </p:val>
                                        </p:tav>
                                      </p:tavLst>
                                    </p:anim>
                                  </p:childTnLst>
                                </p:cTn>
                              </p:par>
                            </p:childTnLst>
                          </p:cTn>
                        </p:par>
                        <p:par>
                          <p:cTn id="132" fill="hold">
                            <p:stCondLst>
                              <p:cond delay="8250"/>
                            </p:stCondLst>
                            <p:childTnLst>
                              <p:par>
                                <p:cTn id="133" presetID="22" presetClass="entr" presetSubtype="4" fill="hold" grpId="0" nodeType="afterEffect">
                                  <p:stCondLst>
                                    <p:cond delay="250"/>
                                  </p:stCondLst>
                                  <p:childTnLst>
                                    <p:set>
                                      <p:cBhvr>
                                        <p:cTn id="134" dur="1" fill="hold">
                                          <p:stCondLst>
                                            <p:cond delay="0"/>
                                          </p:stCondLst>
                                        </p:cTn>
                                        <p:tgtEl>
                                          <p:spTgt spid="5"/>
                                        </p:tgtEl>
                                        <p:attrNameLst>
                                          <p:attrName>style.visibility</p:attrName>
                                        </p:attrNameLst>
                                      </p:cBhvr>
                                      <p:to>
                                        <p:strVal val="visible"/>
                                      </p:to>
                                    </p:set>
                                    <p:animEffect transition="in" filter="wipe(down)">
                                      <p:cBhvr>
                                        <p:cTn id="135" dur="500"/>
                                        <p:tgtEl>
                                          <p:spTgt spid="5"/>
                                        </p:tgtEl>
                                      </p:cBhvr>
                                    </p:animEffect>
                                  </p:childTnLst>
                                </p:cTn>
                              </p:par>
                            </p:childTnLst>
                          </p:cTn>
                        </p:par>
                        <p:par>
                          <p:cTn id="136" fill="hold">
                            <p:stCondLst>
                              <p:cond delay="9000"/>
                            </p:stCondLst>
                            <p:childTnLst>
                              <p:par>
                                <p:cTn id="137" presetID="22" presetClass="entr" presetSubtype="8" fill="hold" grpId="0" nodeType="afterEffect">
                                  <p:stCondLst>
                                    <p:cond delay="0"/>
                                  </p:stCondLst>
                                  <p:childTnLst>
                                    <p:set>
                                      <p:cBhvr>
                                        <p:cTn id="138" dur="1" fill="hold">
                                          <p:stCondLst>
                                            <p:cond delay="0"/>
                                          </p:stCondLst>
                                        </p:cTn>
                                        <p:tgtEl>
                                          <p:spTgt spid="25"/>
                                        </p:tgtEl>
                                        <p:attrNameLst>
                                          <p:attrName>style.visibility</p:attrName>
                                        </p:attrNameLst>
                                      </p:cBhvr>
                                      <p:to>
                                        <p:strVal val="visible"/>
                                      </p:to>
                                    </p:set>
                                    <p:animEffect transition="in" filter="wipe(left)">
                                      <p:cBhvr>
                                        <p:cTn id="139" dur="500"/>
                                        <p:tgtEl>
                                          <p:spTgt spid="25"/>
                                        </p:tgtEl>
                                      </p:cBhvr>
                                    </p:animEffect>
                                  </p:childTnLst>
                                </p:cTn>
                              </p:par>
                              <p:par>
                                <p:cTn id="140" presetID="22" presetClass="entr" presetSubtype="8" fill="hold" grpId="0" nodeType="withEffect">
                                  <p:stCondLst>
                                    <p:cond delay="0"/>
                                  </p:stCondLst>
                                  <p:childTnLst>
                                    <p:set>
                                      <p:cBhvr>
                                        <p:cTn id="141" dur="1" fill="hold">
                                          <p:stCondLst>
                                            <p:cond delay="0"/>
                                          </p:stCondLst>
                                        </p:cTn>
                                        <p:tgtEl>
                                          <p:spTgt spid="33"/>
                                        </p:tgtEl>
                                        <p:attrNameLst>
                                          <p:attrName>style.visibility</p:attrName>
                                        </p:attrNameLst>
                                      </p:cBhvr>
                                      <p:to>
                                        <p:strVal val="visible"/>
                                      </p:to>
                                    </p:set>
                                    <p:animEffect transition="in" filter="wipe(left)">
                                      <p:cBhvr>
                                        <p:cTn id="142" dur="500"/>
                                        <p:tgtEl>
                                          <p:spTgt spid="33"/>
                                        </p:tgtEl>
                                      </p:cBhvr>
                                    </p:animEffect>
                                  </p:childTnLst>
                                </p:cTn>
                              </p:par>
                              <p:par>
                                <p:cTn id="143" presetID="53" presetClass="entr" presetSubtype="16" fill="hold" grpId="0" nodeType="withEffect">
                                  <p:stCondLst>
                                    <p:cond delay="0"/>
                                  </p:stCondLst>
                                  <p:childTnLst>
                                    <p:set>
                                      <p:cBhvr>
                                        <p:cTn id="144" dur="1" fill="hold">
                                          <p:stCondLst>
                                            <p:cond delay="0"/>
                                          </p:stCondLst>
                                        </p:cTn>
                                        <p:tgtEl>
                                          <p:spTgt spid="21"/>
                                        </p:tgtEl>
                                        <p:attrNameLst>
                                          <p:attrName>style.visibility</p:attrName>
                                        </p:attrNameLst>
                                      </p:cBhvr>
                                      <p:to>
                                        <p:strVal val="visible"/>
                                      </p:to>
                                    </p:set>
                                    <p:anim calcmode="lin" valueType="num">
                                      <p:cBhvr>
                                        <p:cTn id="145" dur="500" fill="hold"/>
                                        <p:tgtEl>
                                          <p:spTgt spid="21"/>
                                        </p:tgtEl>
                                        <p:attrNameLst>
                                          <p:attrName>ppt_w</p:attrName>
                                        </p:attrNameLst>
                                      </p:cBhvr>
                                      <p:tavLst>
                                        <p:tav tm="0">
                                          <p:val>
                                            <p:fltVal val="0"/>
                                          </p:val>
                                        </p:tav>
                                        <p:tav tm="100000">
                                          <p:val>
                                            <p:strVal val="#ppt_w"/>
                                          </p:val>
                                        </p:tav>
                                      </p:tavLst>
                                    </p:anim>
                                    <p:anim calcmode="lin" valueType="num">
                                      <p:cBhvr>
                                        <p:cTn id="146" dur="500" fill="hold"/>
                                        <p:tgtEl>
                                          <p:spTgt spid="21"/>
                                        </p:tgtEl>
                                        <p:attrNameLst>
                                          <p:attrName>ppt_h</p:attrName>
                                        </p:attrNameLst>
                                      </p:cBhvr>
                                      <p:tavLst>
                                        <p:tav tm="0">
                                          <p:val>
                                            <p:fltVal val="0"/>
                                          </p:val>
                                        </p:tav>
                                        <p:tav tm="100000">
                                          <p:val>
                                            <p:strVal val="#ppt_h"/>
                                          </p:val>
                                        </p:tav>
                                      </p:tavLst>
                                    </p:anim>
                                    <p:animEffect transition="in" filter="fade">
                                      <p:cBhvr>
                                        <p:cTn id="147" dur="500"/>
                                        <p:tgtEl>
                                          <p:spTgt spid="21"/>
                                        </p:tgtEl>
                                      </p:cBhvr>
                                    </p:animEffect>
                                  </p:childTnLst>
                                </p:cTn>
                              </p:par>
                              <p:par>
                                <p:cTn id="148" presetID="53" presetClass="entr" presetSubtype="16" fill="hold" grpId="0" nodeType="withEffect">
                                  <p:stCondLst>
                                    <p:cond delay="0"/>
                                  </p:stCondLst>
                                  <p:childTnLst>
                                    <p:set>
                                      <p:cBhvr>
                                        <p:cTn id="149" dur="1" fill="hold">
                                          <p:stCondLst>
                                            <p:cond delay="0"/>
                                          </p:stCondLst>
                                        </p:cTn>
                                        <p:tgtEl>
                                          <p:spTgt spid="37"/>
                                        </p:tgtEl>
                                        <p:attrNameLst>
                                          <p:attrName>style.visibility</p:attrName>
                                        </p:attrNameLst>
                                      </p:cBhvr>
                                      <p:to>
                                        <p:strVal val="visible"/>
                                      </p:to>
                                    </p:set>
                                    <p:anim calcmode="lin" valueType="num">
                                      <p:cBhvr>
                                        <p:cTn id="150" dur="500" fill="hold"/>
                                        <p:tgtEl>
                                          <p:spTgt spid="37"/>
                                        </p:tgtEl>
                                        <p:attrNameLst>
                                          <p:attrName>ppt_w</p:attrName>
                                        </p:attrNameLst>
                                      </p:cBhvr>
                                      <p:tavLst>
                                        <p:tav tm="0">
                                          <p:val>
                                            <p:fltVal val="0"/>
                                          </p:val>
                                        </p:tav>
                                        <p:tav tm="100000">
                                          <p:val>
                                            <p:strVal val="#ppt_w"/>
                                          </p:val>
                                        </p:tav>
                                      </p:tavLst>
                                    </p:anim>
                                    <p:anim calcmode="lin" valueType="num">
                                      <p:cBhvr>
                                        <p:cTn id="151" dur="500" fill="hold"/>
                                        <p:tgtEl>
                                          <p:spTgt spid="37"/>
                                        </p:tgtEl>
                                        <p:attrNameLst>
                                          <p:attrName>ppt_h</p:attrName>
                                        </p:attrNameLst>
                                      </p:cBhvr>
                                      <p:tavLst>
                                        <p:tav tm="0">
                                          <p:val>
                                            <p:fltVal val="0"/>
                                          </p:val>
                                        </p:tav>
                                        <p:tav tm="100000">
                                          <p:val>
                                            <p:strVal val="#ppt_h"/>
                                          </p:val>
                                        </p:tav>
                                      </p:tavLst>
                                    </p:anim>
                                    <p:animEffect transition="in" filter="fade">
                                      <p:cBhvr>
                                        <p:cTn id="152" dur="500"/>
                                        <p:tgtEl>
                                          <p:spTgt spid="37"/>
                                        </p:tgtEl>
                                      </p:cBhvr>
                                    </p:animEffect>
                                  </p:childTnLst>
                                </p:cTn>
                              </p:par>
                            </p:childTnLst>
                          </p:cTn>
                        </p:par>
                        <p:par>
                          <p:cTn id="153" fill="hold">
                            <p:stCondLst>
                              <p:cond delay="9500"/>
                            </p:stCondLst>
                            <p:childTnLst>
                              <p:par>
                                <p:cTn id="154" presetID="2" presetClass="entr" presetSubtype="8" decel="100000" fill="hold" grpId="0" nodeType="afterEffect">
                                  <p:stCondLst>
                                    <p:cond delay="250"/>
                                  </p:stCondLst>
                                  <p:childTnLst>
                                    <p:set>
                                      <p:cBhvr>
                                        <p:cTn id="155" dur="1" fill="hold">
                                          <p:stCondLst>
                                            <p:cond delay="0"/>
                                          </p:stCondLst>
                                        </p:cTn>
                                        <p:tgtEl>
                                          <p:spTgt spid="48">
                                            <p:txEl>
                                              <p:pRg st="0" end="0"/>
                                            </p:txEl>
                                          </p:spTgt>
                                        </p:tgtEl>
                                        <p:attrNameLst>
                                          <p:attrName>style.visibility</p:attrName>
                                        </p:attrNameLst>
                                      </p:cBhvr>
                                      <p:to>
                                        <p:strVal val="visible"/>
                                      </p:to>
                                    </p:set>
                                    <p:anim calcmode="lin" valueType="num">
                                      <p:cBhvr additive="base">
                                        <p:cTn id="156" dur="500" fill="hold"/>
                                        <p:tgtEl>
                                          <p:spTgt spid="48">
                                            <p:txEl>
                                              <p:pRg st="0" end="0"/>
                                            </p:txEl>
                                          </p:spTgt>
                                        </p:tgtEl>
                                        <p:attrNameLst>
                                          <p:attrName>ppt_x</p:attrName>
                                        </p:attrNameLst>
                                      </p:cBhvr>
                                      <p:tavLst>
                                        <p:tav tm="0">
                                          <p:val>
                                            <p:strVal val="0-#ppt_w/2"/>
                                          </p:val>
                                        </p:tav>
                                        <p:tav tm="100000">
                                          <p:val>
                                            <p:strVal val="#ppt_x"/>
                                          </p:val>
                                        </p:tav>
                                      </p:tavLst>
                                    </p:anim>
                                    <p:anim calcmode="lin" valueType="num">
                                      <p:cBhvr additive="base">
                                        <p:cTn id="157" dur="500" fill="hold"/>
                                        <p:tgtEl>
                                          <p:spTgt spid="48">
                                            <p:txEl>
                                              <p:pRg st="0" end="0"/>
                                            </p:txEl>
                                          </p:spTgt>
                                        </p:tgtEl>
                                        <p:attrNameLst>
                                          <p:attrName>ppt_y</p:attrName>
                                        </p:attrNameLst>
                                      </p:cBhvr>
                                      <p:tavLst>
                                        <p:tav tm="0">
                                          <p:val>
                                            <p:strVal val="#ppt_y"/>
                                          </p:val>
                                        </p:tav>
                                        <p:tav tm="100000">
                                          <p:val>
                                            <p:strVal val="#ppt_y"/>
                                          </p:val>
                                        </p:tav>
                                      </p:tavLst>
                                    </p:anim>
                                  </p:childTnLst>
                                </p:cTn>
                              </p:par>
                              <p:par>
                                <p:cTn id="158" presetID="2" presetClass="entr" presetSubtype="8" decel="100000" fill="hold" grpId="0" nodeType="withEffect">
                                  <p:stCondLst>
                                    <p:cond delay="250"/>
                                  </p:stCondLst>
                                  <p:childTnLst>
                                    <p:set>
                                      <p:cBhvr>
                                        <p:cTn id="159" dur="1" fill="hold">
                                          <p:stCondLst>
                                            <p:cond delay="0"/>
                                          </p:stCondLst>
                                        </p:cTn>
                                        <p:tgtEl>
                                          <p:spTgt spid="49">
                                            <p:txEl>
                                              <p:pRg st="0" end="0"/>
                                            </p:txEl>
                                          </p:spTgt>
                                        </p:tgtEl>
                                        <p:attrNameLst>
                                          <p:attrName>style.visibility</p:attrName>
                                        </p:attrNameLst>
                                      </p:cBhvr>
                                      <p:to>
                                        <p:strVal val="visible"/>
                                      </p:to>
                                    </p:set>
                                    <p:anim calcmode="lin" valueType="num">
                                      <p:cBhvr additive="base">
                                        <p:cTn id="160" dur="500" fill="hold"/>
                                        <p:tgtEl>
                                          <p:spTgt spid="49">
                                            <p:txEl>
                                              <p:pRg st="0" end="0"/>
                                            </p:txEl>
                                          </p:spTgt>
                                        </p:tgtEl>
                                        <p:attrNameLst>
                                          <p:attrName>ppt_x</p:attrName>
                                        </p:attrNameLst>
                                      </p:cBhvr>
                                      <p:tavLst>
                                        <p:tav tm="0">
                                          <p:val>
                                            <p:strVal val="0-#ppt_w/2"/>
                                          </p:val>
                                        </p:tav>
                                        <p:tav tm="100000">
                                          <p:val>
                                            <p:strVal val="#ppt_x"/>
                                          </p:val>
                                        </p:tav>
                                      </p:tavLst>
                                    </p:anim>
                                    <p:anim calcmode="lin" valueType="num">
                                      <p:cBhvr additive="base">
                                        <p:cTn id="161" dur="500" fill="hold"/>
                                        <p:tgtEl>
                                          <p:spTgt spid="49">
                                            <p:txEl>
                                              <p:pRg st="0" end="0"/>
                                            </p:txEl>
                                          </p:spTgt>
                                        </p:tgtEl>
                                        <p:attrNameLst>
                                          <p:attrName>ppt_y</p:attrName>
                                        </p:attrNameLst>
                                      </p:cBhvr>
                                      <p:tavLst>
                                        <p:tav tm="0">
                                          <p:val>
                                            <p:strVal val="#ppt_y"/>
                                          </p:val>
                                        </p:tav>
                                        <p:tav tm="100000">
                                          <p:val>
                                            <p:strVal val="#ppt_y"/>
                                          </p:val>
                                        </p:tav>
                                      </p:tavLst>
                                    </p:anim>
                                  </p:childTnLst>
                                </p:cTn>
                              </p:par>
                            </p:childTnLst>
                          </p:cTn>
                        </p:par>
                        <p:par>
                          <p:cTn id="162" fill="hold">
                            <p:stCondLst>
                              <p:cond delay="10250"/>
                            </p:stCondLst>
                            <p:childTnLst>
                              <p:par>
                                <p:cTn id="163" presetID="22" presetClass="entr" presetSubtype="4" fill="hold" grpId="0" nodeType="afterEffect">
                                  <p:stCondLst>
                                    <p:cond delay="250"/>
                                  </p:stCondLst>
                                  <p:childTnLst>
                                    <p:set>
                                      <p:cBhvr>
                                        <p:cTn id="164" dur="1" fill="hold">
                                          <p:stCondLst>
                                            <p:cond delay="0"/>
                                          </p:stCondLst>
                                        </p:cTn>
                                        <p:tgtEl>
                                          <p:spTgt spid="13"/>
                                        </p:tgtEl>
                                        <p:attrNameLst>
                                          <p:attrName>style.visibility</p:attrName>
                                        </p:attrNameLst>
                                      </p:cBhvr>
                                      <p:to>
                                        <p:strVal val="visible"/>
                                      </p:to>
                                    </p:set>
                                    <p:animEffect transition="in" filter="wipe(down)">
                                      <p:cBhvr>
                                        <p:cTn id="165" dur="500"/>
                                        <p:tgtEl>
                                          <p:spTgt spid="13"/>
                                        </p:tgtEl>
                                      </p:cBhvr>
                                    </p:animEffect>
                                  </p:childTnLst>
                                </p:cTn>
                              </p:par>
                            </p:childTnLst>
                          </p:cTn>
                        </p:par>
                        <p:par>
                          <p:cTn id="166" fill="hold">
                            <p:stCondLst>
                              <p:cond delay="11000"/>
                            </p:stCondLst>
                            <p:childTnLst>
                              <p:par>
                                <p:cTn id="167" presetID="22" presetClass="entr" presetSubtype="2" fill="hold" grpId="0" nodeType="afterEffect">
                                  <p:stCondLst>
                                    <p:cond delay="0"/>
                                  </p:stCondLst>
                                  <p:childTnLst>
                                    <p:set>
                                      <p:cBhvr>
                                        <p:cTn id="168" dur="1" fill="hold">
                                          <p:stCondLst>
                                            <p:cond delay="0"/>
                                          </p:stCondLst>
                                        </p:cTn>
                                        <p:tgtEl>
                                          <p:spTgt spid="23"/>
                                        </p:tgtEl>
                                        <p:attrNameLst>
                                          <p:attrName>style.visibility</p:attrName>
                                        </p:attrNameLst>
                                      </p:cBhvr>
                                      <p:to>
                                        <p:strVal val="visible"/>
                                      </p:to>
                                    </p:set>
                                    <p:animEffect transition="in" filter="wipe(right)">
                                      <p:cBhvr>
                                        <p:cTn id="169" dur="500"/>
                                        <p:tgtEl>
                                          <p:spTgt spid="23"/>
                                        </p:tgtEl>
                                      </p:cBhvr>
                                    </p:animEffect>
                                  </p:childTnLst>
                                </p:cTn>
                              </p:par>
                              <p:par>
                                <p:cTn id="170" presetID="22" presetClass="entr" presetSubtype="2" fill="hold" grpId="0" nodeType="withEffect">
                                  <p:stCondLst>
                                    <p:cond delay="0"/>
                                  </p:stCondLst>
                                  <p:childTnLst>
                                    <p:set>
                                      <p:cBhvr>
                                        <p:cTn id="171" dur="1" fill="hold">
                                          <p:stCondLst>
                                            <p:cond delay="0"/>
                                          </p:stCondLst>
                                        </p:cTn>
                                        <p:tgtEl>
                                          <p:spTgt spid="31"/>
                                        </p:tgtEl>
                                        <p:attrNameLst>
                                          <p:attrName>style.visibility</p:attrName>
                                        </p:attrNameLst>
                                      </p:cBhvr>
                                      <p:to>
                                        <p:strVal val="visible"/>
                                      </p:to>
                                    </p:set>
                                    <p:animEffect transition="in" filter="wipe(right)">
                                      <p:cBhvr>
                                        <p:cTn id="172" dur="500"/>
                                        <p:tgtEl>
                                          <p:spTgt spid="31"/>
                                        </p:tgtEl>
                                      </p:cBhvr>
                                    </p:animEffect>
                                  </p:childTnLst>
                                </p:cTn>
                              </p:par>
                              <p:par>
                                <p:cTn id="173" presetID="53" presetClass="entr" presetSubtype="16" fill="hold" grpId="0" nodeType="withEffect">
                                  <p:stCondLst>
                                    <p:cond delay="0"/>
                                  </p:stCondLst>
                                  <p:childTnLst>
                                    <p:set>
                                      <p:cBhvr>
                                        <p:cTn id="174" dur="1" fill="hold">
                                          <p:stCondLst>
                                            <p:cond delay="0"/>
                                          </p:stCondLst>
                                        </p:cTn>
                                        <p:tgtEl>
                                          <p:spTgt spid="19"/>
                                        </p:tgtEl>
                                        <p:attrNameLst>
                                          <p:attrName>style.visibility</p:attrName>
                                        </p:attrNameLst>
                                      </p:cBhvr>
                                      <p:to>
                                        <p:strVal val="visible"/>
                                      </p:to>
                                    </p:set>
                                    <p:anim calcmode="lin" valueType="num">
                                      <p:cBhvr>
                                        <p:cTn id="175" dur="500" fill="hold"/>
                                        <p:tgtEl>
                                          <p:spTgt spid="19"/>
                                        </p:tgtEl>
                                        <p:attrNameLst>
                                          <p:attrName>ppt_w</p:attrName>
                                        </p:attrNameLst>
                                      </p:cBhvr>
                                      <p:tavLst>
                                        <p:tav tm="0">
                                          <p:val>
                                            <p:fltVal val="0"/>
                                          </p:val>
                                        </p:tav>
                                        <p:tav tm="100000">
                                          <p:val>
                                            <p:strVal val="#ppt_w"/>
                                          </p:val>
                                        </p:tav>
                                      </p:tavLst>
                                    </p:anim>
                                    <p:anim calcmode="lin" valueType="num">
                                      <p:cBhvr>
                                        <p:cTn id="176" dur="500" fill="hold"/>
                                        <p:tgtEl>
                                          <p:spTgt spid="19"/>
                                        </p:tgtEl>
                                        <p:attrNameLst>
                                          <p:attrName>ppt_h</p:attrName>
                                        </p:attrNameLst>
                                      </p:cBhvr>
                                      <p:tavLst>
                                        <p:tav tm="0">
                                          <p:val>
                                            <p:fltVal val="0"/>
                                          </p:val>
                                        </p:tav>
                                        <p:tav tm="100000">
                                          <p:val>
                                            <p:strVal val="#ppt_h"/>
                                          </p:val>
                                        </p:tav>
                                      </p:tavLst>
                                    </p:anim>
                                    <p:animEffect transition="in" filter="fade">
                                      <p:cBhvr>
                                        <p:cTn id="177" dur="500"/>
                                        <p:tgtEl>
                                          <p:spTgt spid="19"/>
                                        </p:tgtEl>
                                      </p:cBhvr>
                                    </p:animEffect>
                                  </p:childTnLst>
                                </p:cTn>
                              </p:par>
                              <p:par>
                                <p:cTn id="178" presetID="53" presetClass="entr" presetSubtype="16" fill="hold" grpId="0" nodeType="withEffect">
                                  <p:stCondLst>
                                    <p:cond delay="0"/>
                                  </p:stCondLst>
                                  <p:childTnLst>
                                    <p:set>
                                      <p:cBhvr>
                                        <p:cTn id="179" dur="1" fill="hold">
                                          <p:stCondLst>
                                            <p:cond delay="0"/>
                                          </p:stCondLst>
                                        </p:cTn>
                                        <p:tgtEl>
                                          <p:spTgt spid="39"/>
                                        </p:tgtEl>
                                        <p:attrNameLst>
                                          <p:attrName>style.visibility</p:attrName>
                                        </p:attrNameLst>
                                      </p:cBhvr>
                                      <p:to>
                                        <p:strVal val="visible"/>
                                      </p:to>
                                    </p:set>
                                    <p:anim calcmode="lin" valueType="num">
                                      <p:cBhvr>
                                        <p:cTn id="180" dur="500" fill="hold"/>
                                        <p:tgtEl>
                                          <p:spTgt spid="39"/>
                                        </p:tgtEl>
                                        <p:attrNameLst>
                                          <p:attrName>ppt_w</p:attrName>
                                        </p:attrNameLst>
                                      </p:cBhvr>
                                      <p:tavLst>
                                        <p:tav tm="0">
                                          <p:val>
                                            <p:fltVal val="0"/>
                                          </p:val>
                                        </p:tav>
                                        <p:tav tm="100000">
                                          <p:val>
                                            <p:strVal val="#ppt_w"/>
                                          </p:val>
                                        </p:tav>
                                      </p:tavLst>
                                    </p:anim>
                                    <p:anim calcmode="lin" valueType="num">
                                      <p:cBhvr>
                                        <p:cTn id="181" dur="500" fill="hold"/>
                                        <p:tgtEl>
                                          <p:spTgt spid="39"/>
                                        </p:tgtEl>
                                        <p:attrNameLst>
                                          <p:attrName>ppt_h</p:attrName>
                                        </p:attrNameLst>
                                      </p:cBhvr>
                                      <p:tavLst>
                                        <p:tav tm="0">
                                          <p:val>
                                            <p:fltVal val="0"/>
                                          </p:val>
                                        </p:tav>
                                        <p:tav tm="100000">
                                          <p:val>
                                            <p:strVal val="#ppt_h"/>
                                          </p:val>
                                        </p:tav>
                                      </p:tavLst>
                                    </p:anim>
                                    <p:animEffect transition="in" filter="fade">
                                      <p:cBhvr>
                                        <p:cTn id="182" dur="500"/>
                                        <p:tgtEl>
                                          <p:spTgt spid="39"/>
                                        </p:tgtEl>
                                      </p:cBhvr>
                                    </p:animEffect>
                                  </p:childTnLst>
                                </p:cTn>
                              </p:par>
                            </p:childTnLst>
                          </p:cTn>
                        </p:par>
                        <p:par>
                          <p:cTn id="183" fill="hold">
                            <p:stCondLst>
                              <p:cond delay="11500"/>
                            </p:stCondLst>
                            <p:childTnLst>
                              <p:par>
                                <p:cTn id="184" presetID="2" presetClass="entr" presetSubtype="2" decel="100000" fill="hold" grpId="0" nodeType="afterEffect">
                                  <p:stCondLst>
                                    <p:cond delay="250"/>
                                  </p:stCondLst>
                                  <p:childTnLst>
                                    <p:set>
                                      <p:cBhvr>
                                        <p:cTn id="185" dur="1" fill="hold">
                                          <p:stCondLst>
                                            <p:cond delay="0"/>
                                          </p:stCondLst>
                                        </p:cTn>
                                        <p:tgtEl>
                                          <p:spTgt spid="46">
                                            <p:txEl>
                                              <p:pRg st="0" end="0"/>
                                            </p:txEl>
                                          </p:spTgt>
                                        </p:tgtEl>
                                        <p:attrNameLst>
                                          <p:attrName>style.visibility</p:attrName>
                                        </p:attrNameLst>
                                      </p:cBhvr>
                                      <p:to>
                                        <p:strVal val="visible"/>
                                      </p:to>
                                    </p:set>
                                    <p:anim calcmode="lin" valueType="num">
                                      <p:cBhvr additive="base">
                                        <p:cTn id="186" dur="500" fill="hold"/>
                                        <p:tgtEl>
                                          <p:spTgt spid="46">
                                            <p:txEl>
                                              <p:pRg st="0" end="0"/>
                                            </p:txEl>
                                          </p:spTgt>
                                        </p:tgtEl>
                                        <p:attrNameLst>
                                          <p:attrName>ppt_x</p:attrName>
                                        </p:attrNameLst>
                                      </p:cBhvr>
                                      <p:tavLst>
                                        <p:tav tm="0">
                                          <p:val>
                                            <p:strVal val="1+#ppt_w/2"/>
                                          </p:val>
                                        </p:tav>
                                        <p:tav tm="100000">
                                          <p:val>
                                            <p:strVal val="#ppt_x"/>
                                          </p:val>
                                        </p:tav>
                                      </p:tavLst>
                                    </p:anim>
                                    <p:anim calcmode="lin" valueType="num">
                                      <p:cBhvr additive="base">
                                        <p:cTn id="187" dur="500" fill="hold"/>
                                        <p:tgtEl>
                                          <p:spTgt spid="46">
                                            <p:txEl>
                                              <p:pRg st="0" end="0"/>
                                            </p:txEl>
                                          </p:spTgt>
                                        </p:tgtEl>
                                        <p:attrNameLst>
                                          <p:attrName>ppt_y</p:attrName>
                                        </p:attrNameLst>
                                      </p:cBhvr>
                                      <p:tavLst>
                                        <p:tav tm="0">
                                          <p:val>
                                            <p:strVal val="#ppt_y"/>
                                          </p:val>
                                        </p:tav>
                                        <p:tav tm="100000">
                                          <p:val>
                                            <p:strVal val="#ppt_y"/>
                                          </p:val>
                                        </p:tav>
                                      </p:tavLst>
                                    </p:anim>
                                  </p:childTnLst>
                                </p:cTn>
                              </p:par>
                              <p:par>
                                <p:cTn id="188" presetID="2" presetClass="entr" presetSubtype="2" decel="100000" fill="hold" grpId="0" nodeType="withEffect">
                                  <p:stCondLst>
                                    <p:cond delay="250"/>
                                  </p:stCondLst>
                                  <p:childTnLst>
                                    <p:set>
                                      <p:cBhvr>
                                        <p:cTn id="189" dur="1" fill="hold">
                                          <p:stCondLst>
                                            <p:cond delay="0"/>
                                          </p:stCondLst>
                                        </p:cTn>
                                        <p:tgtEl>
                                          <p:spTgt spid="47">
                                            <p:txEl>
                                              <p:pRg st="0" end="0"/>
                                            </p:txEl>
                                          </p:spTgt>
                                        </p:tgtEl>
                                        <p:attrNameLst>
                                          <p:attrName>style.visibility</p:attrName>
                                        </p:attrNameLst>
                                      </p:cBhvr>
                                      <p:to>
                                        <p:strVal val="visible"/>
                                      </p:to>
                                    </p:set>
                                    <p:anim calcmode="lin" valueType="num">
                                      <p:cBhvr additive="base">
                                        <p:cTn id="190" dur="500" fill="hold"/>
                                        <p:tgtEl>
                                          <p:spTgt spid="47">
                                            <p:txEl>
                                              <p:pRg st="0" end="0"/>
                                            </p:txEl>
                                          </p:spTgt>
                                        </p:tgtEl>
                                        <p:attrNameLst>
                                          <p:attrName>ppt_x</p:attrName>
                                        </p:attrNameLst>
                                      </p:cBhvr>
                                      <p:tavLst>
                                        <p:tav tm="0">
                                          <p:val>
                                            <p:strVal val="1+#ppt_w/2"/>
                                          </p:val>
                                        </p:tav>
                                        <p:tav tm="100000">
                                          <p:val>
                                            <p:strVal val="#ppt_x"/>
                                          </p:val>
                                        </p:tav>
                                      </p:tavLst>
                                    </p:anim>
                                    <p:anim calcmode="lin" valueType="num">
                                      <p:cBhvr additive="base">
                                        <p:cTn id="191" dur="500" fill="hold"/>
                                        <p:tgtEl>
                                          <p:spTgt spid="4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9" grpId="0" animBg="1"/>
      <p:bldP spid="10" grpId="0" animBg="1"/>
      <p:bldP spid="11" grpId="0" animBg="1"/>
      <p:bldP spid="12" grpId="0" animBg="1"/>
      <p:bldP spid="13"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p:bldP spid="37" grpId="0"/>
      <p:bldP spid="38" grpId="0"/>
      <p:bldP spid="39" grpId="0"/>
      <p:bldP spid="40" grpId="0"/>
      <p:bldP spid="41" grpId="0"/>
      <p:bldP spid="42" grpId="0" build="p">
        <p:tmplLst>
          <p:tmpl lvl="1">
            <p:tnLst>
              <p:par>
                <p:cTn presetID="2" presetClass="entr" presetSubtype="2" decel="100000" fill="hold" nodeType="afterEffect">
                  <p:stCondLst>
                    <p:cond delay="25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1+#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build="p">
        <p:tmplLst>
          <p:tmpl lvl="1">
            <p:tnLst>
              <p:par>
                <p:cTn presetID="2" presetClass="entr" presetSubtype="2" decel="100000" fill="hold" nodeType="withEffect">
                  <p:stCondLst>
                    <p:cond delay="25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1+#ppt_w/2"/>
                          </p:val>
                        </p:tav>
                        <p:tav tm="100000">
                          <p:val>
                            <p:strVal val="#ppt_x"/>
                          </p:val>
                        </p:tav>
                      </p:tavLst>
                    </p:anim>
                    <p:anim calcmode="lin" valueType="num">
                      <p:cBhvr additive="base">
                        <p:cTn dur="500" fill="hold"/>
                        <p:tgtEl>
                          <p:spTgt spid="43"/>
                        </p:tgtEl>
                        <p:attrNameLst>
                          <p:attrName>ppt_y</p:attrName>
                        </p:attrNameLst>
                      </p:cBhvr>
                      <p:tavLst>
                        <p:tav tm="0">
                          <p:val>
                            <p:strVal val="#ppt_y"/>
                          </p:val>
                        </p:tav>
                        <p:tav tm="100000">
                          <p:val>
                            <p:strVal val="#ppt_y"/>
                          </p:val>
                        </p:tav>
                      </p:tavLst>
                    </p:anim>
                  </p:childTnLst>
                </p:cTn>
              </p:par>
            </p:tnLst>
          </p:tmpl>
        </p:tmplLst>
      </p:bldP>
      <p:bldP spid="44" grpId="0" build="p">
        <p:tmplLst>
          <p:tmpl lvl="1">
            <p:tnLst>
              <p:par>
                <p:cTn presetID="2" presetClass="entr" presetSubtype="2" decel="100000" fill="hold" nodeType="afterEffect">
                  <p:stCondLst>
                    <p:cond delay="25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1+#ppt_w/2"/>
                          </p:val>
                        </p:tav>
                        <p:tav tm="100000">
                          <p:val>
                            <p:strVal val="#ppt_x"/>
                          </p:val>
                        </p:tav>
                      </p:tavLst>
                    </p:anim>
                    <p:anim calcmode="lin" valueType="num">
                      <p:cBhvr additive="base">
                        <p:cTn dur="500" fill="hold"/>
                        <p:tgtEl>
                          <p:spTgt spid="44"/>
                        </p:tgtEl>
                        <p:attrNameLst>
                          <p:attrName>ppt_y</p:attrName>
                        </p:attrNameLst>
                      </p:cBhvr>
                      <p:tavLst>
                        <p:tav tm="0">
                          <p:val>
                            <p:strVal val="#ppt_y"/>
                          </p:val>
                        </p:tav>
                        <p:tav tm="100000">
                          <p:val>
                            <p:strVal val="#ppt_y"/>
                          </p:val>
                        </p:tav>
                      </p:tavLst>
                    </p:anim>
                  </p:childTnLst>
                </p:cTn>
              </p:par>
            </p:tnLst>
          </p:tmpl>
        </p:tmplLst>
      </p:bldP>
      <p:bldP spid="45" grpId="0" build="p">
        <p:tmplLst>
          <p:tmpl lvl="1">
            <p:tnLst>
              <p:par>
                <p:cTn presetID="2" presetClass="entr" presetSubtype="2" decel="100000" fill="hold" nodeType="withEffect">
                  <p:stCondLst>
                    <p:cond delay="25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P spid="46" grpId="0" build="p">
        <p:tmplLst>
          <p:tmpl lvl="1">
            <p:tnLst>
              <p:par>
                <p:cTn presetID="2" presetClass="entr" presetSubtype="2" decel="100000" fill="hold" nodeType="afterEffect">
                  <p:stCondLst>
                    <p:cond delay="25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1+#ppt_w/2"/>
                          </p:val>
                        </p:tav>
                        <p:tav tm="100000">
                          <p:val>
                            <p:strVal val="#ppt_x"/>
                          </p:val>
                        </p:tav>
                      </p:tavLst>
                    </p:anim>
                    <p:anim calcmode="lin" valueType="num">
                      <p:cBhvr additive="base">
                        <p:cTn dur="500" fill="hold"/>
                        <p:tgtEl>
                          <p:spTgt spid="46"/>
                        </p:tgtEl>
                        <p:attrNameLst>
                          <p:attrName>ppt_y</p:attrName>
                        </p:attrNameLst>
                      </p:cBhvr>
                      <p:tavLst>
                        <p:tav tm="0">
                          <p:val>
                            <p:strVal val="#ppt_y"/>
                          </p:val>
                        </p:tav>
                        <p:tav tm="100000">
                          <p:val>
                            <p:strVal val="#ppt_y"/>
                          </p:val>
                        </p:tav>
                      </p:tavLst>
                    </p:anim>
                  </p:childTnLst>
                </p:cTn>
              </p:par>
            </p:tnLst>
          </p:tmpl>
        </p:tmplLst>
      </p:bldP>
      <p:bldP spid="47" grpId="0" build="p">
        <p:tmplLst>
          <p:tmpl lvl="1">
            <p:tnLst>
              <p:par>
                <p:cTn presetID="2" presetClass="entr" presetSubtype="2" decel="100000" fill="hold" nodeType="withEffect">
                  <p:stCondLst>
                    <p:cond delay="25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build="p">
        <p:tmplLst>
          <p:tmpl lvl="1">
            <p:tnLst>
              <p:par>
                <p:cTn presetID="2" presetClass="entr" presetSubtype="8" decel="100000" fill="hold" nodeType="afterEffect">
                  <p:stCondLst>
                    <p:cond delay="25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0-#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build="p">
        <p:tmplLst>
          <p:tmpl lvl="1">
            <p:tnLst>
              <p:par>
                <p:cTn presetID="2" presetClass="entr" presetSubtype="8" decel="100000" fill="hold" nodeType="withEffect">
                  <p:stCondLst>
                    <p:cond delay="25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0-#ppt_w/2"/>
                          </p:val>
                        </p:tav>
                        <p:tav tm="100000">
                          <p:val>
                            <p:strVal val="#ppt_x"/>
                          </p:val>
                        </p:tav>
                      </p:tavLst>
                    </p:anim>
                    <p:anim calcmode="lin" valueType="num">
                      <p:cBhvr additive="base">
                        <p:cTn dur="500" fill="hold"/>
                        <p:tgtEl>
                          <p:spTgt spid="49"/>
                        </p:tgtEl>
                        <p:attrNameLst>
                          <p:attrName>ppt_y</p:attrName>
                        </p:attrNameLst>
                      </p:cBhvr>
                      <p:tavLst>
                        <p:tav tm="0">
                          <p:val>
                            <p:strVal val="#ppt_y"/>
                          </p:val>
                        </p:tav>
                        <p:tav tm="100000">
                          <p:val>
                            <p:strVal val="#ppt_y"/>
                          </p:val>
                        </p:tav>
                      </p:tavLst>
                    </p:anim>
                  </p:childTnLst>
                </p:cTn>
              </p:par>
            </p:tnLst>
          </p:tmpl>
        </p:tmplLst>
      </p:bldP>
      <p:bldP spid="52" grpId="0" build="p">
        <p:tmplLst>
          <p:tmpl lvl="1">
            <p:tnLst>
              <p:par>
                <p:cTn presetID="2" presetClass="entr" presetSubtype="8" decel="100000" fill="hold" nodeType="afterEffect">
                  <p:stCondLst>
                    <p:cond delay="25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0-#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build="p">
        <p:tmplLst>
          <p:tmpl lvl="1">
            <p:tnLst>
              <p:par>
                <p:cTn presetID="2" presetClass="entr" presetSubtype="8" decel="100000" fill="hold" nodeType="withEffect">
                  <p:stCondLst>
                    <p:cond delay="25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0-#ppt_w/2"/>
                          </p:val>
                        </p:tav>
                        <p:tav tm="100000">
                          <p:val>
                            <p:strVal val="#ppt_x"/>
                          </p:val>
                        </p:tav>
                      </p:tavLst>
                    </p:anim>
                    <p:anim calcmode="lin" valueType="num">
                      <p:cBhvr additive="base">
                        <p:cTn dur="500" fill="hold"/>
                        <p:tgtEl>
                          <p:spTgt spid="53"/>
                        </p:tgtEl>
                        <p:attrNameLst>
                          <p:attrName>ppt_y</p:attrName>
                        </p:attrNameLst>
                      </p:cBhvr>
                      <p:tavLst>
                        <p:tav tm="0">
                          <p:val>
                            <p:strVal val="#ppt_y"/>
                          </p:val>
                        </p:tav>
                        <p:tav tm="100000">
                          <p:val>
                            <p:strVal val="#ppt_y"/>
                          </p:val>
                        </p:tav>
                      </p:tavLst>
                    </p:anim>
                  </p:childTnLst>
                </p:cTn>
              </p:par>
            </p:tnLst>
          </p:tmpl>
        </p:tmplLst>
      </p:bldP>
      <p:bldP spid="54" grpId="0" build="p">
        <p:tmplLst>
          <p:tmpl lvl="1">
            <p:tnLst>
              <p:par>
                <p:cTn presetID="2" presetClass="entr" presetSubtype="8" decel="100000" fill="hold" nodeType="afterEffect">
                  <p:stCondLst>
                    <p:cond delay="25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0-#ppt_w/2"/>
                          </p:val>
                        </p:tav>
                        <p:tav tm="100000">
                          <p:val>
                            <p:strVal val="#ppt_x"/>
                          </p:val>
                        </p:tav>
                      </p:tavLst>
                    </p:anim>
                    <p:anim calcmode="lin" valueType="num">
                      <p:cBhvr additive="base">
                        <p:cTn dur="500" fill="hold"/>
                        <p:tgtEl>
                          <p:spTgt spid="54"/>
                        </p:tgtEl>
                        <p:attrNameLst>
                          <p:attrName>ppt_y</p:attrName>
                        </p:attrNameLst>
                      </p:cBhvr>
                      <p:tavLst>
                        <p:tav tm="0">
                          <p:val>
                            <p:strVal val="#ppt_y"/>
                          </p:val>
                        </p:tav>
                        <p:tav tm="100000">
                          <p:val>
                            <p:strVal val="#ppt_y"/>
                          </p:val>
                        </p:tav>
                      </p:tavLst>
                    </p:anim>
                  </p:childTnLst>
                </p:cTn>
              </p:par>
            </p:tnLst>
          </p:tmpl>
        </p:tmplLst>
      </p:bldP>
      <p:bldP spid="55" grpId="0" build="p">
        <p:tmplLst>
          <p:tmpl lvl="1">
            <p:tnLst>
              <p:par>
                <p:cTn presetID="2" presetClass="entr" presetSubtype="8" decel="100000" fill="hold" nodeType="withEffect">
                  <p:stCondLst>
                    <p:cond delay="25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0-#ppt_w/2"/>
                          </p:val>
                        </p:tav>
                        <p:tav tm="100000">
                          <p:val>
                            <p:strVal val="#ppt_x"/>
                          </p:val>
                        </p:tav>
                      </p:tavLst>
                    </p:anim>
                    <p:anim calcmode="lin" valueType="num">
                      <p:cBhvr additive="base">
                        <p:cTn dur="500" fill="hold"/>
                        <p:tgtEl>
                          <p:spTgt spid="5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 Points 2">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6250770" y="6029234"/>
            <a:ext cx="1669777" cy="1669777"/>
          </a:xfrm>
          <a:prstGeom prst="ellipse">
            <a:avLst/>
          </a:prstGeom>
          <a:solidFill>
            <a:schemeClr val="accent5"/>
          </a:solidFill>
          <a:ln w="152400">
            <a:noFill/>
          </a:ln>
          <a:effectLst>
            <a:outerShdw dist="101600" dir="2700000" algn="tl" rotWithShape="0">
              <a:schemeClr val="accent5">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userDrawn="1"/>
        </p:nvSpPr>
        <p:spPr>
          <a:xfrm>
            <a:off x="10365866" y="3696516"/>
            <a:ext cx="1669777" cy="1669777"/>
          </a:xfrm>
          <a:prstGeom prst="ellipse">
            <a:avLst/>
          </a:prstGeom>
          <a:solidFill>
            <a:schemeClr val="accent3"/>
          </a:solidFill>
          <a:ln w="152400">
            <a:noFill/>
          </a:ln>
          <a:effectLst>
            <a:outerShdw dist="101600" dir="2700000" algn="tl" rotWithShape="0">
              <a:schemeClr val="accent3">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p:cNvSpPr/>
          <p:nvPr userDrawn="1"/>
        </p:nvSpPr>
        <p:spPr>
          <a:xfrm>
            <a:off x="10365866" y="6029234"/>
            <a:ext cx="1669777" cy="1669777"/>
          </a:xfrm>
          <a:prstGeom prst="ellipse">
            <a:avLst/>
          </a:prstGeom>
          <a:solidFill>
            <a:schemeClr val="accent2"/>
          </a:solidFill>
          <a:ln w="152400">
            <a:noFill/>
          </a:ln>
          <a:effectLst>
            <a:outerShdw dist="101600" dir="2700000" algn="tl" rotWithShape="0">
              <a:schemeClr val="accent2">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6250770" y="3696516"/>
            <a:ext cx="1669777" cy="1669777"/>
          </a:xfrm>
          <a:prstGeom prst="ellipse">
            <a:avLst/>
          </a:prstGeom>
          <a:solidFill>
            <a:schemeClr val="accent6"/>
          </a:solidFill>
          <a:ln w="152400">
            <a:noFill/>
          </a:ln>
          <a:effectLst>
            <a:outerShdw dist="101600" dir="2700000" algn="tl" rotWithShape="0">
              <a:schemeClr val="accent6">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8308318" y="7275425"/>
            <a:ext cx="1669777" cy="1669777"/>
          </a:xfrm>
          <a:prstGeom prst="ellipse">
            <a:avLst/>
          </a:prstGeom>
          <a:solidFill>
            <a:schemeClr val="accent4"/>
          </a:solidFill>
          <a:ln w="152400">
            <a:noFill/>
          </a:ln>
          <a:effectLst>
            <a:outerShdw dist="101600" dir="2700000" algn="tl" rotWithShape="0">
              <a:schemeClr val="accent4">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p:cNvSpPr/>
          <p:nvPr userDrawn="1"/>
        </p:nvSpPr>
        <p:spPr>
          <a:xfrm>
            <a:off x="8308318" y="2478453"/>
            <a:ext cx="1669777" cy="1669777"/>
          </a:xfrm>
          <a:prstGeom prst="ellipse">
            <a:avLst/>
          </a:prstGeom>
          <a:solidFill>
            <a:schemeClr val="accent1"/>
          </a:solidFill>
          <a:ln w="152400">
            <a:noFill/>
          </a:ln>
          <a:effectLst>
            <a:outerShdw dist="101600" dir="2700000" algn="tl" rotWithShape="0">
              <a:schemeClr val="accent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円/楕円 4"/>
          <p:cNvSpPr/>
          <p:nvPr userDrawn="1"/>
        </p:nvSpPr>
        <p:spPr>
          <a:xfrm>
            <a:off x="7390210" y="3959056"/>
            <a:ext cx="3505993" cy="3505993"/>
          </a:xfrm>
          <a:prstGeom prst="ellipse">
            <a:avLst/>
          </a:prstGeom>
          <a:solidFill>
            <a:schemeClr val="tx2"/>
          </a:solidFill>
          <a:ln w="76200">
            <a:noFill/>
          </a:ln>
          <a:effectLst>
            <a:outerShdw dist="114300" dir="2700000" algn="tl" rotWithShape="0">
              <a:schemeClr val="tx2">
                <a:lumMod val="60000"/>
                <a:lumOff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6"/>
          <p:cNvSpPr>
            <a:spLocks noGrp="1"/>
          </p:cNvSpPr>
          <p:nvPr userDrawn="1">
            <p:ph type="body" sz="quarter" idx="21" hasCustomPrompt="1"/>
          </p:nvPr>
        </p:nvSpPr>
        <p:spPr>
          <a:xfrm>
            <a:off x="13106455" y="2570241"/>
            <a:ext cx="4782428" cy="720080"/>
          </a:xfrm>
        </p:spPr>
        <p:txBody>
          <a:bodyPr anchor="b">
            <a:noAutofit/>
          </a:bodyPr>
          <a:lstStyle>
            <a:lvl1pPr algn="l">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userDrawn="1">
            <p:ph type="body" sz="quarter" idx="24" hasCustomPrompt="1"/>
          </p:nvPr>
        </p:nvSpPr>
        <p:spPr>
          <a:xfrm>
            <a:off x="13106455" y="3325885"/>
            <a:ext cx="4802931" cy="122332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18" name="正方形/長方形 17"/>
          <p:cNvSpPr/>
          <p:nvPr userDrawn="1"/>
        </p:nvSpPr>
        <p:spPr>
          <a:xfrm>
            <a:off x="13251595" y="3228477"/>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22" name="テキスト プレースホルダー 6"/>
          <p:cNvSpPr>
            <a:spLocks noGrp="1"/>
          </p:cNvSpPr>
          <p:nvPr userDrawn="1">
            <p:ph type="body" sz="quarter" idx="25" hasCustomPrompt="1"/>
          </p:nvPr>
        </p:nvSpPr>
        <p:spPr>
          <a:xfrm>
            <a:off x="13106455" y="4845306"/>
            <a:ext cx="4782428" cy="720080"/>
          </a:xfrm>
        </p:spPr>
        <p:txBody>
          <a:bodyPr anchor="b">
            <a:noAutofit/>
          </a:bodyPr>
          <a:lstStyle>
            <a:lvl1pPr algn="l">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3" name="テキスト プレースホルダー 6"/>
          <p:cNvSpPr>
            <a:spLocks noGrp="1"/>
          </p:cNvSpPr>
          <p:nvPr userDrawn="1">
            <p:ph type="body" sz="quarter" idx="26" hasCustomPrompt="1"/>
          </p:nvPr>
        </p:nvSpPr>
        <p:spPr>
          <a:xfrm>
            <a:off x="13106455" y="5600950"/>
            <a:ext cx="4802931" cy="122332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4" name="正方形/長方形 23"/>
          <p:cNvSpPr/>
          <p:nvPr userDrawn="1"/>
        </p:nvSpPr>
        <p:spPr>
          <a:xfrm>
            <a:off x="13251595" y="550354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25" name="テキスト プレースホルダー 6"/>
          <p:cNvSpPr>
            <a:spLocks noGrp="1"/>
          </p:cNvSpPr>
          <p:nvPr userDrawn="1">
            <p:ph type="body" sz="quarter" idx="27" hasCustomPrompt="1"/>
          </p:nvPr>
        </p:nvSpPr>
        <p:spPr>
          <a:xfrm>
            <a:off x="13106455" y="7120372"/>
            <a:ext cx="4782428" cy="720080"/>
          </a:xfrm>
        </p:spPr>
        <p:txBody>
          <a:bodyPr anchor="b">
            <a:noAutofit/>
          </a:bodyPr>
          <a:lstStyle>
            <a:lvl1pPr algn="l">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userDrawn="1">
            <p:ph type="body" sz="quarter" idx="28" hasCustomPrompt="1"/>
          </p:nvPr>
        </p:nvSpPr>
        <p:spPr>
          <a:xfrm>
            <a:off x="13106455" y="7876016"/>
            <a:ext cx="4802931" cy="122332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7" name="正方形/長方形 26"/>
          <p:cNvSpPr/>
          <p:nvPr userDrawn="1"/>
        </p:nvSpPr>
        <p:spPr>
          <a:xfrm>
            <a:off x="13251595" y="7778608"/>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28" name="テキスト プレースホルダー 6"/>
          <p:cNvSpPr>
            <a:spLocks noGrp="1"/>
          </p:cNvSpPr>
          <p:nvPr userDrawn="1">
            <p:ph type="body" sz="quarter" idx="29" hasCustomPrompt="1"/>
          </p:nvPr>
        </p:nvSpPr>
        <p:spPr>
          <a:xfrm>
            <a:off x="737849" y="2573429"/>
            <a:ext cx="4782428" cy="720080"/>
          </a:xfrm>
        </p:spPr>
        <p:txBody>
          <a:bodyPr anchor="b">
            <a:noAutofit/>
          </a:bodyPr>
          <a:lstStyle>
            <a:lvl1pPr algn="r">
              <a:defRPr sz="28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userDrawn="1">
            <p:ph type="body" sz="quarter" idx="30" hasCustomPrompt="1"/>
          </p:nvPr>
        </p:nvSpPr>
        <p:spPr>
          <a:xfrm>
            <a:off x="717346" y="3329073"/>
            <a:ext cx="4802931"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0" name="正方形/長方形 29"/>
          <p:cNvSpPr/>
          <p:nvPr userDrawn="1"/>
        </p:nvSpPr>
        <p:spPr>
          <a:xfrm>
            <a:off x="2149291" y="3231665"/>
            <a:ext cx="3240360"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31" name="テキスト プレースホルダー 6"/>
          <p:cNvSpPr>
            <a:spLocks noGrp="1"/>
          </p:cNvSpPr>
          <p:nvPr userDrawn="1">
            <p:ph type="body" sz="quarter" idx="31" hasCustomPrompt="1"/>
          </p:nvPr>
        </p:nvSpPr>
        <p:spPr>
          <a:xfrm>
            <a:off x="737849" y="4848494"/>
            <a:ext cx="4782428" cy="720080"/>
          </a:xfrm>
        </p:spPr>
        <p:txBody>
          <a:bodyPr anchor="b">
            <a:noAutofit/>
          </a:bodyPr>
          <a:lstStyle>
            <a:lvl1pPr algn="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userDrawn="1">
            <p:ph type="body" sz="quarter" idx="32" hasCustomPrompt="1"/>
          </p:nvPr>
        </p:nvSpPr>
        <p:spPr>
          <a:xfrm>
            <a:off x="717346" y="5604138"/>
            <a:ext cx="4802931"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3" name="正方形/長方形 32"/>
          <p:cNvSpPr/>
          <p:nvPr userDrawn="1"/>
        </p:nvSpPr>
        <p:spPr>
          <a:xfrm>
            <a:off x="2149291" y="5506730"/>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34" name="テキスト プレースホルダー 6"/>
          <p:cNvSpPr>
            <a:spLocks noGrp="1"/>
          </p:cNvSpPr>
          <p:nvPr userDrawn="1">
            <p:ph type="body" sz="quarter" idx="33" hasCustomPrompt="1"/>
          </p:nvPr>
        </p:nvSpPr>
        <p:spPr>
          <a:xfrm>
            <a:off x="737849" y="7123560"/>
            <a:ext cx="4782428" cy="720080"/>
          </a:xfrm>
        </p:spPr>
        <p:txBody>
          <a:bodyPr anchor="b">
            <a:noAutofit/>
          </a:bodyPr>
          <a:lstStyle>
            <a:lvl1pPr algn="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userDrawn="1">
            <p:ph type="body" sz="quarter" idx="34" hasCustomPrompt="1"/>
          </p:nvPr>
        </p:nvSpPr>
        <p:spPr>
          <a:xfrm>
            <a:off x="717346" y="7879204"/>
            <a:ext cx="4802931"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6" name="正方形/長方形 35"/>
          <p:cNvSpPr/>
          <p:nvPr userDrawn="1"/>
        </p:nvSpPr>
        <p:spPr>
          <a:xfrm>
            <a:off x="2149291" y="7781796"/>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39" name="フリーフォーム 38"/>
          <p:cNvSpPr/>
          <p:nvPr userDrawn="1"/>
        </p:nvSpPr>
        <p:spPr>
          <a:xfrm>
            <a:off x="10116457" y="2590193"/>
            <a:ext cx="2832008" cy="588436"/>
          </a:xfrm>
          <a:custGeom>
            <a:avLst/>
            <a:gdLst>
              <a:gd name="connsiteX0" fmla="*/ 2656114 w 2656114"/>
              <a:gd name="connsiteY0" fmla="*/ 588436 h 588436"/>
              <a:gd name="connsiteX1" fmla="*/ 1436914 w 2656114"/>
              <a:gd name="connsiteY1" fmla="*/ 22378 h 588436"/>
              <a:gd name="connsiteX2" fmla="*/ 0 w 2656114"/>
              <a:gd name="connsiteY2" fmla="*/ 167521 h 588436"/>
            </a:gdLst>
            <a:ahLst/>
            <a:cxnLst>
              <a:cxn ang="0">
                <a:pos x="connsiteX0" y="connsiteY0"/>
              </a:cxn>
              <a:cxn ang="0">
                <a:pos x="connsiteX1" y="connsiteY1"/>
              </a:cxn>
              <a:cxn ang="0">
                <a:pos x="connsiteX2" y="connsiteY2"/>
              </a:cxn>
            </a:cxnLst>
            <a:rect l="l" t="t" r="r" b="b"/>
            <a:pathLst>
              <a:path w="2656114" h="588436">
                <a:moveTo>
                  <a:pt x="2656114" y="588436"/>
                </a:moveTo>
                <a:cubicBezTo>
                  <a:pt x="2267857" y="340483"/>
                  <a:pt x="1879600" y="92530"/>
                  <a:pt x="1436914" y="22378"/>
                </a:cubicBezTo>
                <a:cubicBezTo>
                  <a:pt x="994228" y="-47774"/>
                  <a:pt x="497114" y="59873"/>
                  <a:pt x="0" y="167521"/>
                </a:cubicBezTo>
              </a:path>
            </a:pathLst>
          </a:custGeom>
          <a:noFill/>
          <a:ln>
            <a:solidFill>
              <a:schemeClr val="accent1"/>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フリーフォーム 40"/>
          <p:cNvSpPr/>
          <p:nvPr userDrawn="1"/>
        </p:nvSpPr>
        <p:spPr>
          <a:xfrm rot="9807941">
            <a:off x="12317423" y="5048183"/>
            <a:ext cx="638443" cy="584694"/>
          </a:xfrm>
          <a:custGeom>
            <a:avLst/>
            <a:gdLst>
              <a:gd name="connsiteX0" fmla="*/ 609600 w 609600"/>
              <a:gd name="connsiteY0" fmla="*/ 972458 h 972458"/>
              <a:gd name="connsiteX1" fmla="*/ 435428 w 609600"/>
              <a:gd name="connsiteY1" fmla="*/ 478972 h 972458"/>
              <a:gd name="connsiteX2" fmla="*/ 0 w 609600"/>
              <a:gd name="connsiteY2" fmla="*/ 0 h 972458"/>
            </a:gdLst>
            <a:ahLst/>
            <a:cxnLst>
              <a:cxn ang="0">
                <a:pos x="connsiteX0" y="connsiteY0"/>
              </a:cxn>
              <a:cxn ang="0">
                <a:pos x="connsiteX1" y="connsiteY1"/>
              </a:cxn>
              <a:cxn ang="0">
                <a:pos x="connsiteX2" y="connsiteY2"/>
              </a:cxn>
            </a:cxnLst>
            <a:rect l="l" t="t" r="r" b="b"/>
            <a:pathLst>
              <a:path w="609600" h="972458">
                <a:moveTo>
                  <a:pt x="609600" y="972458"/>
                </a:moveTo>
                <a:cubicBezTo>
                  <a:pt x="573314" y="806753"/>
                  <a:pt x="537028" y="641048"/>
                  <a:pt x="435428" y="478972"/>
                </a:cubicBezTo>
                <a:cubicBezTo>
                  <a:pt x="333828" y="316896"/>
                  <a:pt x="166914" y="158448"/>
                  <a:pt x="0" y="0"/>
                </a:cubicBezTo>
              </a:path>
            </a:pathLst>
          </a:custGeom>
          <a:noFill/>
          <a:ln>
            <a:solidFill>
              <a:schemeClr val="accent3"/>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フリーフォーム 42"/>
          <p:cNvSpPr/>
          <p:nvPr userDrawn="1"/>
        </p:nvSpPr>
        <p:spPr>
          <a:xfrm>
            <a:off x="5646057" y="7823200"/>
            <a:ext cx="2670629" cy="905959"/>
          </a:xfrm>
          <a:custGeom>
            <a:avLst/>
            <a:gdLst>
              <a:gd name="connsiteX0" fmla="*/ 0 w 2670629"/>
              <a:gd name="connsiteY0" fmla="*/ 0 h 905959"/>
              <a:gd name="connsiteX1" fmla="*/ 1146629 w 2670629"/>
              <a:gd name="connsiteY1" fmla="*/ 841829 h 905959"/>
              <a:gd name="connsiteX2" fmla="*/ 2670629 w 2670629"/>
              <a:gd name="connsiteY2" fmla="*/ 783771 h 905959"/>
            </a:gdLst>
            <a:ahLst/>
            <a:cxnLst>
              <a:cxn ang="0">
                <a:pos x="connsiteX0" y="connsiteY0"/>
              </a:cxn>
              <a:cxn ang="0">
                <a:pos x="connsiteX1" y="connsiteY1"/>
              </a:cxn>
              <a:cxn ang="0">
                <a:pos x="connsiteX2" y="connsiteY2"/>
              </a:cxn>
            </a:cxnLst>
            <a:rect l="l" t="t" r="r" b="b"/>
            <a:pathLst>
              <a:path w="2670629" h="905959">
                <a:moveTo>
                  <a:pt x="0" y="0"/>
                </a:moveTo>
                <a:cubicBezTo>
                  <a:pt x="350762" y="355600"/>
                  <a:pt x="701524" y="711201"/>
                  <a:pt x="1146629" y="841829"/>
                </a:cubicBezTo>
                <a:cubicBezTo>
                  <a:pt x="1591734" y="972457"/>
                  <a:pt x="2131181" y="878114"/>
                  <a:pt x="2670629" y="783771"/>
                </a:cubicBezTo>
              </a:path>
            </a:pathLst>
          </a:custGeom>
          <a:noFill/>
          <a:ln>
            <a:solidFill>
              <a:schemeClr val="accent4"/>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フリーフォーム 43"/>
          <p:cNvSpPr/>
          <p:nvPr userDrawn="1"/>
        </p:nvSpPr>
        <p:spPr>
          <a:xfrm>
            <a:off x="5544457" y="5529943"/>
            <a:ext cx="1103086" cy="435428"/>
          </a:xfrm>
          <a:custGeom>
            <a:avLst/>
            <a:gdLst>
              <a:gd name="connsiteX0" fmla="*/ 0 w 1103086"/>
              <a:gd name="connsiteY0" fmla="*/ 0 h 435428"/>
              <a:gd name="connsiteX1" fmla="*/ 551543 w 1103086"/>
              <a:gd name="connsiteY1" fmla="*/ 87086 h 435428"/>
              <a:gd name="connsiteX2" fmla="*/ 1103086 w 1103086"/>
              <a:gd name="connsiteY2" fmla="*/ 435428 h 435428"/>
            </a:gdLst>
            <a:ahLst/>
            <a:cxnLst>
              <a:cxn ang="0">
                <a:pos x="connsiteX0" y="connsiteY0"/>
              </a:cxn>
              <a:cxn ang="0">
                <a:pos x="connsiteX1" y="connsiteY1"/>
              </a:cxn>
              <a:cxn ang="0">
                <a:pos x="connsiteX2" y="connsiteY2"/>
              </a:cxn>
            </a:cxnLst>
            <a:rect l="l" t="t" r="r" b="b"/>
            <a:pathLst>
              <a:path w="1103086" h="435428">
                <a:moveTo>
                  <a:pt x="0" y="0"/>
                </a:moveTo>
                <a:cubicBezTo>
                  <a:pt x="183847" y="7257"/>
                  <a:pt x="367695" y="14515"/>
                  <a:pt x="551543" y="87086"/>
                </a:cubicBezTo>
                <a:cubicBezTo>
                  <a:pt x="735391" y="159657"/>
                  <a:pt x="919238" y="297542"/>
                  <a:pt x="1103086" y="435428"/>
                </a:cubicBezTo>
              </a:path>
            </a:pathLst>
          </a:custGeom>
          <a:noFill/>
          <a:ln>
            <a:solidFill>
              <a:schemeClr val="accent5"/>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フリーフォーム 44"/>
          <p:cNvSpPr/>
          <p:nvPr userDrawn="1"/>
        </p:nvSpPr>
        <p:spPr>
          <a:xfrm>
            <a:off x="5580743" y="3211286"/>
            <a:ext cx="1161143" cy="420914"/>
          </a:xfrm>
          <a:custGeom>
            <a:avLst/>
            <a:gdLst>
              <a:gd name="connsiteX0" fmla="*/ 0 w 1161143"/>
              <a:gd name="connsiteY0" fmla="*/ 0 h 420914"/>
              <a:gd name="connsiteX1" fmla="*/ 653143 w 1161143"/>
              <a:gd name="connsiteY1" fmla="*/ 101600 h 420914"/>
              <a:gd name="connsiteX2" fmla="*/ 1161143 w 1161143"/>
              <a:gd name="connsiteY2" fmla="*/ 420914 h 420914"/>
            </a:gdLst>
            <a:ahLst/>
            <a:cxnLst>
              <a:cxn ang="0">
                <a:pos x="connsiteX0" y="connsiteY0"/>
              </a:cxn>
              <a:cxn ang="0">
                <a:pos x="connsiteX1" y="connsiteY1"/>
              </a:cxn>
              <a:cxn ang="0">
                <a:pos x="connsiteX2" y="connsiteY2"/>
              </a:cxn>
            </a:cxnLst>
            <a:rect l="l" t="t" r="r" b="b"/>
            <a:pathLst>
              <a:path w="1161143" h="420914">
                <a:moveTo>
                  <a:pt x="0" y="0"/>
                </a:moveTo>
                <a:cubicBezTo>
                  <a:pt x="229809" y="15724"/>
                  <a:pt x="459619" y="31448"/>
                  <a:pt x="653143" y="101600"/>
                </a:cubicBezTo>
                <a:cubicBezTo>
                  <a:pt x="846667" y="171752"/>
                  <a:pt x="1003905" y="296333"/>
                  <a:pt x="1161143" y="420914"/>
                </a:cubicBezTo>
              </a:path>
            </a:pathLst>
          </a:custGeom>
          <a:noFill/>
          <a:ln>
            <a:solidFill>
              <a:schemeClr val="accent6"/>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45"/>
          <p:cNvSpPr/>
          <p:nvPr userDrawn="1"/>
        </p:nvSpPr>
        <p:spPr>
          <a:xfrm>
            <a:off x="11990522" y="7765143"/>
            <a:ext cx="957943" cy="190941"/>
          </a:xfrm>
          <a:custGeom>
            <a:avLst/>
            <a:gdLst>
              <a:gd name="connsiteX0" fmla="*/ 957943 w 957943"/>
              <a:gd name="connsiteY0" fmla="*/ 87086 h 190941"/>
              <a:gd name="connsiteX1" fmla="*/ 478972 w 957943"/>
              <a:gd name="connsiteY1" fmla="*/ 188686 h 190941"/>
              <a:gd name="connsiteX2" fmla="*/ 0 w 957943"/>
              <a:gd name="connsiteY2" fmla="*/ 0 h 190941"/>
            </a:gdLst>
            <a:ahLst/>
            <a:cxnLst>
              <a:cxn ang="0">
                <a:pos x="connsiteX0" y="connsiteY0"/>
              </a:cxn>
              <a:cxn ang="0">
                <a:pos x="connsiteX1" y="connsiteY1"/>
              </a:cxn>
              <a:cxn ang="0">
                <a:pos x="connsiteX2" y="connsiteY2"/>
              </a:cxn>
            </a:cxnLst>
            <a:rect l="l" t="t" r="r" b="b"/>
            <a:pathLst>
              <a:path w="957943" h="190941">
                <a:moveTo>
                  <a:pt x="957943" y="87086"/>
                </a:moveTo>
                <a:cubicBezTo>
                  <a:pt x="798286" y="145143"/>
                  <a:pt x="638629" y="203200"/>
                  <a:pt x="478972" y="188686"/>
                </a:cubicBezTo>
                <a:cubicBezTo>
                  <a:pt x="319315" y="174172"/>
                  <a:pt x="159657" y="87086"/>
                  <a:pt x="0" y="0"/>
                </a:cubicBezTo>
              </a:path>
            </a:pathLst>
          </a:custGeom>
          <a:noFill/>
          <a:ln>
            <a:solidFill>
              <a:schemeClr val="accent2"/>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図プレースホルダー 7"/>
          <p:cNvSpPr>
            <a:spLocks noGrp="1"/>
          </p:cNvSpPr>
          <p:nvPr userDrawn="1">
            <p:ph type="pic" sz="quarter" idx="17" hasCustomPrompt="1"/>
          </p:nvPr>
        </p:nvSpPr>
        <p:spPr>
          <a:xfrm>
            <a:off x="8823370" y="2961522"/>
            <a:ext cx="667049" cy="667049"/>
          </a:xfrm>
        </p:spPr>
        <p:txBody>
          <a:bodyPr>
            <a:normAutofit/>
          </a:bodyPr>
          <a:lstStyle>
            <a:lvl1pPr>
              <a:defRPr sz="1100"/>
            </a:lvl1pPr>
          </a:lstStyle>
          <a:p>
            <a:r>
              <a:rPr kumimoji="1" lang="en-US" altLang="ja-JP" dirty="0"/>
              <a:t>ICON</a:t>
            </a:r>
            <a:endParaRPr kumimoji="1" lang="ja-JP" altLang="en-US" dirty="0"/>
          </a:p>
        </p:txBody>
      </p:sp>
      <p:sp>
        <p:nvSpPr>
          <p:cNvPr id="48" name="図プレースホルダー 7"/>
          <p:cNvSpPr>
            <a:spLocks noGrp="1"/>
          </p:cNvSpPr>
          <p:nvPr userDrawn="1">
            <p:ph type="pic" sz="quarter" idx="35" hasCustomPrompt="1"/>
          </p:nvPr>
        </p:nvSpPr>
        <p:spPr>
          <a:xfrm>
            <a:off x="10896203" y="4197879"/>
            <a:ext cx="667049" cy="667049"/>
          </a:xfrm>
        </p:spPr>
        <p:txBody>
          <a:bodyPr>
            <a:normAutofit/>
          </a:bodyPr>
          <a:lstStyle>
            <a:lvl1pPr>
              <a:defRPr sz="1100"/>
            </a:lvl1pPr>
          </a:lstStyle>
          <a:p>
            <a:r>
              <a:rPr kumimoji="1" lang="en-US" altLang="ja-JP" dirty="0"/>
              <a:t>ICON</a:t>
            </a:r>
            <a:endParaRPr kumimoji="1" lang="ja-JP" altLang="en-US" dirty="0"/>
          </a:p>
        </p:txBody>
      </p:sp>
      <p:sp>
        <p:nvSpPr>
          <p:cNvPr id="49" name="図プレースホルダー 7"/>
          <p:cNvSpPr>
            <a:spLocks noGrp="1"/>
          </p:cNvSpPr>
          <p:nvPr userDrawn="1">
            <p:ph type="pic" sz="quarter" idx="36" hasCustomPrompt="1"/>
          </p:nvPr>
        </p:nvSpPr>
        <p:spPr>
          <a:xfrm>
            <a:off x="10896203" y="6530597"/>
            <a:ext cx="667049" cy="667049"/>
          </a:xfrm>
        </p:spPr>
        <p:txBody>
          <a:bodyPr>
            <a:normAutofit/>
          </a:bodyPr>
          <a:lstStyle>
            <a:lvl1pPr>
              <a:defRPr sz="1100"/>
            </a:lvl1pPr>
          </a:lstStyle>
          <a:p>
            <a:r>
              <a:rPr kumimoji="1" lang="en-US" altLang="ja-JP" dirty="0"/>
              <a:t>ICON</a:t>
            </a:r>
            <a:endParaRPr kumimoji="1" lang="ja-JP" altLang="en-US" dirty="0"/>
          </a:p>
        </p:txBody>
      </p:sp>
      <p:sp>
        <p:nvSpPr>
          <p:cNvPr id="50" name="図プレースホルダー 7"/>
          <p:cNvSpPr>
            <a:spLocks noGrp="1"/>
          </p:cNvSpPr>
          <p:nvPr userDrawn="1">
            <p:ph type="pic" sz="quarter" idx="37" hasCustomPrompt="1"/>
          </p:nvPr>
        </p:nvSpPr>
        <p:spPr>
          <a:xfrm>
            <a:off x="8823370" y="7787538"/>
            <a:ext cx="667049" cy="667049"/>
          </a:xfrm>
        </p:spPr>
        <p:txBody>
          <a:bodyPr>
            <a:normAutofit/>
          </a:bodyPr>
          <a:lstStyle>
            <a:lvl1pPr>
              <a:defRPr sz="1100"/>
            </a:lvl1pPr>
          </a:lstStyle>
          <a:p>
            <a:r>
              <a:rPr kumimoji="1" lang="en-US" altLang="ja-JP" dirty="0"/>
              <a:t>ICON</a:t>
            </a:r>
            <a:endParaRPr kumimoji="1" lang="ja-JP" altLang="en-US" dirty="0"/>
          </a:p>
        </p:txBody>
      </p:sp>
      <p:sp>
        <p:nvSpPr>
          <p:cNvPr id="51" name="図プレースホルダー 7"/>
          <p:cNvSpPr>
            <a:spLocks noGrp="1"/>
          </p:cNvSpPr>
          <p:nvPr userDrawn="1">
            <p:ph type="pic" sz="quarter" idx="38" hasCustomPrompt="1"/>
          </p:nvPr>
        </p:nvSpPr>
        <p:spPr>
          <a:xfrm>
            <a:off x="6772410" y="6530597"/>
            <a:ext cx="667049" cy="667049"/>
          </a:xfrm>
        </p:spPr>
        <p:txBody>
          <a:bodyPr>
            <a:normAutofit/>
          </a:bodyPr>
          <a:lstStyle>
            <a:lvl1pPr>
              <a:defRPr sz="1100"/>
            </a:lvl1pPr>
          </a:lstStyle>
          <a:p>
            <a:r>
              <a:rPr kumimoji="1" lang="en-US" altLang="ja-JP" dirty="0"/>
              <a:t>ICON</a:t>
            </a:r>
            <a:endParaRPr kumimoji="1" lang="ja-JP" altLang="en-US" dirty="0"/>
          </a:p>
        </p:txBody>
      </p:sp>
      <p:sp>
        <p:nvSpPr>
          <p:cNvPr id="52" name="図プレースホルダー 7"/>
          <p:cNvSpPr>
            <a:spLocks noGrp="1"/>
          </p:cNvSpPr>
          <p:nvPr userDrawn="1">
            <p:ph type="pic" sz="quarter" idx="39" hasCustomPrompt="1"/>
          </p:nvPr>
        </p:nvSpPr>
        <p:spPr>
          <a:xfrm>
            <a:off x="6772410" y="4197879"/>
            <a:ext cx="667049" cy="667049"/>
          </a:xfrm>
        </p:spPr>
        <p:txBody>
          <a:bodyPr>
            <a:normAutofit/>
          </a:bodyPr>
          <a:lstStyle>
            <a:lvl1pPr>
              <a:defRPr sz="1100"/>
            </a:lvl1pPr>
          </a:lstStyle>
          <a:p>
            <a:r>
              <a:rPr kumimoji="1" lang="en-US" altLang="ja-JP" dirty="0"/>
              <a:t>ICON</a:t>
            </a:r>
            <a:endParaRPr kumimoji="1" lang="ja-JP" altLang="en-US" dirty="0"/>
          </a:p>
        </p:txBody>
      </p:sp>
      <p:sp>
        <p:nvSpPr>
          <p:cNvPr id="53" name="テキスト プレースホルダー 6"/>
          <p:cNvSpPr>
            <a:spLocks noGrp="1"/>
          </p:cNvSpPr>
          <p:nvPr userDrawn="1">
            <p:ph type="body" sz="quarter" idx="40" hasCustomPrompt="1"/>
          </p:nvPr>
        </p:nvSpPr>
        <p:spPr>
          <a:xfrm>
            <a:off x="7714991" y="4659086"/>
            <a:ext cx="2851409" cy="2162627"/>
          </a:xfrm>
        </p:spPr>
        <p:txBody>
          <a:bodyPr anchor="ctr">
            <a:noAutofit/>
          </a:bodyPr>
          <a:lstStyle>
            <a:lvl1pPr algn="ctr">
              <a:defRPr sz="3600" i="0" baseline="0">
                <a:solidFill>
                  <a:schemeClr val="bg1"/>
                </a:solidFill>
                <a:latin typeface="Route 159 Light" pitchFamily="50" charset="0"/>
              </a:defRPr>
            </a:lvl1pPr>
          </a:lstStyle>
          <a:p>
            <a:pPr lvl="0"/>
            <a:r>
              <a:rPr kumimoji="1" lang="en-US" altLang="ja-JP" dirty="0"/>
              <a:t>Word</a:t>
            </a:r>
            <a:endParaRPr kumimoji="1" lang="ja-JP" altLang="en-US" dirty="0"/>
          </a:p>
        </p:txBody>
      </p:sp>
    </p:spTree>
    <p:extLst>
      <p:ext uri="{BB962C8B-B14F-4D97-AF65-F5344CB8AC3E}">
        <p14:creationId xmlns:p14="http://schemas.microsoft.com/office/powerpoint/2010/main" val="52685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53" presetClass="entr" presetSubtype="16"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18" presetID="53" presetClass="entr" presetSubtype="16" fill="hold" grpId="0" nodeType="withEffect">
                                  <p:stCondLst>
                                    <p:cond delay="250"/>
                                  </p:stCondLst>
                                  <p:iterate type="lt">
                                    <p:tmPct val="10000"/>
                                  </p:iterate>
                                  <p:childTnLst>
                                    <p:set>
                                      <p:cBhvr>
                                        <p:cTn id="19" dur="1" fill="hold">
                                          <p:stCondLst>
                                            <p:cond delay="0"/>
                                          </p:stCondLst>
                                        </p:cTn>
                                        <p:tgtEl>
                                          <p:spTgt spid="53">
                                            <p:txEl>
                                              <p:pRg st="0" end="0"/>
                                            </p:txEl>
                                          </p:spTgt>
                                        </p:tgtEl>
                                        <p:attrNameLst>
                                          <p:attrName>style.visibility</p:attrName>
                                        </p:attrNameLst>
                                      </p:cBhvr>
                                      <p:to>
                                        <p:strVal val="visible"/>
                                      </p:to>
                                    </p:set>
                                    <p:anim calcmode="lin" valueType="num">
                                      <p:cBhvr>
                                        <p:cTn id="20" dur="500" fill="hold"/>
                                        <p:tgtEl>
                                          <p:spTgt spid="53">
                                            <p:txEl>
                                              <p:pRg st="0" end="0"/>
                                            </p:txEl>
                                          </p:spTgt>
                                        </p:tgtEl>
                                        <p:attrNameLst>
                                          <p:attrName>ppt_w</p:attrName>
                                        </p:attrNameLst>
                                      </p:cBhvr>
                                      <p:tavLst>
                                        <p:tav tm="0">
                                          <p:val>
                                            <p:fltVal val="0"/>
                                          </p:val>
                                        </p:tav>
                                        <p:tav tm="100000">
                                          <p:val>
                                            <p:strVal val="#ppt_w"/>
                                          </p:val>
                                        </p:tav>
                                      </p:tavLst>
                                    </p:anim>
                                    <p:anim calcmode="lin" valueType="num">
                                      <p:cBhvr>
                                        <p:cTn id="21" dur="500" fill="hold"/>
                                        <p:tgtEl>
                                          <p:spTgt spid="53">
                                            <p:txEl>
                                              <p:pRg st="0" end="0"/>
                                            </p:txEl>
                                          </p:spTgt>
                                        </p:tgtEl>
                                        <p:attrNameLst>
                                          <p:attrName>ppt_h</p:attrName>
                                        </p:attrNameLst>
                                      </p:cBhvr>
                                      <p:tavLst>
                                        <p:tav tm="0">
                                          <p:val>
                                            <p:fltVal val="0"/>
                                          </p:val>
                                        </p:tav>
                                        <p:tav tm="100000">
                                          <p:val>
                                            <p:strVal val="#ppt_h"/>
                                          </p:val>
                                        </p:tav>
                                      </p:tavLst>
                                    </p:anim>
                                    <p:animEffect transition="in" filter="fade">
                                      <p:cBhvr>
                                        <p:cTn id="22" dur="500"/>
                                        <p:tgtEl>
                                          <p:spTgt spid="53">
                                            <p:txEl>
                                              <p:pRg st="0" end="0"/>
                                            </p:txEl>
                                          </p:spTgt>
                                        </p:tgtEl>
                                      </p:cBhvr>
                                    </p:animEffect>
                                  </p:childTnLst>
                                </p:cTn>
                              </p:par>
                            </p:childTnLst>
                          </p:cTn>
                        </p:par>
                        <p:par>
                          <p:cTn id="23" fill="hold">
                            <p:stCondLst>
                              <p:cond delay="1400"/>
                            </p:stCondLst>
                            <p:childTnLst>
                              <p:par>
                                <p:cTn id="24" presetID="49" presetClass="entr" presetSubtype="0" decel="100000" fill="hold" grpId="0" nodeType="afterEffect">
                                  <p:stCondLst>
                                    <p:cond delay="0"/>
                                  </p:stCondLst>
                                  <p:childTnLst>
                                    <p:set>
                                      <p:cBhvr>
                                        <p:cTn id="25" dur="1" fill="hold">
                                          <p:stCondLst>
                                            <p:cond delay="0"/>
                                          </p:stCondLst>
                                        </p:cTn>
                                        <p:tgtEl>
                                          <p:spTgt spid="47"/>
                                        </p:tgtEl>
                                        <p:attrNameLst>
                                          <p:attrName>style.visibility</p:attrName>
                                        </p:attrNameLst>
                                      </p:cBhvr>
                                      <p:to>
                                        <p:strVal val="visible"/>
                                      </p:to>
                                    </p:set>
                                    <p:anim calcmode="lin" valueType="num">
                                      <p:cBhvr>
                                        <p:cTn id="26" dur="500" fill="hold"/>
                                        <p:tgtEl>
                                          <p:spTgt spid="47"/>
                                        </p:tgtEl>
                                        <p:attrNameLst>
                                          <p:attrName>ppt_w</p:attrName>
                                        </p:attrNameLst>
                                      </p:cBhvr>
                                      <p:tavLst>
                                        <p:tav tm="0">
                                          <p:val>
                                            <p:fltVal val="0"/>
                                          </p:val>
                                        </p:tav>
                                        <p:tav tm="100000">
                                          <p:val>
                                            <p:strVal val="#ppt_w"/>
                                          </p:val>
                                        </p:tav>
                                      </p:tavLst>
                                    </p:anim>
                                    <p:anim calcmode="lin" valueType="num">
                                      <p:cBhvr>
                                        <p:cTn id="27" dur="500" fill="hold"/>
                                        <p:tgtEl>
                                          <p:spTgt spid="47"/>
                                        </p:tgtEl>
                                        <p:attrNameLst>
                                          <p:attrName>ppt_h</p:attrName>
                                        </p:attrNameLst>
                                      </p:cBhvr>
                                      <p:tavLst>
                                        <p:tav tm="0">
                                          <p:val>
                                            <p:fltVal val="0"/>
                                          </p:val>
                                        </p:tav>
                                        <p:tav tm="100000">
                                          <p:val>
                                            <p:strVal val="#ppt_h"/>
                                          </p:val>
                                        </p:tav>
                                      </p:tavLst>
                                    </p:anim>
                                    <p:anim calcmode="lin" valueType="num">
                                      <p:cBhvr>
                                        <p:cTn id="28" dur="500" fill="hold"/>
                                        <p:tgtEl>
                                          <p:spTgt spid="47"/>
                                        </p:tgtEl>
                                        <p:attrNameLst>
                                          <p:attrName>style.rotation</p:attrName>
                                        </p:attrNameLst>
                                      </p:cBhvr>
                                      <p:tavLst>
                                        <p:tav tm="0">
                                          <p:val>
                                            <p:fltVal val="360"/>
                                          </p:val>
                                        </p:tav>
                                        <p:tav tm="100000">
                                          <p:val>
                                            <p:fltVal val="0"/>
                                          </p:val>
                                        </p:tav>
                                      </p:tavLst>
                                    </p:anim>
                                    <p:animEffect transition="in" filter="fade">
                                      <p:cBhvr>
                                        <p:cTn id="29" dur="500"/>
                                        <p:tgtEl>
                                          <p:spTgt spid="47"/>
                                        </p:tgtEl>
                                      </p:cBhvr>
                                    </p:animEffect>
                                  </p:childTnLst>
                                </p:cTn>
                              </p:par>
                              <p:par>
                                <p:cTn id="30" presetID="49" presetClass="entr" presetSubtype="0" decel="10000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 calcmode="lin" valueType="num">
                                      <p:cBhvr>
                                        <p:cTn id="34" dur="500" fill="hold"/>
                                        <p:tgtEl>
                                          <p:spTgt spid="9"/>
                                        </p:tgtEl>
                                        <p:attrNameLst>
                                          <p:attrName>style.rotation</p:attrName>
                                        </p:attrNameLst>
                                      </p:cBhvr>
                                      <p:tavLst>
                                        <p:tav tm="0">
                                          <p:val>
                                            <p:fltVal val="360"/>
                                          </p:val>
                                        </p:tav>
                                        <p:tav tm="100000">
                                          <p:val>
                                            <p:fltVal val="0"/>
                                          </p:val>
                                        </p:tav>
                                      </p:tavLst>
                                    </p:anim>
                                    <p:animEffect transition="in" filter="fade">
                                      <p:cBhvr>
                                        <p:cTn id="35" dur="500"/>
                                        <p:tgtEl>
                                          <p:spTgt spid="9"/>
                                        </p:tgtEl>
                                      </p:cBhvr>
                                    </p:animEffect>
                                  </p:childTnLst>
                                </p:cTn>
                              </p:par>
                            </p:childTnLst>
                          </p:cTn>
                        </p:par>
                        <p:par>
                          <p:cTn id="36" fill="hold">
                            <p:stCondLst>
                              <p:cond delay="1900"/>
                            </p:stCondLst>
                            <p:childTnLst>
                              <p:par>
                                <p:cTn id="37" presetID="49" presetClass="entr" presetSubtype="0" decel="100000" fill="hold" grpId="0" nodeType="after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p:cTn id="39" dur="500" fill="hold"/>
                                        <p:tgtEl>
                                          <p:spTgt spid="48"/>
                                        </p:tgtEl>
                                        <p:attrNameLst>
                                          <p:attrName>ppt_w</p:attrName>
                                        </p:attrNameLst>
                                      </p:cBhvr>
                                      <p:tavLst>
                                        <p:tav tm="0">
                                          <p:val>
                                            <p:fltVal val="0"/>
                                          </p:val>
                                        </p:tav>
                                        <p:tav tm="100000">
                                          <p:val>
                                            <p:strVal val="#ppt_w"/>
                                          </p:val>
                                        </p:tav>
                                      </p:tavLst>
                                    </p:anim>
                                    <p:anim calcmode="lin" valueType="num">
                                      <p:cBhvr>
                                        <p:cTn id="40" dur="500" fill="hold"/>
                                        <p:tgtEl>
                                          <p:spTgt spid="48"/>
                                        </p:tgtEl>
                                        <p:attrNameLst>
                                          <p:attrName>ppt_h</p:attrName>
                                        </p:attrNameLst>
                                      </p:cBhvr>
                                      <p:tavLst>
                                        <p:tav tm="0">
                                          <p:val>
                                            <p:fltVal val="0"/>
                                          </p:val>
                                        </p:tav>
                                        <p:tav tm="100000">
                                          <p:val>
                                            <p:strVal val="#ppt_h"/>
                                          </p:val>
                                        </p:tav>
                                      </p:tavLst>
                                    </p:anim>
                                    <p:anim calcmode="lin" valueType="num">
                                      <p:cBhvr>
                                        <p:cTn id="41" dur="500" fill="hold"/>
                                        <p:tgtEl>
                                          <p:spTgt spid="48"/>
                                        </p:tgtEl>
                                        <p:attrNameLst>
                                          <p:attrName>style.rotation</p:attrName>
                                        </p:attrNameLst>
                                      </p:cBhvr>
                                      <p:tavLst>
                                        <p:tav tm="0">
                                          <p:val>
                                            <p:fltVal val="360"/>
                                          </p:val>
                                        </p:tav>
                                        <p:tav tm="100000">
                                          <p:val>
                                            <p:fltVal val="0"/>
                                          </p:val>
                                        </p:tav>
                                      </p:tavLst>
                                    </p:anim>
                                    <p:animEffect transition="in" filter="fade">
                                      <p:cBhvr>
                                        <p:cTn id="42" dur="500"/>
                                        <p:tgtEl>
                                          <p:spTgt spid="48"/>
                                        </p:tgtEl>
                                      </p:cBhvr>
                                    </p:animEffect>
                                  </p:childTnLst>
                                </p:cTn>
                              </p:par>
                              <p:par>
                                <p:cTn id="43" presetID="49" presetClass="entr" presetSubtype="0" decel="10000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 calcmode="lin" valueType="num">
                                      <p:cBhvr>
                                        <p:cTn id="47" dur="500" fill="hold"/>
                                        <p:tgtEl>
                                          <p:spTgt spid="13"/>
                                        </p:tgtEl>
                                        <p:attrNameLst>
                                          <p:attrName>style.rotation</p:attrName>
                                        </p:attrNameLst>
                                      </p:cBhvr>
                                      <p:tavLst>
                                        <p:tav tm="0">
                                          <p:val>
                                            <p:fltVal val="360"/>
                                          </p:val>
                                        </p:tav>
                                        <p:tav tm="100000">
                                          <p:val>
                                            <p:fltVal val="0"/>
                                          </p:val>
                                        </p:tav>
                                      </p:tavLst>
                                    </p:anim>
                                    <p:animEffect transition="in" filter="fade">
                                      <p:cBhvr>
                                        <p:cTn id="48" dur="500"/>
                                        <p:tgtEl>
                                          <p:spTgt spid="13"/>
                                        </p:tgtEl>
                                      </p:cBhvr>
                                    </p:animEffect>
                                  </p:childTnLst>
                                </p:cTn>
                              </p:par>
                            </p:childTnLst>
                          </p:cTn>
                        </p:par>
                        <p:par>
                          <p:cTn id="49" fill="hold">
                            <p:stCondLst>
                              <p:cond delay="2400"/>
                            </p:stCondLst>
                            <p:childTnLst>
                              <p:par>
                                <p:cTn id="50" presetID="49" presetClass="entr" presetSubtype="0" decel="100000" fill="hold" grpId="0" nodeType="afterEffect">
                                  <p:stCondLst>
                                    <p:cond delay="0"/>
                                  </p:stCondLst>
                                  <p:childTnLst>
                                    <p:set>
                                      <p:cBhvr>
                                        <p:cTn id="51" dur="1" fill="hold">
                                          <p:stCondLst>
                                            <p:cond delay="0"/>
                                          </p:stCondLst>
                                        </p:cTn>
                                        <p:tgtEl>
                                          <p:spTgt spid="49"/>
                                        </p:tgtEl>
                                        <p:attrNameLst>
                                          <p:attrName>style.visibility</p:attrName>
                                        </p:attrNameLst>
                                      </p:cBhvr>
                                      <p:to>
                                        <p:strVal val="visible"/>
                                      </p:to>
                                    </p:set>
                                    <p:anim calcmode="lin" valueType="num">
                                      <p:cBhvr>
                                        <p:cTn id="52" dur="500" fill="hold"/>
                                        <p:tgtEl>
                                          <p:spTgt spid="49"/>
                                        </p:tgtEl>
                                        <p:attrNameLst>
                                          <p:attrName>ppt_w</p:attrName>
                                        </p:attrNameLst>
                                      </p:cBhvr>
                                      <p:tavLst>
                                        <p:tav tm="0">
                                          <p:val>
                                            <p:fltVal val="0"/>
                                          </p:val>
                                        </p:tav>
                                        <p:tav tm="100000">
                                          <p:val>
                                            <p:strVal val="#ppt_w"/>
                                          </p:val>
                                        </p:tav>
                                      </p:tavLst>
                                    </p:anim>
                                    <p:anim calcmode="lin" valueType="num">
                                      <p:cBhvr>
                                        <p:cTn id="53" dur="500" fill="hold"/>
                                        <p:tgtEl>
                                          <p:spTgt spid="49"/>
                                        </p:tgtEl>
                                        <p:attrNameLst>
                                          <p:attrName>ppt_h</p:attrName>
                                        </p:attrNameLst>
                                      </p:cBhvr>
                                      <p:tavLst>
                                        <p:tav tm="0">
                                          <p:val>
                                            <p:fltVal val="0"/>
                                          </p:val>
                                        </p:tav>
                                        <p:tav tm="100000">
                                          <p:val>
                                            <p:strVal val="#ppt_h"/>
                                          </p:val>
                                        </p:tav>
                                      </p:tavLst>
                                    </p:anim>
                                    <p:anim calcmode="lin" valueType="num">
                                      <p:cBhvr>
                                        <p:cTn id="54" dur="500" fill="hold"/>
                                        <p:tgtEl>
                                          <p:spTgt spid="49"/>
                                        </p:tgtEl>
                                        <p:attrNameLst>
                                          <p:attrName>style.rotation</p:attrName>
                                        </p:attrNameLst>
                                      </p:cBhvr>
                                      <p:tavLst>
                                        <p:tav tm="0">
                                          <p:val>
                                            <p:fltVal val="360"/>
                                          </p:val>
                                        </p:tav>
                                        <p:tav tm="100000">
                                          <p:val>
                                            <p:fltVal val="0"/>
                                          </p:val>
                                        </p:tav>
                                      </p:tavLst>
                                    </p:anim>
                                    <p:animEffect transition="in" filter="fade">
                                      <p:cBhvr>
                                        <p:cTn id="55" dur="500"/>
                                        <p:tgtEl>
                                          <p:spTgt spid="49"/>
                                        </p:tgtEl>
                                      </p:cBhvr>
                                    </p:animEffect>
                                  </p:childTnLst>
                                </p:cTn>
                              </p:par>
                              <p:par>
                                <p:cTn id="56" presetID="49" presetClass="entr" presetSubtype="0" decel="10000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 calcmode="lin" valueType="num">
                                      <p:cBhvr>
                                        <p:cTn id="60" dur="500" fill="hold"/>
                                        <p:tgtEl>
                                          <p:spTgt spid="14"/>
                                        </p:tgtEl>
                                        <p:attrNameLst>
                                          <p:attrName>style.rotation</p:attrName>
                                        </p:attrNameLst>
                                      </p:cBhvr>
                                      <p:tavLst>
                                        <p:tav tm="0">
                                          <p:val>
                                            <p:fltVal val="360"/>
                                          </p:val>
                                        </p:tav>
                                        <p:tav tm="100000">
                                          <p:val>
                                            <p:fltVal val="0"/>
                                          </p:val>
                                        </p:tav>
                                      </p:tavLst>
                                    </p:anim>
                                    <p:animEffect transition="in" filter="fade">
                                      <p:cBhvr>
                                        <p:cTn id="61" dur="500"/>
                                        <p:tgtEl>
                                          <p:spTgt spid="14"/>
                                        </p:tgtEl>
                                      </p:cBhvr>
                                    </p:animEffect>
                                  </p:childTnLst>
                                </p:cTn>
                              </p:par>
                            </p:childTnLst>
                          </p:cTn>
                        </p:par>
                        <p:par>
                          <p:cTn id="62" fill="hold">
                            <p:stCondLst>
                              <p:cond delay="2900"/>
                            </p:stCondLst>
                            <p:childTnLst>
                              <p:par>
                                <p:cTn id="63" presetID="49" presetClass="entr" presetSubtype="0" decel="100000" fill="hold" grpId="0" nodeType="afterEffect">
                                  <p:stCondLst>
                                    <p:cond delay="0"/>
                                  </p:stCondLst>
                                  <p:childTnLst>
                                    <p:set>
                                      <p:cBhvr>
                                        <p:cTn id="64" dur="1" fill="hold">
                                          <p:stCondLst>
                                            <p:cond delay="0"/>
                                          </p:stCondLst>
                                        </p:cTn>
                                        <p:tgtEl>
                                          <p:spTgt spid="50"/>
                                        </p:tgtEl>
                                        <p:attrNameLst>
                                          <p:attrName>style.visibility</p:attrName>
                                        </p:attrNameLst>
                                      </p:cBhvr>
                                      <p:to>
                                        <p:strVal val="visible"/>
                                      </p:to>
                                    </p:set>
                                    <p:anim calcmode="lin" valueType="num">
                                      <p:cBhvr>
                                        <p:cTn id="65" dur="500" fill="hold"/>
                                        <p:tgtEl>
                                          <p:spTgt spid="50"/>
                                        </p:tgtEl>
                                        <p:attrNameLst>
                                          <p:attrName>ppt_w</p:attrName>
                                        </p:attrNameLst>
                                      </p:cBhvr>
                                      <p:tavLst>
                                        <p:tav tm="0">
                                          <p:val>
                                            <p:fltVal val="0"/>
                                          </p:val>
                                        </p:tav>
                                        <p:tav tm="100000">
                                          <p:val>
                                            <p:strVal val="#ppt_w"/>
                                          </p:val>
                                        </p:tav>
                                      </p:tavLst>
                                    </p:anim>
                                    <p:anim calcmode="lin" valueType="num">
                                      <p:cBhvr>
                                        <p:cTn id="66" dur="500" fill="hold"/>
                                        <p:tgtEl>
                                          <p:spTgt spid="50"/>
                                        </p:tgtEl>
                                        <p:attrNameLst>
                                          <p:attrName>ppt_h</p:attrName>
                                        </p:attrNameLst>
                                      </p:cBhvr>
                                      <p:tavLst>
                                        <p:tav tm="0">
                                          <p:val>
                                            <p:fltVal val="0"/>
                                          </p:val>
                                        </p:tav>
                                        <p:tav tm="100000">
                                          <p:val>
                                            <p:strVal val="#ppt_h"/>
                                          </p:val>
                                        </p:tav>
                                      </p:tavLst>
                                    </p:anim>
                                    <p:anim calcmode="lin" valueType="num">
                                      <p:cBhvr>
                                        <p:cTn id="67" dur="500" fill="hold"/>
                                        <p:tgtEl>
                                          <p:spTgt spid="50"/>
                                        </p:tgtEl>
                                        <p:attrNameLst>
                                          <p:attrName>style.rotation</p:attrName>
                                        </p:attrNameLst>
                                      </p:cBhvr>
                                      <p:tavLst>
                                        <p:tav tm="0">
                                          <p:val>
                                            <p:fltVal val="360"/>
                                          </p:val>
                                        </p:tav>
                                        <p:tav tm="100000">
                                          <p:val>
                                            <p:fltVal val="0"/>
                                          </p:val>
                                        </p:tav>
                                      </p:tavLst>
                                    </p:anim>
                                    <p:animEffect transition="in" filter="fade">
                                      <p:cBhvr>
                                        <p:cTn id="68" dur="500"/>
                                        <p:tgtEl>
                                          <p:spTgt spid="50"/>
                                        </p:tgtEl>
                                      </p:cBhvr>
                                    </p:animEffect>
                                  </p:childTnLst>
                                </p:cTn>
                              </p:par>
                              <p:par>
                                <p:cTn id="69" presetID="49" presetClass="entr" presetSubtype="0" decel="100000" fill="hold" grpId="0" nodeType="withEffect">
                                  <p:stCondLst>
                                    <p:cond delay="0"/>
                                  </p:stCondLst>
                                  <p:childTnLst>
                                    <p:set>
                                      <p:cBhvr>
                                        <p:cTn id="70" dur="1" fill="hold">
                                          <p:stCondLst>
                                            <p:cond delay="0"/>
                                          </p:stCondLst>
                                        </p:cTn>
                                        <p:tgtEl>
                                          <p:spTgt spid="10"/>
                                        </p:tgtEl>
                                        <p:attrNameLst>
                                          <p:attrName>style.visibility</p:attrName>
                                        </p:attrNameLst>
                                      </p:cBhvr>
                                      <p:to>
                                        <p:strVal val="visible"/>
                                      </p:to>
                                    </p:set>
                                    <p:anim calcmode="lin" valueType="num">
                                      <p:cBhvr>
                                        <p:cTn id="71" dur="500" fill="hold"/>
                                        <p:tgtEl>
                                          <p:spTgt spid="10"/>
                                        </p:tgtEl>
                                        <p:attrNameLst>
                                          <p:attrName>ppt_w</p:attrName>
                                        </p:attrNameLst>
                                      </p:cBhvr>
                                      <p:tavLst>
                                        <p:tav tm="0">
                                          <p:val>
                                            <p:fltVal val="0"/>
                                          </p:val>
                                        </p:tav>
                                        <p:tav tm="100000">
                                          <p:val>
                                            <p:strVal val="#ppt_w"/>
                                          </p:val>
                                        </p:tav>
                                      </p:tavLst>
                                    </p:anim>
                                    <p:anim calcmode="lin" valueType="num">
                                      <p:cBhvr>
                                        <p:cTn id="72" dur="500" fill="hold"/>
                                        <p:tgtEl>
                                          <p:spTgt spid="10"/>
                                        </p:tgtEl>
                                        <p:attrNameLst>
                                          <p:attrName>ppt_h</p:attrName>
                                        </p:attrNameLst>
                                      </p:cBhvr>
                                      <p:tavLst>
                                        <p:tav tm="0">
                                          <p:val>
                                            <p:fltVal val="0"/>
                                          </p:val>
                                        </p:tav>
                                        <p:tav tm="100000">
                                          <p:val>
                                            <p:strVal val="#ppt_h"/>
                                          </p:val>
                                        </p:tav>
                                      </p:tavLst>
                                    </p:anim>
                                    <p:anim calcmode="lin" valueType="num">
                                      <p:cBhvr>
                                        <p:cTn id="73" dur="500" fill="hold"/>
                                        <p:tgtEl>
                                          <p:spTgt spid="10"/>
                                        </p:tgtEl>
                                        <p:attrNameLst>
                                          <p:attrName>style.rotation</p:attrName>
                                        </p:attrNameLst>
                                      </p:cBhvr>
                                      <p:tavLst>
                                        <p:tav tm="0">
                                          <p:val>
                                            <p:fltVal val="360"/>
                                          </p:val>
                                        </p:tav>
                                        <p:tav tm="100000">
                                          <p:val>
                                            <p:fltVal val="0"/>
                                          </p:val>
                                        </p:tav>
                                      </p:tavLst>
                                    </p:anim>
                                    <p:animEffect transition="in" filter="fade">
                                      <p:cBhvr>
                                        <p:cTn id="74" dur="500"/>
                                        <p:tgtEl>
                                          <p:spTgt spid="10"/>
                                        </p:tgtEl>
                                      </p:cBhvr>
                                    </p:animEffect>
                                  </p:childTnLst>
                                </p:cTn>
                              </p:par>
                            </p:childTnLst>
                          </p:cTn>
                        </p:par>
                        <p:par>
                          <p:cTn id="75" fill="hold">
                            <p:stCondLst>
                              <p:cond delay="3400"/>
                            </p:stCondLst>
                            <p:childTnLst>
                              <p:par>
                                <p:cTn id="76" presetID="49" presetClass="entr" presetSubtype="0" decel="100000" fill="hold" grpId="0" nodeType="afterEffect">
                                  <p:stCondLst>
                                    <p:cond delay="0"/>
                                  </p:stCondLst>
                                  <p:childTnLst>
                                    <p:set>
                                      <p:cBhvr>
                                        <p:cTn id="77" dur="1" fill="hold">
                                          <p:stCondLst>
                                            <p:cond delay="0"/>
                                          </p:stCondLst>
                                        </p:cTn>
                                        <p:tgtEl>
                                          <p:spTgt spid="51"/>
                                        </p:tgtEl>
                                        <p:attrNameLst>
                                          <p:attrName>style.visibility</p:attrName>
                                        </p:attrNameLst>
                                      </p:cBhvr>
                                      <p:to>
                                        <p:strVal val="visible"/>
                                      </p:to>
                                    </p:set>
                                    <p:anim calcmode="lin" valueType="num">
                                      <p:cBhvr>
                                        <p:cTn id="78" dur="500" fill="hold"/>
                                        <p:tgtEl>
                                          <p:spTgt spid="51"/>
                                        </p:tgtEl>
                                        <p:attrNameLst>
                                          <p:attrName>ppt_w</p:attrName>
                                        </p:attrNameLst>
                                      </p:cBhvr>
                                      <p:tavLst>
                                        <p:tav tm="0">
                                          <p:val>
                                            <p:fltVal val="0"/>
                                          </p:val>
                                        </p:tav>
                                        <p:tav tm="100000">
                                          <p:val>
                                            <p:strVal val="#ppt_w"/>
                                          </p:val>
                                        </p:tav>
                                      </p:tavLst>
                                    </p:anim>
                                    <p:anim calcmode="lin" valueType="num">
                                      <p:cBhvr>
                                        <p:cTn id="79" dur="500" fill="hold"/>
                                        <p:tgtEl>
                                          <p:spTgt spid="51"/>
                                        </p:tgtEl>
                                        <p:attrNameLst>
                                          <p:attrName>ppt_h</p:attrName>
                                        </p:attrNameLst>
                                      </p:cBhvr>
                                      <p:tavLst>
                                        <p:tav tm="0">
                                          <p:val>
                                            <p:fltVal val="0"/>
                                          </p:val>
                                        </p:tav>
                                        <p:tav tm="100000">
                                          <p:val>
                                            <p:strVal val="#ppt_h"/>
                                          </p:val>
                                        </p:tav>
                                      </p:tavLst>
                                    </p:anim>
                                    <p:anim calcmode="lin" valueType="num">
                                      <p:cBhvr>
                                        <p:cTn id="80" dur="500" fill="hold"/>
                                        <p:tgtEl>
                                          <p:spTgt spid="51"/>
                                        </p:tgtEl>
                                        <p:attrNameLst>
                                          <p:attrName>style.rotation</p:attrName>
                                        </p:attrNameLst>
                                      </p:cBhvr>
                                      <p:tavLst>
                                        <p:tav tm="0">
                                          <p:val>
                                            <p:fltVal val="360"/>
                                          </p:val>
                                        </p:tav>
                                        <p:tav tm="100000">
                                          <p:val>
                                            <p:fltVal val="0"/>
                                          </p:val>
                                        </p:tav>
                                      </p:tavLst>
                                    </p:anim>
                                    <p:animEffect transition="in" filter="fade">
                                      <p:cBhvr>
                                        <p:cTn id="81" dur="500"/>
                                        <p:tgtEl>
                                          <p:spTgt spid="51"/>
                                        </p:tgtEl>
                                      </p:cBhvr>
                                    </p:animEffect>
                                  </p:childTnLst>
                                </p:cTn>
                              </p:par>
                              <p:par>
                                <p:cTn id="82" presetID="49" presetClass="entr" presetSubtype="0" decel="100000" fill="hold" grpId="0" nodeType="withEffect">
                                  <p:stCondLst>
                                    <p:cond delay="0"/>
                                  </p:stCondLst>
                                  <p:childTnLst>
                                    <p:set>
                                      <p:cBhvr>
                                        <p:cTn id="83" dur="1" fill="hold">
                                          <p:stCondLst>
                                            <p:cond delay="0"/>
                                          </p:stCondLst>
                                        </p:cTn>
                                        <p:tgtEl>
                                          <p:spTgt spid="12"/>
                                        </p:tgtEl>
                                        <p:attrNameLst>
                                          <p:attrName>style.visibility</p:attrName>
                                        </p:attrNameLst>
                                      </p:cBhvr>
                                      <p:to>
                                        <p:strVal val="visible"/>
                                      </p:to>
                                    </p:set>
                                    <p:anim calcmode="lin" valueType="num">
                                      <p:cBhvr>
                                        <p:cTn id="84" dur="500" fill="hold"/>
                                        <p:tgtEl>
                                          <p:spTgt spid="12"/>
                                        </p:tgtEl>
                                        <p:attrNameLst>
                                          <p:attrName>ppt_w</p:attrName>
                                        </p:attrNameLst>
                                      </p:cBhvr>
                                      <p:tavLst>
                                        <p:tav tm="0">
                                          <p:val>
                                            <p:fltVal val="0"/>
                                          </p:val>
                                        </p:tav>
                                        <p:tav tm="100000">
                                          <p:val>
                                            <p:strVal val="#ppt_w"/>
                                          </p:val>
                                        </p:tav>
                                      </p:tavLst>
                                    </p:anim>
                                    <p:anim calcmode="lin" valueType="num">
                                      <p:cBhvr>
                                        <p:cTn id="85" dur="500" fill="hold"/>
                                        <p:tgtEl>
                                          <p:spTgt spid="12"/>
                                        </p:tgtEl>
                                        <p:attrNameLst>
                                          <p:attrName>ppt_h</p:attrName>
                                        </p:attrNameLst>
                                      </p:cBhvr>
                                      <p:tavLst>
                                        <p:tav tm="0">
                                          <p:val>
                                            <p:fltVal val="0"/>
                                          </p:val>
                                        </p:tav>
                                        <p:tav tm="100000">
                                          <p:val>
                                            <p:strVal val="#ppt_h"/>
                                          </p:val>
                                        </p:tav>
                                      </p:tavLst>
                                    </p:anim>
                                    <p:anim calcmode="lin" valueType="num">
                                      <p:cBhvr>
                                        <p:cTn id="86" dur="500" fill="hold"/>
                                        <p:tgtEl>
                                          <p:spTgt spid="12"/>
                                        </p:tgtEl>
                                        <p:attrNameLst>
                                          <p:attrName>style.rotation</p:attrName>
                                        </p:attrNameLst>
                                      </p:cBhvr>
                                      <p:tavLst>
                                        <p:tav tm="0">
                                          <p:val>
                                            <p:fltVal val="360"/>
                                          </p:val>
                                        </p:tav>
                                        <p:tav tm="100000">
                                          <p:val>
                                            <p:fltVal val="0"/>
                                          </p:val>
                                        </p:tav>
                                      </p:tavLst>
                                    </p:anim>
                                    <p:animEffect transition="in" filter="fade">
                                      <p:cBhvr>
                                        <p:cTn id="87" dur="500"/>
                                        <p:tgtEl>
                                          <p:spTgt spid="12"/>
                                        </p:tgtEl>
                                      </p:cBhvr>
                                    </p:animEffect>
                                  </p:childTnLst>
                                </p:cTn>
                              </p:par>
                            </p:childTnLst>
                          </p:cTn>
                        </p:par>
                        <p:par>
                          <p:cTn id="88" fill="hold">
                            <p:stCondLst>
                              <p:cond delay="3900"/>
                            </p:stCondLst>
                            <p:childTnLst>
                              <p:par>
                                <p:cTn id="89" presetID="49" presetClass="entr" presetSubtype="0" decel="100000" fill="hold" grpId="0" nodeType="afterEffect">
                                  <p:stCondLst>
                                    <p:cond delay="0"/>
                                  </p:stCondLst>
                                  <p:childTnLst>
                                    <p:set>
                                      <p:cBhvr>
                                        <p:cTn id="90" dur="1" fill="hold">
                                          <p:stCondLst>
                                            <p:cond delay="0"/>
                                          </p:stCondLst>
                                        </p:cTn>
                                        <p:tgtEl>
                                          <p:spTgt spid="52"/>
                                        </p:tgtEl>
                                        <p:attrNameLst>
                                          <p:attrName>style.visibility</p:attrName>
                                        </p:attrNameLst>
                                      </p:cBhvr>
                                      <p:to>
                                        <p:strVal val="visible"/>
                                      </p:to>
                                    </p:set>
                                    <p:anim calcmode="lin" valueType="num">
                                      <p:cBhvr>
                                        <p:cTn id="91" dur="500" fill="hold"/>
                                        <p:tgtEl>
                                          <p:spTgt spid="52"/>
                                        </p:tgtEl>
                                        <p:attrNameLst>
                                          <p:attrName>ppt_w</p:attrName>
                                        </p:attrNameLst>
                                      </p:cBhvr>
                                      <p:tavLst>
                                        <p:tav tm="0">
                                          <p:val>
                                            <p:fltVal val="0"/>
                                          </p:val>
                                        </p:tav>
                                        <p:tav tm="100000">
                                          <p:val>
                                            <p:strVal val="#ppt_w"/>
                                          </p:val>
                                        </p:tav>
                                      </p:tavLst>
                                    </p:anim>
                                    <p:anim calcmode="lin" valueType="num">
                                      <p:cBhvr>
                                        <p:cTn id="92" dur="500" fill="hold"/>
                                        <p:tgtEl>
                                          <p:spTgt spid="52"/>
                                        </p:tgtEl>
                                        <p:attrNameLst>
                                          <p:attrName>ppt_h</p:attrName>
                                        </p:attrNameLst>
                                      </p:cBhvr>
                                      <p:tavLst>
                                        <p:tav tm="0">
                                          <p:val>
                                            <p:fltVal val="0"/>
                                          </p:val>
                                        </p:tav>
                                        <p:tav tm="100000">
                                          <p:val>
                                            <p:strVal val="#ppt_h"/>
                                          </p:val>
                                        </p:tav>
                                      </p:tavLst>
                                    </p:anim>
                                    <p:anim calcmode="lin" valueType="num">
                                      <p:cBhvr>
                                        <p:cTn id="93" dur="500" fill="hold"/>
                                        <p:tgtEl>
                                          <p:spTgt spid="52"/>
                                        </p:tgtEl>
                                        <p:attrNameLst>
                                          <p:attrName>style.rotation</p:attrName>
                                        </p:attrNameLst>
                                      </p:cBhvr>
                                      <p:tavLst>
                                        <p:tav tm="0">
                                          <p:val>
                                            <p:fltVal val="360"/>
                                          </p:val>
                                        </p:tav>
                                        <p:tav tm="100000">
                                          <p:val>
                                            <p:fltVal val="0"/>
                                          </p:val>
                                        </p:tav>
                                      </p:tavLst>
                                    </p:anim>
                                    <p:animEffect transition="in" filter="fade">
                                      <p:cBhvr>
                                        <p:cTn id="94" dur="500"/>
                                        <p:tgtEl>
                                          <p:spTgt spid="52"/>
                                        </p:tgtEl>
                                      </p:cBhvr>
                                    </p:animEffect>
                                  </p:childTnLst>
                                </p:cTn>
                              </p:par>
                              <p:par>
                                <p:cTn id="95" presetID="49" presetClass="entr" presetSubtype="0" decel="100000" fill="hold" grpId="0" nodeType="withEffect">
                                  <p:stCondLst>
                                    <p:cond delay="0"/>
                                  </p:stCondLst>
                                  <p:childTnLst>
                                    <p:set>
                                      <p:cBhvr>
                                        <p:cTn id="96" dur="1" fill="hold">
                                          <p:stCondLst>
                                            <p:cond delay="0"/>
                                          </p:stCondLst>
                                        </p:cTn>
                                        <p:tgtEl>
                                          <p:spTgt spid="11"/>
                                        </p:tgtEl>
                                        <p:attrNameLst>
                                          <p:attrName>style.visibility</p:attrName>
                                        </p:attrNameLst>
                                      </p:cBhvr>
                                      <p:to>
                                        <p:strVal val="visible"/>
                                      </p:to>
                                    </p:set>
                                    <p:anim calcmode="lin" valueType="num">
                                      <p:cBhvr>
                                        <p:cTn id="97" dur="500" fill="hold"/>
                                        <p:tgtEl>
                                          <p:spTgt spid="11"/>
                                        </p:tgtEl>
                                        <p:attrNameLst>
                                          <p:attrName>ppt_w</p:attrName>
                                        </p:attrNameLst>
                                      </p:cBhvr>
                                      <p:tavLst>
                                        <p:tav tm="0">
                                          <p:val>
                                            <p:fltVal val="0"/>
                                          </p:val>
                                        </p:tav>
                                        <p:tav tm="100000">
                                          <p:val>
                                            <p:strVal val="#ppt_w"/>
                                          </p:val>
                                        </p:tav>
                                      </p:tavLst>
                                    </p:anim>
                                    <p:anim calcmode="lin" valueType="num">
                                      <p:cBhvr>
                                        <p:cTn id="98" dur="500" fill="hold"/>
                                        <p:tgtEl>
                                          <p:spTgt spid="11"/>
                                        </p:tgtEl>
                                        <p:attrNameLst>
                                          <p:attrName>ppt_h</p:attrName>
                                        </p:attrNameLst>
                                      </p:cBhvr>
                                      <p:tavLst>
                                        <p:tav tm="0">
                                          <p:val>
                                            <p:fltVal val="0"/>
                                          </p:val>
                                        </p:tav>
                                        <p:tav tm="100000">
                                          <p:val>
                                            <p:strVal val="#ppt_h"/>
                                          </p:val>
                                        </p:tav>
                                      </p:tavLst>
                                    </p:anim>
                                    <p:anim calcmode="lin" valueType="num">
                                      <p:cBhvr>
                                        <p:cTn id="99" dur="500" fill="hold"/>
                                        <p:tgtEl>
                                          <p:spTgt spid="11"/>
                                        </p:tgtEl>
                                        <p:attrNameLst>
                                          <p:attrName>style.rotation</p:attrName>
                                        </p:attrNameLst>
                                      </p:cBhvr>
                                      <p:tavLst>
                                        <p:tav tm="0">
                                          <p:val>
                                            <p:fltVal val="360"/>
                                          </p:val>
                                        </p:tav>
                                        <p:tav tm="100000">
                                          <p:val>
                                            <p:fltVal val="0"/>
                                          </p:val>
                                        </p:tav>
                                      </p:tavLst>
                                    </p:anim>
                                    <p:animEffect transition="in" filter="fade">
                                      <p:cBhvr>
                                        <p:cTn id="100" dur="500"/>
                                        <p:tgtEl>
                                          <p:spTgt spid="11"/>
                                        </p:tgtEl>
                                      </p:cBhvr>
                                    </p:animEffect>
                                  </p:childTnLst>
                                </p:cTn>
                              </p:par>
                            </p:childTnLst>
                          </p:cTn>
                        </p:par>
                        <p:par>
                          <p:cTn id="101" fill="hold">
                            <p:stCondLst>
                              <p:cond delay="4400"/>
                            </p:stCondLst>
                            <p:childTnLst>
                              <p:par>
                                <p:cTn id="102" presetID="22" presetClass="entr" presetSubtype="8" fill="hold" grpId="0" nodeType="after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4" dur="500"/>
                                        <p:tgtEl>
                                          <p:spTgt spid="39"/>
                                        </p:tgtEl>
                                      </p:cBhvr>
                                    </p:animEffect>
                                  </p:childTnLst>
                                </p:cTn>
                              </p:par>
                            </p:childTnLst>
                          </p:cTn>
                        </p:par>
                        <p:par>
                          <p:cTn id="105" fill="hold">
                            <p:stCondLst>
                              <p:cond delay="4900"/>
                            </p:stCondLst>
                            <p:childTnLst>
                              <p:par>
                                <p:cTn id="106" presetID="2" presetClass="entr" presetSubtype="2" decel="100000" fill="hold" grpId="0" nodeType="afterEffect">
                                  <p:stCondLst>
                                    <p:cond delay="0"/>
                                  </p:stCondLst>
                                  <p:iterate type="wd">
                                    <p:tmPct val="10000"/>
                                  </p:iterate>
                                  <p:childTnLst>
                                    <p:set>
                                      <p:cBhvr>
                                        <p:cTn id="107" dur="1" fill="hold">
                                          <p:stCondLst>
                                            <p:cond delay="0"/>
                                          </p:stCondLst>
                                        </p:cTn>
                                        <p:tgtEl>
                                          <p:spTgt spid="16">
                                            <p:txEl>
                                              <p:pRg st="0" end="0"/>
                                            </p:txEl>
                                          </p:spTgt>
                                        </p:tgtEl>
                                        <p:attrNameLst>
                                          <p:attrName>style.visibility</p:attrName>
                                        </p:attrNameLst>
                                      </p:cBhvr>
                                      <p:to>
                                        <p:strVal val="visible"/>
                                      </p:to>
                                    </p:set>
                                    <p:anim calcmode="lin" valueType="num">
                                      <p:cBhvr additive="base">
                                        <p:cTn id="108" dur="5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109" dur="500" fill="hold"/>
                                        <p:tgtEl>
                                          <p:spTgt spid="16">
                                            <p:txEl>
                                              <p:pRg st="0" end="0"/>
                                            </p:txEl>
                                          </p:spTgt>
                                        </p:tgtEl>
                                        <p:attrNameLst>
                                          <p:attrName>ppt_y</p:attrName>
                                        </p:attrNameLst>
                                      </p:cBhvr>
                                      <p:tavLst>
                                        <p:tav tm="0">
                                          <p:val>
                                            <p:strVal val="#ppt_y"/>
                                          </p:val>
                                        </p:tav>
                                        <p:tav tm="100000">
                                          <p:val>
                                            <p:strVal val="#ppt_y"/>
                                          </p:val>
                                        </p:tav>
                                      </p:tavLst>
                                    </p:anim>
                                  </p:childTnLst>
                                </p:cTn>
                              </p:par>
                              <p:par>
                                <p:cTn id="110" presetID="2" presetClass="entr" presetSubtype="2" decel="100000" fill="hold" grpId="0" nodeType="withEffect">
                                  <p:stCondLst>
                                    <p:cond delay="0"/>
                                  </p:stCondLst>
                                  <p:iterate type="wd">
                                    <p:tmPct val="10000"/>
                                  </p:iterate>
                                  <p:childTnLst>
                                    <p:set>
                                      <p:cBhvr>
                                        <p:cTn id="111" dur="1" fill="hold">
                                          <p:stCondLst>
                                            <p:cond delay="0"/>
                                          </p:stCondLst>
                                        </p:cTn>
                                        <p:tgtEl>
                                          <p:spTgt spid="18"/>
                                        </p:tgtEl>
                                        <p:attrNameLst>
                                          <p:attrName>style.visibility</p:attrName>
                                        </p:attrNameLst>
                                      </p:cBhvr>
                                      <p:to>
                                        <p:strVal val="visible"/>
                                      </p:to>
                                    </p:set>
                                    <p:anim calcmode="lin" valueType="num">
                                      <p:cBhvr additive="base">
                                        <p:cTn id="112" dur="500" fill="hold"/>
                                        <p:tgtEl>
                                          <p:spTgt spid="18"/>
                                        </p:tgtEl>
                                        <p:attrNameLst>
                                          <p:attrName>ppt_x</p:attrName>
                                        </p:attrNameLst>
                                      </p:cBhvr>
                                      <p:tavLst>
                                        <p:tav tm="0">
                                          <p:val>
                                            <p:strVal val="1+#ppt_w/2"/>
                                          </p:val>
                                        </p:tav>
                                        <p:tav tm="100000">
                                          <p:val>
                                            <p:strVal val="#ppt_x"/>
                                          </p:val>
                                        </p:tav>
                                      </p:tavLst>
                                    </p:anim>
                                    <p:anim calcmode="lin" valueType="num">
                                      <p:cBhvr additive="base">
                                        <p:cTn id="113" dur="500" fill="hold"/>
                                        <p:tgtEl>
                                          <p:spTgt spid="18"/>
                                        </p:tgtEl>
                                        <p:attrNameLst>
                                          <p:attrName>ppt_y</p:attrName>
                                        </p:attrNameLst>
                                      </p:cBhvr>
                                      <p:tavLst>
                                        <p:tav tm="0">
                                          <p:val>
                                            <p:strVal val="#ppt_y"/>
                                          </p:val>
                                        </p:tav>
                                        <p:tav tm="100000">
                                          <p:val>
                                            <p:strVal val="#ppt_y"/>
                                          </p:val>
                                        </p:tav>
                                      </p:tavLst>
                                    </p:anim>
                                  </p:childTnLst>
                                </p:cTn>
                              </p:par>
                            </p:childTnLst>
                          </p:cTn>
                        </p:par>
                        <p:par>
                          <p:cTn id="114" fill="hold">
                            <p:stCondLst>
                              <p:cond delay="5500"/>
                            </p:stCondLst>
                            <p:childTnLst>
                              <p:par>
                                <p:cTn id="115" presetID="22" presetClass="entr" presetSubtype="8" fill="hold" grpId="0" nodeType="afterEffect">
                                  <p:stCondLst>
                                    <p:cond delay="0"/>
                                  </p:stCondLst>
                                  <p:childTnLst>
                                    <p:set>
                                      <p:cBhvr>
                                        <p:cTn id="116" dur="1" fill="hold">
                                          <p:stCondLst>
                                            <p:cond delay="0"/>
                                          </p:stCondLst>
                                        </p:cTn>
                                        <p:tgtEl>
                                          <p:spTgt spid="17">
                                            <p:txEl>
                                              <p:pRg st="0" end="0"/>
                                            </p:txEl>
                                          </p:spTgt>
                                        </p:tgtEl>
                                        <p:attrNameLst>
                                          <p:attrName>style.visibility</p:attrName>
                                        </p:attrNameLst>
                                      </p:cBhvr>
                                      <p:to>
                                        <p:strVal val="visible"/>
                                      </p:to>
                                    </p:set>
                                    <p:animEffect transition="in" filter="wipe(left)">
                                      <p:cBhvr>
                                        <p:cTn id="117" dur="500"/>
                                        <p:tgtEl>
                                          <p:spTgt spid="17">
                                            <p:txEl>
                                              <p:pRg st="0" end="0"/>
                                            </p:txEl>
                                          </p:spTgt>
                                        </p:tgtEl>
                                      </p:cBhvr>
                                    </p:animEffect>
                                  </p:childTnLst>
                                </p:cTn>
                              </p:par>
                            </p:childTnLst>
                          </p:cTn>
                        </p:par>
                        <p:par>
                          <p:cTn id="118" fill="hold">
                            <p:stCondLst>
                              <p:cond delay="6000"/>
                            </p:stCondLst>
                            <p:childTnLst>
                              <p:par>
                                <p:cTn id="119" presetID="22" presetClass="entr" presetSubtype="8" fill="hold" grpId="0" nodeType="afterEffect">
                                  <p:stCondLst>
                                    <p:cond delay="250"/>
                                  </p:stCondLst>
                                  <p:childTnLst>
                                    <p:set>
                                      <p:cBhvr>
                                        <p:cTn id="120" dur="1" fill="hold">
                                          <p:stCondLst>
                                            <p:cond delay="0"/>
                                          </p:stCondLst>
                                        </p:cTn>
                                        <p:tgtEl>
                                          <p:spTgt spid="41"/>
                                        </p:tgtEl>
                                        <p:attrNameLst>
                                          <p:attrName>style.visibility</p:attrName>
                                        </p:attrNameLst>
                                      </p:cBhvr>
                                      <p:to>
                                        <p:strVal val="visible"/>
                                      </p:to>
                                    </p:set>
                                    <p:animEffect transition="in" filter="wipe(left)">
                                      <p:cBhvr>
                                        <p:cTn id="121" dur="500"/>
                                        <p:tgtEl>
                                          <p:spTgt spid="41"/>
                                        </p:tgtEl>
                                      </p:cBhvr>
                                    </p:animEffect>
                                  </p:childTnLst>
                                </p:cTn>
                              </p:par>
                            </p:childTnLst>
                          </p:cTn>
                        </p:par>
                        <p:par>
                          <p:cTn id="122" fill="hold">
                            <p:stCondLst>
                              <p:cond delay="6750"/>
                            </p:stCondLst>
                            <p:childTnLst>
                              <p:par>
                                <p:cTn id="123" presetID="2" presetClass="entr" presetSubtype="2" decel="100000" fill="hold" grpId="0" nodeType="afterEffect">
                                  <p:stCondLst>
                                    <p:cond delay="0"/>
                                  </p:stCondLst>
                                  <p:iterate type="wd">
                                    <p:tmPct val="10000"/>
                                  </p:iterate>
                                  <p:childTnLst>
                                    <p:set>
                                      <p:cBhvr>
                                        <p:cTn id="124" dur="1" fill="hold">
                                          <p:stCondLst>
                                            <p:cond delay="0"/>
                                          </p:stCondLst>
                                        </p:cTn>
                                        <p:tgtEl>
                                          <p:spTgt spid="22">
                                            <p:txEl>
                                              <p:pRg st="0" end="0"/>
                                            </p:txEl>
                                          </p:spTgt>
                                        </p:tgtEl>
                                        <p:attrNameLst>
                                          <p:attrName>style.visibility</p:attrName>
                                        </p:attrNameLst>
                                      </p:cBhvr>
                                      <p:to>
                                        <p:strVal val="visible"/>
                                      </p:to>
                                    </p:set>
                                    <p:anim calcmode="lin" valueType="num">
                                      <p:cBhvr additive="base">
                                        <p:cTn id="125"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126" dur="500" fill="hold"/>
                                        <p:tgtEl>
                                          <p:spTgt spid="22">
                                            <p:txEl>
                                              <p:pRg st="0" end="0"/>
                                            </p:txEl>
                                          </p:spTgt>
                                        </p:tgtEl>
                                        <p:attrNameLst>
                                          <p:attrName>ppt_y</p:attrName>
                                        </p:attrNameLst>
                                      </p:cBhvr>
                                      <p:tavLst>
                                        <p:tav tm="0">
                                          <p:val>
                                            <p:strVal val="#ppt_y"/>
                                          </p:val>
                                        </p:tav>
                                        <p:tav tm="100000">
                                          <p:val>
                                            <p:strVal val="#ppt_y"/>
                                          </p:val>
                                        </p:tav>
                                      </p:tavLst>
                                    </p:anim>
                                  </p:childTnLst>
                                </p:cTn>
                              </p:par>
                              <p:par>
                                <p:cTn id="127" presetID="2" presetClass="entr" presetSubtype="2" decel="100000" fill="hold" grpId="0" nodeType="withEffect">
                                  <p:stCondLst>
                                    <p:cond delay="0"/>
                                  </p:stCondLst>
                                  <p:iterate type="wd">
                                    <p:tmPct val="10000"/>
                                  </p:iterate>
                                  <p:childTnLst>
                                    <p:set>
                                      <p:cBhvr>
                                        <p:cTn id="128" dur="1" fill="hold">
                                          <p:stCondLst>
                                            <p:cond delay="0"/>
                                          </p:stCondLst>
                                        </p:cTn>
                                        <p:tgtEl>
                                          <p:spTgt spid="24"/>
                                        </p:tgtEl>
                                        <p:attrNameLst>
                                          <p:attrName>style.visibility</p:attrName>
                                        </p:attrNameLst>
                                      </p:cBhvr>
                                      <p:to>
                                        <p:strVal val="visible"/>
                                      </p:to>
                                    </p:set>
                                    <p:anim calcmode="lin" valueType="num">
                                      <p:cBhvr additive="base">
                                        <p:cTn id="129" dur="500" fill="hold"/>
                                        <p:tgtEl>
                                          <p:spTgt spid="24"/>
                                        </p:tgtEl>
                                        <p:attrNameLst>
                                          <p:attrName>ppt_x</p:attrName>
                                        </p:attrNameLst>
                                      </p:cBhvr>
                                      <p:tavLst>
                                        <p:tav tm="0">
                                          <p:val>
                                            <p:strVal val="1+#ppt_w/2"/>
                                          </p:val>
                                        </p:tav>
                                        <p:tav tm="100000">
                                          <p:val>
                                            <p:strVal val="#ppt_x"/>
                                          </p:val>
                                        </p:tav>
                                      </p:tavLst>
                                    </p:anim>
                                    <p:anim calcmode="lin" valueType="num">
                                      <p:cBhvr additive="base">
                                        <p:cTn id="130" dur="500" fill="hold"/>
                                        <p:tgtEl>
                                          <p:spTgt spid="24"/>
                                        </p:tgtEl>
                                        <p:attrNameLst>
                                          <p:attrName>ppt_y</p:attrName>
                                        </p:attrNameLst>
                                      </p:cBhvr>
                                      <p:tavLst>
                                        <p:tav tm="0">
                                          <p:val>
                                            <p:strVal val="#ppt_y"/>
                                          </p:val>
                                        </p:tav>
                                        <p:tav tm="100000">
                                          <p:val>
                                            <p:strVal val="#ppt_y"/>
                                          </p:val>
                                        </p:tav>
                                      </p:tavLst>
                                    </p:anim>
                                  </p:childTnLst>
                                </p:cTn>
                              </p:par>
                            </p:childTnLst>
                          </p:cTn>
                        </p:par>
                        <p:par>
                          <p:cTn id="131" fill="hold">
                            <p:stCondLst>
                              <p:cond delay="7350"/>
                            </p:stCondLst>
                            <p:childTnLst>
                              <p:par>
                                <p:cTn id="132" presetID="22" presetClass="entr" presetSubtype="8" fill="hold" grpId="0" nodeType="afterEffect">
                                  <p:stCondLst>
                                    <p:cond delay="0"/>
                                  </p:stCondLst>
                                  <p:childTnLst>
                                    <p:set>
                                      <p:cBhvr>
                                        <p:cTn id="133" dur="1" fill="hold">
                                          <p:stCondLst>
                                            <p:cond delay="0"/>
                                          </p:stCondLst>
                                        </p:cTn>
                                        <p:tgtEl>
                                          <p:spTgt spid="23">
                                            <p:txEl>
                                              <p:pRg st="0" end="0"/>
                                            </p:txEl>
                                          </p:spTgt>
                                        </p:tgtEl>
                                        <p:attrNameLst>
                                          <p:attrName>style.visibility</p:attrName>
                                        </p:attrNameLst>
                                      </p:cBhvr>
                                      <p:to>
                                        <p:strVal val="visible"/>
                                      </p:to>
                                    </p:set>
                                    <p:animEffect transition="in" filter="wipe(left)">
                                      <p:cBhvr>
                                        <p:cTn id="134" dur="500"/>
                                        <p:tgtEl>
                                          <p:spTgt spid="23">
                                            <p:txEl>
                                              <p:pRg st="0" end="0"/>
                                            </p:txEl>
                                          </p:spTgt>
                                        </p:tgtEl>
                                      </p:cBhvr>
                                    </p:animEffect>
                                  </p:childTnLst>
                                </p:cTn>
                              </p:par>
                            </p:childTnLst>
                          </p:cTn>
                        </p:par>
                        <p:par>
                          <p:cTn id="135" fill="hold">
                            <p:stCondLst>
                              <p:cond delay="7850"/>
                            </p:stCondLst>
                            <p:childTnLst>
                              <p:par>
                                <p:cTn id="136" presetID="22" presetClass="entr" presetSubtype="8" fill="hold" grpId="0" nodeType="afterEffect">
                                  <p:stCondLst>
                                    <p:cond delay="250"/>
                                  </p:stCondLst>
                                  <p:childTnLst>
                                    <p:set>
                                      <p:cBhvr>
                                        <p:cTn id="137" dur="1" fill="hold">
                                          <p:stCondLst>
                                            <p:cond delay="0"/>
                                          </p:stCondLst>
                                        </p:cTn>
                                        <p:tgtEl>
                                          <p:spTgt spid="46"/>
                                        </p:tgtEl>
                                        <p:attrNameLst>
                                          <p:attrName>style.visibility</p:attrName>
                                        </p:attrNameLst>
                                      </p:cBhvr>
                                      <p:to>
                                        <p:strVal val="visible"/>
                                      </p:to>
                                    </p:set>
                                    <p:animEffect transition="in" filter="wipe(left)">
                                      <p:cBhvr>
                                        <p:cTn id="138" dur="500"/>
                                        <p:tgtEl>
                                          <p:spTgt spid="46"/>
                                        </p:tgtEl>
                                      </p:cBhvr>
                                    </p:animEffect>
                                  </p:childTnLst>
                                </p:cTn>
                              </p:par>
                            </p:childTnLst>
                          </p:cTn>
                        </p:par>
                        <p:par>
                          <p:cTn id="139" fill="hold">
                            <p:stCondLst>
                              <p:cond delay="8600"/>
                            </p:stCondLst>
                            <p:childTnLst>
                              <p:par>
                                <p:cTn id="140" presetID="2" presetClass="entr" presetSubtype="2" decel="100000" fill="hold" grpId="0" nodeType="afterEffect">
                                  <p:stCondLst>
                                    <p:cond delay="0"/>
                                  </p:stCondLst>
                                  <p:iterate type="wd">
                                    <p:tmPct val="10000"/>
                                  </p:iterate>
                                  <p:childTnLst>
                                    <p:set>
                                      <p:cBhvr>
                                        <p:cTn id="141" dur="1" fill="hold">
                                          <p:stCondLst>
                                            <p:cond delay="0"/>
                                          </p:stCondLst>
                                        </p:cTn>
                                        <p:tgtEl>
                                          <p:spTgt spid="25">
                                            <p:txEl>
                                              <p:pRg st="0" end="0"/>
                                            </p:txEl>
                                          </p:spTgt>
                                        </p:tgtEl>
                                        <p:attrNameLst>
                                          <p:attrName>style.visibility</p:attrName>
                                        </p:attrNameLst>
                                      </p:cBhvr>
                                      <p:to>
                                        <p:strVal val="visible"/>
                                      </p:to>
                                    </p:set>
                                    <p:anim calcmode="lin" valueType="num">
                                      <p:cBhvr additive="base">
                                        <p:cTn id="142"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143" dur="500" fill="hold"/>
                                        <p:tgtEl>
                                          <p:spTgt spid="25">
                                            <p:txEl>
                                              <p:pRg st="0" end="0"/>
                                            </p:txEl>
                                          </p:spTgt>
                                        </p:tgtEl>
                                        <p:attrNameLst>
                                          <p:attrName>ppt_y</p:attrName>
                                        </p:attrNameLst>
                                      </p:cBhvr>
                                      <p:tavLst>
                                        <p:tav tm="0">
                                          <p:val>
                                            <p:strVal val="#ppt_y"/>
                                          </p:val>
                                        </p:tav>
                                        <p:tav tm="100000">
                                          <p:val>
                                            <p:strVal val="#ppt_y"/>
                                          </p:val>
                                        </p:tav>
                                      </p:tavLst>
                                    </p:anim>
                                  </p:childTnLst>
                                </p:cTn>
                              </p:par>
                              <p:par>
                                <p:cTn id="144" presetID="2" presetClass="entr" presetSubtype="2" decel="100000" fill="hold" grpId="0" nodeType="withEffect">
                                  <p:stCondLst>
                                    <p:cond delay="0"/>
                                  </p:stCondLst>
                                  <p:iterate type="wd">
                                    <p:tmPct val="10000"/>
                                  </p:iterate>
                                  <p:childTnLst>
                                    <p:set>
                                      <p:cBhvr>
                                        <p:cTn id="145" dur="1" fill="hold">
                                          <p:stCondLst>
                                            <p:cond delay="0"/>
                                          </p:stCondLst>
                                        </p:cTn>
                                        <p:tgtEl>
                                          <p:spTgt spid="27"/>
                                        </p:tgtEl>
                                        <p:attrNameLst>
                                          <p:attrName>style.visibility</p:attrName>
                                        </p:attrNameLst>
                                      </p:cBhvr>
                                      <p:to>
                                        <p:strVal val="visible"/>
                                      </p:to>
                                    </p:set>
                                    <p:anim calcmode="lin" valueType="num">
                                      <p:cBhvr additive="base">
                                        <p:cTn id="146" dur="500" fill="hold"/>
                                        <p:tgtEl>
                                          <p:spTgt spid="27"/>
                                        </p:tgtEl>
                                        <p:attrNameLst>
                                          <p:attrName>ppt_x</p:attrName>
                                        </p:attrNameLst>
                                      </p:cBhvr>
                                      <p:tavLst>
                                        <p:tav tm="0">
                                          <p:val>
                                            <p:strVal val="1+#ppt_w/2"/>
                                          </p:val>
                                        </p:tav>
                                        <p:tav tm="100000">
                                          <p:val>
                                            <p:strVal val="#ppt_x"/>
                                          </p:val>
                                        </p:tav>
                                      </p:tavLst>
                                    </p:anim>
                                    <p:anim calcmode="lin" valueType="num">
                                      <p:cBhvr additive="base">
                                        <p:cTn id="147" dur="500" fill="hold"/>
                                        <p:tgtEl>
                                          <p:spTgt spid="27"/>
                                        </p:tgtEl>
                                        <p:attrNameLst>
                                          <p:attrName>ppt_y</p:attrName>
                                        </p:attrNameLst>
                                      </p:cBhvr>
                                      <p:tavLst>
                                        <p:tav tm="0">
                                          <p:val>
                                            <p:strVal val="#ppt_y"/>
                                          </p:val>
                                        </p:tav>
                                        <p:tav tm="100000">
                                          <p:val>
                                            <p:strVal val="#ppt_y"/>
                                          </p:val>
                                        </p:tav>
                                      </p:tavLst>
                                    </p:anim>
                                  </p:childTnLst>
                                </p:cTn>
                              </p:par>
                            </p:childTnLst>
                          </p:cTn>
                        </p:par>
                        <p:par>
                          <p:cTn id="148" fill="hold">
                            <p:stCondLst>
                              <p:cond delay="9200"/>
                            </p:stCondLst>
                            <p:childTnLst>
                              <p:par>
                                <p:cTn id="149" presetID="22" presetClass="entr" presetSubtype="8" fill="hold" grpId="0" nodeType="afterEffect">
                                  <p:stCondLst>
                                    <p:cond delay="0"/>
                                  </p:stCondLst>
                                  <p:childTnLst>
                                    <p:set>
                                      <p:cBhvr>
                                        <p:cTn id="150" dur="1" fill="hold">
                                          <p:stCondLst>
                                            <p:cond delay="0"/>
                                          </p:stCondLst>
                                        </p:cTn>
                                        <p:tgtEl>
                                          <p:spTgt spid="26">
                                            <p:txEl>
                                              <p:pRg st="0" end="0"/>
                                            </p:txEl>
                                          </p:spTgt>
                                        </p:tgtEl>
                                        <p:attrNameLst>
                                          <p:attrName>style.visibility</p:attrName>
                                        </p:attrNameLst>
                                      </p:cBhvr>
                                      <p:to>
                                        <p:strVal val="visible"/>
                                      </p:to>
                                    </p:set>
                                    <p:animEffect transition="in" filter="wipe(left)">
                                      <p:cBhvr>
                                        <p:cTn id="151" dur="500"/>
                                        <p:tgtEl>
                                          <p:spTgt spid="26">
                                            <p:txEl>
                                              <p:pRg st="0" end="0"/>
                                            </p:txEl>
                                          </p:spTgt>
                                        </p:tgtEl>
                                      </p:cBhvr>
                                    </p:animEffect>
                                  </p:childTnLst>
                                </p:cTn>
                              </p:par>
                            </p:childTnLst>
                          </p:cTn>
                        </p:par>
                        <p:par>
                          <p:cTn id="152" fill="hold">
                            <p:stCondLst>
                              <p:cond delay="9700"/>
                            </p:stCondLst>
                            <p:childTnLst>
                              <p:par>
                                <p:cTn id="153" presetID="22" presetClass="entr" presetSubtype="2" fill="hold" grpId="0" nodeType="afterEffect">
                                  <p:stCondLst>
                                    <p:cond delay="250"/>
                                  </p:stCondLst>
                                  <p:childTnLst>
                                    <p:set>
                                      <p:cBhvr>
                                        <p:cTn id="154" dur="1" fill="hold">
                                          <p:stCondLst>
                                            <p:cond delay="0"/>
                                          </p:stCondLst>
                                        </p:cTn>
                                        <p:tgtEl>
                                          <p:spTgt spid="43"/>
                                        </p:tgtEl>
                                        <p:attrNameLst>
                                          <p:attrName>style.visibility</p:attrName>
                                        </p:attrNameLst>
                                      </p:cBhvr>
                                      <p:to>
                                        <p:strVal val="visible"/>
                                      </p:to>
                                    </p:set>
                                    <p:animEffect transition="in" filter="wipe(right)">
                                      <p:cBhvr>
                                        <p:cTn id="155" dur="500"/>
                                        <p:tgtEl>
                                          <p:spTgt spid="43"/>
                                        </p:tgtEl>
                                      </p:cBhvr>
                                    </p:animEffect>
                                  </p:childTnLst>
                                </p:cTn>
                              </p:par>
                            </p:childTnLst>
                          </p:cTn>
                        </p:par>
                        <p:par>
                          <p:cTn id="156" fill="hold">
                            <p:stCondLst>
                              <p:cond delay="10450"/>
                            </p:stCondLst>
                            <p:childTnLst>
                              <p:par>
                                <p:cTn id="157" presetID="2" presetClass="entr" presetSubtype="8" decel="100000" fill="hold" grpId="0" nodeType="afterEffect">
                                  <p:stCondLst>
                                    <p:cond delay="0"/>
                                  </p:stCondLst>
                                  <p:iterate type="wd">
                                    <p:tmPct val="10000"/>
                                  </p:iterate>
                                  <p:childTnLst>
                                    <p:set>
                                      <p:cBhvr>
                                        <p:cTn id="158" dur="1" fill="hold">
                                          <p:stCondLst>
                                            <p:cond delay="0"/>
                                          </p:stCondLst>
                                        </p:cTn>
                                        <p:tgtEl>
                                          <p:spTgt spid="34">
                                            <p:txEl>
                                              <p:pRg st="0" end="0"/>
                                            </p:txEl>
                                          </p:spTgt>
                                        </p:tgtEl>
                                        <p:attrNameLst>
                                          <p:attrName>style.visibility</p:attrName>
                                        </p:attrNameLst>
                                      </p:cBhvr>
                                      <p:to>
                                        <p:strVal val="visible"/>
                                      </p:to>
                                    </p:set>
                                    <p:anim calcmode="lin" valueType="num">
                                      <p:cBhvr additive="base">
                                        <p:cTn id="159"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160" dur="500" fill="hold"/>
                                        <p:tgtEl>
                                          <p:spTgt spid="34">
                                            <p:txEl>
                                              <p:pRg st="0" end="0"/>
                                            </p:txEl>
                                          </p:spTgt>
                                        </p:tgtEl>
                                        <p:attrNameLst>
                                          <p:attrName>ppt_y</p:attrName>
                                        </p:attrNameLst>
                                      </p:cBhvr>
                                      <p:tavLst>
                                        <p:tav tm="0">
                                          <p:val>
                                            <p:strVal val="#ppt_y"/>
                                          </p:val>
                                        </p:tav>
                                        <p:tav tm="100000">
                                          <p:val>
                                            <p:strVal val="#ppt_y"/>
                                          </p:val>
                                        </p:tav>
                                      </p:tavLst>
                                    </p:anim>
                                  </p:childTnLst>
                                </p:cTn>
                              </p:par>
                              <p:par>
                                <p:cTn id="161" presetID="2" presetClass="entr" presetSubtype="8" decel="100000" fill="hold" grpId="0" nodeType="withEffect">
                                  <p:stCondLst>
                                    <p:cond delay="0"/>
                                  </p:stCondLst>
                                  <p:iterate type="wd">
                                    <p:tmPct val="10000"/>
                                  </p:iterate>
                                  <p:childTnLst>
                                    <p:set>
                                      <p:cBhvr>
                                        <p:cTn id="162" dur="1" fill="hold">
                                          <p:stCondLst>
                                            <p:cond delay="0"/>
                                          </p:stCondLst>
                                        </p:cTn>
                                        <p:tgtEl>
                                          <p:spTgt spid="36"/>
                                        </p:tgtEl>
                                        <p:attrNameLst>
                                          <p:attrName>style.visibility</p:attrName>
                                        </p:attrNameLst>
                                      </p:cBhvr>
                                      <p:to>
                                        <p:strVal val="visible"/>
                                      </p:to>
                                    </p:set>
                                    <p:anim calcmode="lin" valueType="num">
                                      <p:cBhvr additive="base">
                                        <p:cTn id="163" dur="500" fill="hold"/>
                                        <p:tgtEl>
                                          <p:spTgt spid="36"/>
                                        </p:tgtEl>
                                        <p:attrNameLst>
                                          <p:attrName>ppt_x</p:attrName>
                                        </p:attrNameLst>
                                      </p:cBhvr>
                                      <p:tavLst>
                                        <p:tav tm="0">
                                          <p:val>
                                            <p:strVal val="0-#ppt_w/2"/>
                                          </p:val>
                                        </p:tav>
                                        <p:tav tm="100000">
                                          <p:val>
                                            <p:strVal val="#ppt_x"/>
                                          </p:val>
                                        </p:tav>
                                      </p:tavLst>
                                    </p:anim>
                                    <p:anim calcmode="lin" valueType="num">
                                      <p:cBhvr additive="base">
                                        <p:cTn id="164" dur="500" fill="hold"/>
                                        <p:tgtEl>
                                          <p:spTgt spid="36"/>
                                        </p:tgtEl>
                                        <p:attrNameLst>
                                          <p:attrName>ppt_y</p:attrName>
                                        </p:attrNameLst>
                                      </p:cBhvr>
                                      <p:tavLst>
                                        <p:tav tm="0">
                                          <p:val>
                                            <p:strVal val="#ppt_y"/>
                                          </p:val>
                                        </p:tav>
                                        <p:tav tm="100000">
                                          <p:val>
                                            <p:strVal val="#ppt_y"/>
                                          </p:val>
                                        </p:tav>
                                      </p:tavLst>
                                    </p:anim>
                                  </p:childTnLst>
                                </p:cTn>
                              </p:par>
                            </p:childTnLst>
                          </p:cTn>
                        </p:par>
                        <p:par>
                          <p:cTn id="165" fill="hold">
                            <p:stCondLst>
                              <p:cond delay="11050"/>
                            </p:stCondLst>
                            <p:childTnLst>
                              <p:par>
                                <p:cTn id="166" presetID="22" presetClass="entr" presetSubtype="8" fill="hold" grpId="0" nodeType="afterEffect">
                                  <p:stCondLst>
                                    <p:cond delay="0"/>
                                  </p:stCondLst>
                                  <p:childTnLst>
                                    <p:set>
                                      <p:cBhvr>
                                        <p:cTn id="167" dur="1" fill="hold">
                                          <p:stCondLst>
                                            <p:cond delay="0"/>
                                          </p:stCondLst>
                                        </p:cTn>
                                        <p:tgtEl>
                                          <p:spTgt spid="35">
                                            <p:txEl>
                                              <p:pRg st="0" end="0"/>
                                            </p:txEl>
                                          </p:spTgt>
                                        </p:tgtEl>
                                        <p:attrNameLst>
                                          <p:attrName>style.visibility</p:attrName>
                                        </p:attrNameLst>
                                      </p:cBhvr>
                                      <p:to>
                                        <p:strVal val="visible"/>
                                      </p:to>
                                    </p:set>
                                    <p:animEffect transition="in" filter="wipe(left)">
                                      <p:cBhvr>
                                        <p:cTn id="168" dur="500"/>
                                        <p:tgtEl>
                                          <p:spTgt spid="35">
                                            <p:txEl>
                                              <p:pRg st="0" end="0"/>
                                            </p:txEl>
                                          </p:spTgt>
                                        </p:tgtEl>
                                      </p:cBhvr>
                                    </p:animEffect>
                                  </p:childTnLst>
                                </p:cTn>
                              </p:par>
                            </p:childTnLst>
                          </p:cTn>
                        </p:par>
                        <p:par>
                          <p:cTn id="169" fill="hold">
                            <p:stCondLst>
                              <p:cond delay="11550"/>
                            </p:stCondLst>
                            <p:childTnLst>
                              <p:par>
                                <p:cTn id="170" presetID="22" presetClass="entr" presetSubtype="2" fill="hold" grpId="0" nodeType="afterEffect">
                                  <p:stCondLst>
                                    <p:cond delay="250"/>
                                  </p:stCondLst>
                                  <p:childTnLst>
                                    <p:set>
                                      <p:cBhvr>
                                        <p:cTn id="171" dur="1" fill="hold">
                                          <p:stCondLst>
                                            <p:cond delay="0"/>
                                          </p:stCondLst>
                                        </p:cTn>
                                        <p:tgtEl>
                                          <p:spTgt spid="44"/>
                                        </p:tgtEl>
                                        <p:attrNameLst>
                                          <p:attrName>style.visibility</p:attrName>
                                        </p:attrNameLst>
                                      </p:cBhvr>
                                      <p:to>
                                        <p:strVal val="visible"/>
                                      </p:to>
                                    </p:set>
                                    <p:animEffect transition="in" filter="wipe(right)">
                                      <p:cBhvr>
                                        <p:cTn id="172" dur="500"/>
                                        <p:tgtEl>
                                          <p:spTgt spid="44"/>
                                        </p:tgtEl>
                                      </p:cBhvr>
                                    </p:animEffect>
                                  </p:childTnLst>
                                </p:cTn>
                              </p:par>
                            </p:childTnLst>
                          </p:cTn>
                        </p:par>
                        <p:par>
                          <p:cTn id="173" fill="hold">
                            <p:stCondLst>
                              <p:cond delay="12300"/>
                            </p:stCondLst>
                            <p:childTnLst>
                              <p:par>
                                <p:cTn id="174" presetID="2" presetClass="entr" presetSubtype="8" decel="100000" fill="hold" grpId="0" nodeType="afterEffect">
                                  <p:stCondLst>
                                    <p:cond delay="0"/>
                                  </p:stCondLst>
                                  <p:iterate type="wd">
                                    <p:tmPct val="10000"/>
                                  </p:iterate>
                                  <p:childTnLst>
                                    <p:set>
                                      <p:cBhvr>
                                        <p:cTn id="175" dur="1" fill="hold">
                                          <p:stCondLst>
                                            <p:cond delay="0"/>
                                          </p:stCondLst>
                                        </p:cTn>
                                        <p:tgtEl>
                                          <p:spTgt spid="31">
                                            <p:txEl>
                                              <p:pRg st="0" end="0"/>
                                            </p:txEl>
                                          </p:spTgt>
                                        </p:tgtEl>
                                        <p:attrNameLst>
                                          <p:attrName>style.visibility</p:attrName>
                                        </p:attrNameLst>
                                      </p:cBhvr>
                                      <p:to>
                                        <p:strVal val="visible"/>
                                      </p:to>
                                    </p:set>
                                    <p:anim calcmode="lin" valueType="num">
                                      <p:cBhvr additive="base">
                                        <p:cTn id="176" dur="500" fill="hold"/>
                                        <p:tgtEl>
                                          <p:spTgt spid="31">
                                            <p:txEl>
                                              <p:pRg st="0" end="0"/>
                                            </p:txEl>
                                          </p:spTgt>
                                        </p:tgtEl>
                                        <p:attrNameLst>
                                          <p:attrName>ppt_x</p:attrName>
                                        </p:attrNameLst>
                                      </p:cBhvr>
                                      <p:tavLst>
                                        <p:tav tm="0">
                                          <p:val>
                                            <p:strVal val="0-#ppt_w/2"/>
                                          </p:val>
                                        </p:tav>
                                        <p:tav tm="100000">
                                          <p:val>
                                            <p:strVal val="#ppt_x"/>
                                          </p:val>
                                        </p:tav>
                                      </p:tavLst>
                                    </p:anim>
                                    <p:anim calcmode="lin" valueType="num">
                                      <p:cBhvr additive="base">
                                        <p:cTn id="177" dur="500" fill="hold"/>
                                        <p:tgtEl>
                                          <p:spTgt spid="31">
                                            <p:txEl>
                                              <p:pRg st="0" end="0"/>
                                            </p:txEl>
                                          </p:spTgt>
                                        </p:tgtEl>
                                        <p:attrNameLst>
                                          <p:attrName>ppt_y</p:attrName>
                                        </p:attrNameLst>
                                      </p:cBhvr>
                                      <p:tavLst>
                                        <p:tav tm="0">
                                          <p:val>
                                            <p:strVal val="#ppt_y"/>
                                          </p:val>
                                        </p:tav>
                                        <p:tav tm="100000">
                                          <p:val>
                                            <p:strVal val="#ppt_y"/>
                                          </p:val>
                                        </p:tav>
                                      </p:tavLst>
                                    </p:anim>
                                  </p:childTnLst>
                                </p:cTn>
                              </p:par>
                              <p:par>
                                <p:cTn id="178" presetID="2" presetClass="entr" presetSubtype="8" decel="100000" fill="hold" grpId="0" nodeType="withEffect">
                                  <p:stCondLst>
                                    <p:cond delay="0"/>
                                  </p:stCondLst>
                                  <p:iterate type="wd">
                                    <p:tmPct val="10000"/>
                                  </p:iterate>
                                  <p:childTnLst>
                                    <p:set>
                                      <p:cBhvr>
                                        <p:cTn id="179" dur="1" fill="hold">
                                          <p:stCondLst>
                                            <p:cond delay="0"/>
                                          </p:stCondLst>
                                        </p:cTn>
                                        <p:tgtEl>
                                          <p:spTgt spid="33"/>
                                        </p:tgtEl>
                                        <p:attrNameLst>
                                          <p:attrName>style.visibility</p:attrName>
                                        </p:attrNameLst>
                                      </p:cBhvr>
                                      <p:to>
                                        <p:strVal val="visible"/>
                                      </p:to>
                                    </p:set>
                                    <p:anim calcmode="lin" valueType="num">
                                      <p:cBhvr additive="base">
                                        <p:cTn id="180" dur="500" fill="hold"/>
                                        <p:tgtEl>
                                          <p:spTgt spid="33"/>
                                        </p:tgtEl>
                                        <p:attrNameLst>
                                          <p:attrName>ppt_x</p:attrName>
                                        </p:attrNameLst>
                                      </p:cBhvr>
                                      <p:tavLst>
                                        <p:tav tm="0">
                                          <p:val>
                                            <p:strVal val="0-#ppt_w/2"/>
                                          </p:val>
                                        </p:tav>
                                        <p:tav tm="100000">
                                          <p:val>
                                            <p:strVal val="#ppt_x"/>
                                          </p:val>
                                        </p:tav>
                                      </p:tavLst>
                                    </p:anim>
                                    <p:anim calcmode="lin" valueType="num">
                                      <p:cBhvr additive="base">
                                        <p:cTn id="181" dur="500" fill="hold"/>
                                        <p:tgtEl>
                                          <p:spTgt spid="33"/>
                                        </p:tgtEl>
                                        <p:attrNameLst>
                                          <p:attrName>ppt_y</p:attrName>
                                        </p:attrNameLst>
                                      </p:cBhvr>
                                      <p:tavLst>
                                        <p:tav tm="0">
                                          <p:val>
                                            <p:strVal val="#ppt_y"/>
                                          </p:val>
                                        </p:tav>
                                        <p:tav tm="100000">
                                          <p:val>
                                            <p:strVal val="#ppt_y"/>
                                          </p:val>
                                        </p:tav>
                                      </p:tavLst>
                                    </p:anim>
                                  </p:childTnLst>
                                </p:cTn>
                              </p:par>
                            </p:childTnLst>
                          </p:cTn>
                        </p:par>
                        <p:par>
                          <p:cTn id="182" fill="hold">
                            <p:stCondLst>
                              <p:cond delay="12900"/>
                            </p:stCondLst>
                            <p:childTnLst>
                              <p:par>
                                <p:cTn id="183" presetID="22" presetClass="entr" presetSubtype="8" fill="hold" grpId="0" nodeType="afterEffect">
                                  <p:stCondLst>
                                    <p:cond delay="0"/>
                                  </p:stCondLst>
                                  <p:childTnLst>
                                    <p:set>
                                      <p:cBhvr>
                                        <p:cTn id="184" dur="1" fill="hold">
                                          <p:stCondLst>
                                            <p:cond delay="0"/>
                                          </p:stCondLst>
                                        </p:cTn>
                                        <p:tgtEl>
                                          <p:spTgt spid="32">
                                            <p:txEl>
                                              <p:pRg st="0" end="0"/>
                                            </p:txEl>
                                          </p:spTgt>
                                        </p:tgtEl>
                                        <p:attrNameLst>
                                          <p:attrName>style.visibility</p:attrName>
                                        </p:attrNameLst>
                                      </p:cBhvr>
                                      <p:to>
                                        <p:strVal val="visible"/>
                                      </p:to>
                                    </p:set>
                                    <p:animEffect transition="in" filter="wipe(left)">
                                      <p:cBhvr>
                                        <p:cTn id="185" dur="500"/>
                                        <p:tgtEl>
                                          <p:spTgt spid="32">
                                            <p:txEl>
                                              <p:pRg st="0" end="0"/>
                                            </p:txEl>
                                          </p:spTgt>
                                        </p:tgtEl>
                                      </p:cBhvr>
                                    </p:animEffect>
                                  </p:childTnLst>
                                </p:cTn>
                              </p:par>
                            </p:childTnLst>
                          </p:cTn>
                        </p:par>
                        <p:par>
                          <p:cTn id="186" fill="hold">
                            <p:stCondLst>
                              <p:cond delay="13400"/>
                            </p:stCondLst>
                            <p:childTnLst>
                              <p:par>
                                <p:cTn id="187" presetID="22" presetClass="entr" presetSubtype="2" fill="hold" grpId="0" nodeType="afterEffect">
                                  <p:stCondLst>
                                    <p:cond delay="250"/>
                                  </p:stCondLst>
                                  <p:childTnLst>
                                    <p:set>
                                      <p:cBhvr>
                                        <p:cTn id="188" dur="1" fill="hold">
                                          <p:stCondLst>
                                            <p:cond delay="0"/>
                                          </p:stCondLst>
                                        </p:cTn>
                                        <p:tgtEl>
                                          <p:spTgt spid="45"/>
                                        </p:tgtEl>
                                        <p:attrNameLst>
                                          <p:attrName>style.visibility</p:attrName>
                                        </p:attrNameLst>
                                      </p:cBhvr>
                                      <p:to>
                                        <p:strVal val="visible"/>
                                      </p:to>
                                    </p:set>
                                    <p:animEffect transition="in" filter="wipe(right)">
                                      <p:cBhvr>
                                        <p:cTn id="189" dur="500"/>
                                        <p:tgtEl>
                                          <p:spTgt spid="45"/>
                                        </p:tgtEl>
                                      </p:cBhvr>
                                    </p:animEffect>
                                  </p:childTnLst>
                                </p:cTn>
                              </p:par>
                            </p:childTnLst>
                          </p:cTn>
                        </p:par>
                        <p:par>
                          <p:cTn id="190" fill="hold">
                            <p:stCondLst>
                              <p:cond delay="14150"/>
                            </p:stCondLst>
                            <p:childTnLst>
                              <p:par>
                                <p:cTn id="191" presetID="2" presetClass="entr" presetSubtype="8" decel="100000" fill="hold" grpId="0" nodeType="afterEffect">
                                  <p:stCondLst>
                                    <p:cond delay="0"/>
                                  </p:stCondLst>
                                  <p:iterate type="wd">
                                    <p:tmPct val="10000"/>
                                  </p:iterate>
                                  <p:childTnLst>
                                    <p:set>
                                      <p:cBhvr>
                                        <p:cTn id="192" dur="1" fill="hold">
                                          <p:stCondLst>
                                            <p:cond delay="0"/>
                                          </p:stCondLst>
                                        </p:cTn>
                                        <p:tgtEl>
                                          <p:spTgt spid="28">
                                            <p:txEl>
                                              <p:pRg st="0" end="0"/>
                                            </p:txEl>
                                          </p:spTgt>
                                        </p:tgtEl>
                                        <p:attrNameLst>
                                          <p:attrName>style.visibility</p:attrName>
                                        </p:attrNameLst>
                                      </p:cBhvr>
                                      <p:to>
                                        <p:strVal val="visible"/>
                                      </p:to>
                                    </p:set>
                                    <p:anim calcmode="lin" valueType="num">
                                      <p:cBhvr additive="base">
                                        <p:cTn id="193" dur="500" fill="hold"/>
                                        <p:tgtEl>
                                          <p:spTgt spid="28">
                                            <p:txEl>
                                              <p:pRg st="0" end="0"/>
                                            </p:txEl>
                                          </p:spTgt>
                                        </p:tgtEl>
                                        <p:attrNameLst>
                                          <p:attrName>ppt_x</p:attrName>
                                        </p:attrNameLst>
                                      </p:cBhvr>
                                      <p:tavLst>
                                        <p:tav tm="0">
                                          <p:val>
                                            <p:strVal val="0-#ppt_w/2"/>
                                          </p:val>
                                        </p:tav>
                                        <p:tav tm="100000">
                                          <p:val>
                                            <p:strVal val="#ppt_x"/>
                                          </p:val>
                                        </p:tav>
                                      </p:tavLst>
                                    </p:anim>
                                    <p:anim calcmode="lin" valueType="num">
                                      <p:cBhvr additive="base">
                                        <p:cTn id="194" dur="500" fill="hold"/>
                                        <p:tgtEl>
                                          <p:spTgt spid="28">
                                            <p:txEl>
                                              <p:pRg st="0" end="0"/>
                                            </p:txEl>
                                          </p:spTgt>
                                        </p:tgtEl>
                                        <p:attrNameLst>
                                          <p:attrName>ppt_y</p:attrName>
                                        </p:attrNameLst>
                                      </p:cBhvr>
                                      <p:tavLst>
                                        <p:tav tm="0">
                                          <p:val>
                                            <p:strVal val="#ppt_y"/>
                                          </p:val>
                                        </p:tav>
                                        <p:tav tm="100000">
                                          <p:val>
                                            <p:strVal val="#ppt_y"/>
                                          </p:val>
                                        </p:tav>
                                      </p:tavLst>
                                    </p:anim>
                                  </p:childTnLst>
                                </p:cTn>
                              </p:par>
                              <p:par>
                                <p:cTn id="195" presetID="2" presetClass="entr" presetSubtype="8" decel="100000" fill="hold" grpId="0" nodeType="withEffect">
                                  <p:stCondLst>
                                    <p:cond delay="0"/>
                                  </p:stCondLst>
                                  <p:iterate type="wd">
                                    <p:tmPct val="10000"/>
                                  </p:iterate>
                                  <p:childTnLst>
                                    <p:set>
                                      <p:cBhvr>
                                        <p:cTn id="196" dur="1" fill="hold">
                                          <p:stCondLst>
                                            <p:cond delay="0"/>
                                          </p:stCondLst>
                                        </p:cTn>
                                        <p:tgtEl>
                                          <p:spTgt spid="30"/>
                                        </p:tgtEl>
                                        <p:attrNameLst>
                                          <p:attrName>style.visibility</p:attrName>
                                        </p:attrNameLst>
                                      </p:cBhvr>
                                      <p:to>
                                        <p:strVal val="visible"/>
                                      </p:to>
                                    </p:set>
                                    <p:anim calcmode="lin" valueType="num">
                                      <p:cBhvr additive="base">
                                        <p:cTn id="197" dur="500" fill="hold"/>
                                        <p:tgtEl>
                                          <p:spTgt spid="30"/>
                                        </p:tgtEl>
                                        <p:attrNameLst>
                                          <p:attrName>ppt_x</p:attrName>
                                        </p:attrNameLst>
                                      </p:cBhvr>
                                      <p:tavLst>
                                        <p:tav tm="0">
                                          <p:val>
                                            <p:strVal val="0-#ppt_w/2"/>
                                          </p:val>
                                        </p:tav>
                                        <p:tav tm="100000">
                                          <p:val>
                                            <p:strVal val="#ppt_x"/>
                                          </p:val>
                                        </p:tav>
                                      </p:tavLst>
                                    </p:anim>
                                    <p:anim calcmode="lin" valueType="num">
                                      <p:cBhvr additive="base">
                                        <p:cTn id="198" dur="500" fill="hold"/>
                                        <p:tgtEl>
                                          <p:spTgt spid="30"/>
                                        </p:tgtEl>
                                        <p:attrNameLst>
                                          <p:attrName>ppt_y</p:attrName>
                                        </p:attrNameLst>
                                      </p:cBhvr>
                                      <p:tavLst>
                                        <p:tav tm="0">
                                          <p:val>
                                            <p:strVal val="#ppt_y"/>
                                          </p:val>
                                        </p:tav>
                                        <p:tav tm="100000">
                                          <p:val>
                                            <p:strVal val="#ppt_y"/>
                                          </p:val>
                                        </p:tav>
                                      </p:tavLst>
                                    </p:anim>
                                  </p:childTnLst>
                                </p:cTn>
                              </p:par>
                            </p:childTnLst>
                          </p:cTn>
                        </p:par>
                        <p:par>
                          <p:cTn id="199" fill="hold">
                            <p:stCondLst>
                              <p:cond delay="14750"/>
                            </p:stCondLst>
                            <p:childTnLst>
                              <p:par>
                                <p:cTn id="200" presetID="22" presetClass="entr" presetSubtype="8" fill="hold" grpId="0" nodeType="afterEffect">
                                  <p:stCondLst>
                                    <p:cond delay="0"/>
                                  </p:stCondLst>
                                  <p:childTnLst>
                                    <p:set>
                                      <p:cBhvr>
                                        <p:cTn id="201" dur="1" fill="hold">
                                          <p:stCondLst>
                                            <p:cond delay="0"/>
                                          </p:stCondLst>
                                        </p:cTn>
                                        <p:tgtEl>
                                          <p:spTgt spid="29">
                                            <p:txEl>
                                              <p:pRg st="0" end="0"/>
                                            </p:txEl>
                                          </p:spTgt>
                                        </p:tgtEl>
                                        <p:attrNameLst>
                                          <p:attrName>style.visibility</p:attrName>
                                        </p:attrNameLst>
                                      </p:cBhvr>
                                      <p:to>
                                        <p:strVal val="visible"/>
                                      </p:to>
                                    </p:set>
                                    <p:animEffect transition="in" filter="wipe(left)">
                                      <p:cBhvr>
                                        <p:cTn id="202"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2" grpId="0" animBg="1"/>
      <p:bldP spid="13" grpId="0" animBg="1"/>
      <p:bldP spid="14" grpId="0" animBg="1"/>
      <p:bldP spid="11" grpId="0" animBg="1"/>
      <p:bldP spid="10" grpId="0" animBg="1"/>
      <p:bldP spid="9" grpId="0" animBg="1"/>
      <p:bldP spid="5" grpId="0" animBg="1"/>
      <p:bldP spid="16"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7" grpId="0" build="p">
        <p:tmplLst>
          <p:tmpl lvl="1">
            <p:tnLst>
              <p:par>
                <p:cTn presetID="2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18" grpId="0" animBg="1"/>
      <p:bldP spid="2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4" grpId="0" animBg="1"/>
      <p:bldP spid="25"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2" presetClass="entr" presetSubtype="8"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P spid="27" grpId="0" animBg="1"/>
      <p:bldP spid="28"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0-#ppt_w/2"/>
                          </p:val>
                        </p:tav>
                        <p:tav tm="100000">
                          <p:val>
                            <p:strVal val="#ppt_x"/>
                          </p:val>
                        </p:tav>
                      </p:tavLst>
                    </p:anim>
                    <p:anim calcmode="lin" valueType="num">
                      <p:cBhvr additive="base">
                        <p:cTn dur="500" fill="hold"/>
                        <p:tgtEl>
                          <p:spTgt spid="28"/>
                        </p:tgtEl>
                        <p:attrNameLst>
                          <p:attrName>ppt_y</p:attrName>
                        </p:attrNameLst>
                      </p:cBhvr>
                      <p:tavLst>
                        <p:tav tm="0">
                          <p:val>
                            <p:strVal val="#ppt_y"/>
                          </p:val>
                        </p:tav>
                        <p:tav tm="100000">
                          <p:val>
                            <p:strVal val="#ppt_y"/>
                          </p:val>
                        </p:tav>
                      </p:tavLst>
                    </p:anim>
                  </p:childTnLst>
                </p:cTn>
              </p:par>
            </p:tnLst>
          </p:tmpl>
        </p:tmplLst>
      </p:bldP>
      <p:bldP spid="29" grpId="0" build="p">
        <p:tmplLst>
          <p:tmpl lvl="1">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P spid="30" grpId="0" animBg="1"/>
      <p:bldP spid="31"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0-#ppt_w/2"/>
                          </p:val>
                        </p:tav>
                        <p:tav tm="100000">
                          <p:val>
                            <p:strVal val="#ppt_x"/>
                          </p:val>
                        </p:tav>
                      </p:tavLst>
                    </p:anim>
                    <p:anim calcmode="lin" valueType="num">
                      <p:cBhvr additive="base">
                        <p:cTn dur="500" fill="hold"/>
                        <p:tgtEl>
                          <p:spTgt spid="31"/>
                        </p:tgtEl>
                        <p:attrNameLst>
                          <p:attrName>ppt_y</p:attrName>
                        </p:attrNameLst>
                      </p:cBhvr>
                      <p:tavLst>
                        <p:tav tm="0">
                          <p:val>
                            <p:strVal val="#ppt_y"/>
                          </p:val>
                        </p:tav>
                        <p:tav tm="100000">
                          <p:val>
                            <p:strVal val="#ppt_y"/>
                          </p:val>
                        </p:tav>
                      </p:tavLst>
                    </p:anim>
                  </p:childTnLst>
                </p:cTn>
              </p:par>
            </p:tnLst>
          </p:tmpl>
        </p:tmplLst>
      </p:bldP>
      <p:bldP spid="32" grpId="0" build="p">
        <p:tmplLst>
          <p:tmpl lvl="1">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animBg="1"/>
      <p:bldP spid="34"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0-#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animBg="1"/>
      <p:bldP spid="39" grpId="0" animBg="1"/>
      <p:bldP spid="41" grpId="0" animBg="1"/>
      <p:bldP spid="43" grpId="0" animBg="1"/>
      <p:bldP spid="44" grpId="0" animBg="1"/>
      <p:bldP spid="45" grpId="0" animBg="1"/>
      <p:bldP spid="46" grpId="0" animBg="1"/>
      <p:bldP spid="47" grpId="0"/>
      <p:bldP spid="48" grpId="0"/>
      <p:bldP spid="49" grpId="0"/>
      <p:bldP spid="50" grpId="0"/>
      <p:bldP spid="51" grpId="0"/>
      <p:bldP spid="52" grpId="0"/>
      <p:bldP spid="53" grpId="0" build="p">
        <p:tmplLst>
          <p:tmpl lvl="1">
            <p:tnLst>
              <p:par>
                <p:cTn presetID="53" presetClass="entr" presetSubtype="16" fill="hold" nodeType="withEffect">
                  <p:stCondLst>
                    <p:cond delay="250"/>
                  </p:stCondLst>
                  <p:iterate type="lt">
                    <p:tmPct val="10000"/>
                  </p:iterate>
                  <p:childTnLst>
                    <p:set>
                      <p:cBhvr>
                        <p:cTn dur="1" fill="hold">
                          <p:stCondLst>
                            <p:cond delay="0"/>
                          </p:stCondLst>
                        </p:cTn>
                        <p:tgtEl>
                          <p:spTgt spid="53"/>
                        </p:tgtEl>
                        <p:attrNameLst>
                          <p:attrName>style.visibility</p:attrName>
                        </p:attrNameLst>
                      </p:cBhvr>
                      <p:to>
                        <p:strVal val="visible"/>
                      </p:to>
                    </p:set>
                    <p:anim calcmode="lin" valueType="num">
                      <p:cBhvr>
                        <p:cTn dur="500" fill="hold"/>
                        <p:tgtEl>
                          <p:spTgt spid="53"/>
                        </p:tgtEl>
                        <p:attrNameLst>
                          <p:attrName>ppt_w</p:attrName>
                        </p:attrNameLst>
                      </p:cBhvr>
                      <p:tavLst>
                        <p:tav tm="0">
                          <p:val>
                            <p:fltVal val="0"/>
                          </p:val>
                        </p:tav>
                        <p:tav tm="100000">
                          <p:val>
                            <p:strVal val="#ppt_w"/>
                          </p:val>
                        </p:tav>
                      </p:tavLst>
                    </p:anim>
                    <p:anim calcmode="lin" valueType="num">
                      <p:cBhvr>
                        <p:cTn dur="500" fill="hold"/>
                        <p:tgtEl>
                          <p:spTgt spid="53"/>
                        </p:tgtEl>
                        <p:attrNameLst>
                          <p:attrName>ppt_h</p:attrName>
                        </p:attrNameLst>
                      </p:cBhvr>
                      <p:tavLst>
                        <p:tav tm="0">
                          <p:val>
                            <p:fltVal val="0"/>
                          </p:val>
                        </p:tav>
                        <p:tav tm="100000">
                          <p:val>
                            <p:strVal val="#ppt_h"/>
                          </p:val>
                        </p:tav>
                      </p:tavLst>
                    </p:anim>
                    <p:animEffect transition="in" filter="fade">
                      <p:cBhvr>
                        <p:cTn dur="500"/>
                        <p:tgtEl>
                          <p:spTgt spid="53"/>
                        </p:tgtEl>
                      </p:cBhvr>
                    </p:animEffect>
                  </p:childTnLst>
                </p:cTn>
              </p:par>
            </p:tnLst>
          </p:tmpl>
        </p:tmplLst>
      </p:bldP>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WOT">
    <p:spTree>
      <p:nvGrpSpPr>
        <p:cNvPr id="1" name=""/>
        <p:cNvGrpSpPr/>
        <p:nvPr/>
      </p:nvGrpSpPr>
      <p:grpSpPr>
        <a:xfrm>
          <a:off x="0" y="0"/>
          <a:ext cx="0" cy="0"/>
          <a:chOff x="0" y="0"/>
          <a:chExt cx="0" cy="0"/>
        </a:xfrm>
      </p:grpSpPr>
      <p:sp>
        <p:nvSpPr>
          <p:cNvPr id="24" name="正方形/長方形 23"/>
          <p:cNvSpPr/>
          <p:nvPr userDrawn="1"/>
        </p:nvSpPr>
        <p:spPr>
          <a:xfrm>
            <a:off x="0" y="5160785"/>
            <a:ext cx="7773622" cy="2739165"/>
          </a:xfrm>
          <a:prstGeom prst="rect">
            <a:avLst/>
          </a:prstGeom>
          <a:solidFill>
            <a:schemeClr val="accent3">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6" name="正方形/長方形 35"/>
          <p:cNvSpPr/>
          <p:nvPr userDrawn="1"/>
        </p:nvSpPr>
        <p:spPr>
          <a:xfrm>
            <a:off x="0" y="2421624"/>
            <a:ext cx="7773622" cy="2739165"/>
          </a:xfrm>
          <a:prstGeom prst="rect">
            <a:avLst/>
          </a:prstGeom>
          <a:solidFill>
            <a:schemeClr val="accent5">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6" name="正方形/長方形 25"/>
          <p:cNvSpPr/>
          <p:nvPr userDrawn="1"/>
        </p:nvSpPr>
        <p:spPr>
          <a:xfrm>
            <a:off x="10512792" y="5160783"/>
            <a:ext cx="7773621" cy="2739165"/>
          </a:xfrm>
          <a:prstGeom prst="rect">
            <a:avLst/>
          </a:prstGeom>
          <a:solidFill>
            <a:schemeClr val="accent2">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4" name="直角三角形 33"/>
          <p:cNvSpPr/>
          <p:nvPr userDrawn="1"/>
        </p:nvSpPr>
        <p:spPr>
          <a:xfrm rot="13500000">
            <a:off x="9713304" y="5561922"/>
            <a:ext cx="1936884" cy="1936884"/>
          </a:xfrm>
          <a:prstGeom prst="rtTriangle">
            <a:avLst/>
          </a:prstGeom>
          <a:solidFill>
            <a:schemeClr val="accent2">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25" name="正方形/長方形 24"/>
          <p:cNvSpPr/>
          <p:nvPr userDrawn="1"/>
        </p:nvSpPr>
        <p:spPr>
          <a:xfrm>
            <a:off x="10512791" y="2421618"/>
            <a:ext cx="7773621" cy="2739165"/>
          </a:xfrm>
          <a:prstGeom prst="rect">
            <a:avLst/>
          </a:prstGeom>
          <a:solidFill>
            <a:schemeClr val="accent1">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3" name="直角三角形 32"/>
          <p:cNvSpPr/>
          <p:nvPr userDrawn="1"/>
        </p:nvSpPr>
        <p:spPr>
          <a:xfrm rot="13500000">
            <a:off x="9713304" y="2822754"/>
            <a:ext cx="1936884" cy="1936884"/>
          </a:xfrm>
          <a:prstGeom prst="rtTriangle">
            <a:avLst/>
          </a:prstGeom>
          <a:solidFill>
            <a:schemeClr val="accent1">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30" name="直角三角形 29"/>
          <p:cNvSpPr/>
          <p:nvPr userDrawn="1"/>
        </p:nvSpPr>
        <p:spPr>
          <a:xfrm rot="2700000">
            <a:off x="6638095" y="5561922"/>
            <a:ext cx="1936884" cy="1936884"/>
          </a:xfrm>
          <a:prstGeom prst="rtTriangle">
            <a:avLst/>
          </a:prstGeom>
          <a:solidFill>
            <a:schemeClr val="accent3">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29" name="直角三角形 28"/>
          <p:cNvSpPr/>
          <p:nvPr userDrawn="1"/>
        </p:nvSpPr>
        <p:spPr>
          <a:xfrm rot="2700000">
            <a:off x="6638095" y="2822754"/>
            <a:ext cx="1936884" cy="1936884"/>
          </a:xfrm>
          <a:prstGeom prst="rtTriangle">
            <a:avLst/>
          </a:prstGeom>
          <a:solidFill>
            <a:schemeClr val="accent5">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9" name="直角三角形 8"/>
          <p:cNvSpPr/>
          <p:nvPr userDrawn="1"/>
        </p:nvSpPr>
        <p:spPr>
          <a:xfrm rot="2700000">
            <a:off x="6805180" y="2822762"/>
            <a:ext cx="1936884" cy="1936884"/>
          </a:xfrm>
          <a:prstGeom prst="rtTriangle">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5" name="直角三角形 4"/>
          <p:cNvSpPr/>
          <p:nvPr userDrawn="1"/>
        </p:nvSpPr>
        <p:spPr>
          <a:xfrm rot="13500000">
            <a:off x="6805180" y="2822762"/>
            <a:ext cx="1936884" cy="1936884"/>
          </a:xfrm>
          <a:prstGeom prst="rtTriangl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p:cNvSpPr/>
          <p:nvPr userDrawn="1"/>
        </p:nvSpPr>
        <p:spPr>
          <a:xfrm rot="2700000">
            <a:off x="9544349" y="2822760"/>
            <a:ext cx="1936884" cy="1936884"/>
          </a:xfrm>
          <a:prstGeom prst="rtTriangle">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1" name="直角三角形 10"/>
          <p:cNvSpPr/>
          <p:nvPr userDrawn="1"/>
        </p:nvSpPr>
        <p:spPr>
          <a:xfrm rot="13500000">
            <a:off x="9544349" y="2822760"/>
            <a:ext cx="1936884" cy="1936884"/>
          </a:xfrm>
          <a:prstGeom prst="rtTriangle">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2" name="直角三角形 11"/>
          <p:cNvSpPr/>
          <p:nvPr userDrawn="1"/>
        </p:nvSpPr>
        <p:spPr>
          <a:xfrm rot="13500000">
            <a:off x="6805179" y="5561931"/>
            <a:ext cx="1936884" cy="1936884"/>
          </a:xfrm>
          <a:prstGeom prst="rtTriangle">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3" name="直角三角形 12"/>
          <p:cNvSpPr/>
          <p:nvPr userDrawn="1"/>
        </p:nvSpPr>
        <p:spPr>
          <a:xfrm rot="2700000">
            <a:off x="6805179" y="5561931"/>
            <a:ext cx="1936884" cy="1936884"/>
          </a:xfrm>
          <a:prstGeom prst="rtTriangle">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4" name="直角三角形 13"/>
          <p:cNvSpPr/>
          <p:nvPr userDrawn="1"/>
        </p:nvSpPr>
        <p:spPr>
          <a:xfrm rot="2700000">
            <a:off x="9544348" y="5561929"/>
            <a:ext cx="1936884" cy="1936884"/>
          </a:xfrm>
          <a:prstGeom prst="rtTriangle">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5" name="直角三角形 14"/>
          <p:cNvSpPr/>
          <p:nvPr userDrawn="1"/>
        </p:nvSpPr>
        <p:spPr>
          <a:xfrm rot="13500000">
            <a:off x="9544348" y="5561929"/>
            <a:ext cx="1936884" cy="1936884"/>
          </a:xfrm>
          <a:prstGeom prst="rtTriangle">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9" name="テキスト プレースホルダー 18"/>
          <p:cNvSpPr>
            <a:spLocks noGrp="1"/>
          </p:cNvSpPr>
          <p:nvPr>
            <p:ph type="body" sz="quarter" idx="14" hasCustomPrompt="1"/>
          </p:nvPr>
        </p:nvSpPr>
        <p:spPr>
          <a:xfrm>
            <a:off x="7233871" y="2981577"/>
            <a:ext cx="1079500" cy="1619250"/>
          </a:xfrm>
        </p:spPr>
        <p:txBody>
          <a:bodyPr anchor="ctr">
            <a:noAutofit/>
          </a:bodyPr>
          <a:lstStyle>
            <a:lvl1pPr algn="ctr">
              <a:defRPr sz="9600">
                <a:solidFill>
                  <a:schemeClr val="bg1"/>
                </a:solidFill>
                <a:latin typeface="+mj-lt"/>
              </a:defRPr>
            </a:lvl1pPr>
          </a:lstStyle>
          <a:p>
            <a:pPr lvl="0"/>
            <a:r>
              <a:rPr kumimoji="1" lang="en-US" altLang="ja-JP" dirty="0"/>
              <a:t>A</a:t>
            </a:r>
            <a:endParaRPr kumimoji="1" lang="ja-JP" altLang="en-US" dirty="0"/>
          </a:p>
        </p:txBody>
      </p:sp>
      <p:sp>
        <p:nvSpPr>
          <p:cNvPr id="20" name="テキスト プレースホルダー 18"/>
          <p:cNvSpPr>
            <a:spLocks noGrp="1"/>
          </p:cNvSpPr>
          <p:nvPr>
            <p:ph type="body" sz="quarter" idx="15" hasCustomPrompt="1"/>
          </p:nvPr>
        </p:nvSpPr>
        <p:spPr>
          <a:xfrm>
            <a:off x="9973040" y="2981577"/>
            <a:ext cx="1079500" cy="1619250"/>
          </a:xfrm>
        </p:spPr>
        <p:txBody>
          <a:bodyPr anchor="ctr">
            <a:noAutofit/>
          </a:bodyPr>
          <a:lstStyle>
            <a:lvl1pPr algn="ctr">
              <a:defRPr sz="9600">
                <a:solidFill>
                  <a:schemeClr val="bg1"/>
                </a:solidFill>
                <a:latin typeface="+mj-lt"/>
              </a:defRPr>
            </a:lvl1pPr>
          </a:lstStyle>
          <a:p>
            <a:pPr lvl="0"/>
            <a:r>
              <a:rPr kumimoji="1" lang="en-US" altLang="ja-JP" dirty="0"/>
              <a:t>A</a:t>
            </a:r>
            <a:endParaRPr kumimoji="1" lang="ja-JP" altLang="en-US" dirty="0"/>
          </a:p>
        </p:txBody>
      </p:sp>
      <p:sp>
        <p:nvSpPr>
          <p:cNvPr id="21" name="テキスト プレースホルダー 18"/>
          <p:cNvSpPr>
            <a:spLocks noGrp="1"/>
          </p:cNvSpPr>
          <p:nvPr>
            <p:ph type="body" sz="quarter" idx="16" hasCustomPrompt="1"/>
          </p:nvPr>
        </p:nvSpPr>
        <p:spPr>
          <a:xfrm>
            <a:off x="7233872" y="5720746"/>
            <a:ext cx="1079500" cy="1619250"/>
          </a:xfrm>
        </p:spPr>
        <p:txBody>
          <a:bodyPr anchor="ctr">
            <a:noAutofit/>
          </a:bodyPr>
          <a:lstStyle>
            <a:lvl1pPr algn="ctr">
              <a:defRPr sz="9600">
                <a:solidFill>
                  <a:schemeClr val="bg1"/>
                </a:solidFill>
                <a:latin typeface="+mj-lt"/>
              </a:defRPr>
            </a:lvl1pPr>
          </a:lstStyle>
          <a:p>
            <a:pPr lvl="0"/>
            <a:r>
              <a:rPr kumimoji="1" lang="en-US" altLang="ja-JP" dirty="0"/>
              <a:t>A</a:t>
            </a:r>
            <a:endParaRPr kumimoji="1" lang="ja-JP" altLang="en-US" dirty="0"/>
          </a:p>
        </p:txBody>
      </p:sp>
      <p:sp>
        <p:nvSpPr>
          <p:cNvPr id="22" name="テキスト プレースホルダー 18"/>
          <p:cNvSpPr>
            <a:spLocks noGrp="1"/>
          </p:cNvSpPr>
          <p:nvPr>
            <p:ph type="body" sz="quarter" idx="17" hasCustomPrompt="1"/>
          </p:nvPr>
        </p:nvSpPr>
        <p:spPr>
          <a:xfrm>
            <a:off x="9973041" y="5720746"/>
            <a:ext cx="1079500" cy="1619250"/>
          </a:xfrm>
        </p:spPr>
        <p:txBody>
          <a:bodyPr anchor="ctr">
            <a:noAutofit/>
          </a:bodyPr>
          <a:lstStyle>
            <a:lvl1pPr algn="ctr">
              <a:defRPr sz="9600">
                <a:solidFill>
                  <a:schemeClr val="bg1"/>
                </a:solidFill>
                <a:latin typeface="+mj-lt"/>
              </a:defRPr>
            </a:lvl1pPr>
          </a:lstStyle>
          <a:p>
            <a:pPr lvl="0"/>
            <a:r>
              <a:rPr kumimoji="1" lang="en-US" altLang="ja-JP" dirty="0"/>
              <a:t>A</a:t>
            </a:r>
            <a:endParaRPr kumimoji="1" lang="ja-JP" altLang="en-US" dirty="0"/>
          </a:p>
        </p:txBody>
      </p:sp>
      <p:sp>
        <p:nvSpPr>
          <p:cNvPr id="49" name="テキスト プレースホルダー 48"/>
          <p:cNvSpPr>
            <a:spLocks noGrp="1"/>
          </p:cNvSpPr>
          <p:nvPr>
            <p:ph type="body" sz="quarter" idx="18" hasCustomPrompt="1"/>
          </p:nvPr>
        </p:nvSpPr>
        <p:spPr>
          <a:xfrm>
            <a:off x="626300" y="2538669"/>
            <a:ext cx="5361141" cy="2505075"/>
          </a:xfrm>
        </p:spPr>
        <p:txBody>
          <a:bodyPr anchor="ctr">
            <a:normAutofit/>
          </a:bodyPr>
          <a:lstStyle>
            <a:lvl1pPr marL="342900" indent="-342900">
              <a:buClr>
                <a:schemeClr val="accent5"/>
              </a:buClr>
              <a:buFont typeface="Wingdings" panose="05000000000000000000" pitchFamily="2" charset="2"/>
              <a:buChar char="l"/>
              <a:defRPr sz="2000" baseline="0">
                <a:solidFill>
                  <a:schemeClr val="tx2"/>
                </a:solidFill>
              </a:defRPr>
            </a:lvl1pPr>
          </a:lstStyle>
          <a:p>
            <a:pPr lvl="0"/>
            <a:r>
              <a:rPr kumimoji="1" lang="en-US" altLang="ja-JP" dirty="0"/>
              <a:t>Item 1</a:t>
            </a:r>
          </a:p>
          <a:p>
            <a:pPr lvl="0"/>
            <a:r>
              <a:rPr kumimoji="1" lang="en-US" altLang="ja-JP" dirty="0"/>
              <a:t>Item 2</a:t>
            </a:r>
            <a:endParaRPr kumimoji="1" lang="ja-JP" altLang="en-US" dirty="0"/>
          </a:p>
        </p:txBody>
      </p:sp>
      <p:sp>
        <p:nvSpPr>
          <p:cNvPr id="50" name="テキスト プレースホルダー 48"/>
          <p:cNvSpPr>
            <a:spLocks noGrp="1"/>
          </p:cNvSpPr>
          <p:nvPr>
            <p:ph type="body" sz="quarter" idx="19" hasCustomPrompt="1"/>
          </p:nvPr>
        </p:nvSpPr>
        <p:spPr>
          <a:xfrm>
            <a:off x="625965" y="5277830"/>
            <a:ext cx="5361141" cy="2505075"/>
          </a:xfrm>
        </p:spPr>
        <p:txBody>
          <a:bodyPr anchor="ctr">
            <a:normAutofit/>
          </a:bodyPr>
          <a:lstStyle>
            <a:lvl1pPr marL="342900" indent="-342900">
              <a:buClr>
                <a:schemeClr val="accent3"/>
              </a:buClr>
              <a:buFont typeface="Wingdings" panose="05000000000000000000" pitchFamily="2" charset="2"/>
              <a:buChar char="l"/>
              <a:defRPr sz="2000" baseline="0">
                <a:solidFill>
                  <a:schemeClr val="tx2"/>
                </a:solidFill>
              </a:defRPr>
            </a:lvl1pPr>
          </a:lstStyle>
          <a:p>
            <a:pPr lvl="0"/>
            <a:r>
              <a:rPr kumimoji="1" lang="en-US" altLang="ja-JP" dirty="0"/>
              <a:t>Item 1</a:t>
            </a:r>
          </a:p>
          <a:p>
            <a:pPr lvl="0"/>
            <a:r>
              <a:rPr kumimoji="1" lang="en-US" altLang="ja-JP" dirty="0"/>
              <a:t>Item 2</a:t>
            </a:r>
            <a:endParaRPr kumimoji="1" lang="ja-JP" altLang="en-US" dirty="0"/>
          </a:p>
        </p:txBody>
      </p:sp>
      <p:sp>
        <p:nvSpPr>
          <p:cNvPr id="51" name="テキスト プレースホルダー 48"/>
          <p:cNvSpPr>
            <a:spLocks noGrp="1"/>
          </p:cNvSpPr>
          <p:nvPr>
            <p:ph type="body" sz="quarter" idx="20" hasCustomPrompt="1"/>
          </p:nvPr>
        </p:nvSpPr>
        <p:spPr>
          <a:xfrm>
            <a:off x="12114295" y="2538668"/>
            <a:ext cx="5435004" cy="2505075"/>
          </a:xfrm>
        </p:spPr>
        <p:txBody>
          <a:bodyPr anchor="ctr">
            <a:normAutofit/>
          </a:bodyPr>
          <a:lstStyle>
            <a:lvl1pPr marL="342900" indent="-342900">
              <a:buClr>
                <a:schemeClr val="accent1"/>
              </a:buClr>
              <a:buFont typeface="Wingdings" panose="05000000000000000000" pitchFamily="2" charset="2"/>
              <a:buChar char="l"/>
              <a:defRPr sz="2000" baseline="0">
                <a:solidFill>
                  <a:schemeClr val="tx2"/>
                </a:solidFill>
              </a:defRPr>
            </a:lvl1pPr>
          </a:lstStyle>
          <a:p>
            <a:pPr lvl="0"/>
            <a:r>
              <a:rPr kumimoji="1" lang="en-US" altLang="ja-JP" dirty="0"/>
              <a:t>Item 1</a:t>
            </a:r>
          </a:p>
          <a:p>
            <a:pPr lvl="0"/>
            <a:r>
              <a:rPr kumimoji="1" lang="en-US" altLang="ja-JP" dirty="0"/>
              <a:t>Item 2</a:t>
            </a:r>
            <a:endParaRPr kumimoji="1" lang="ja-JP" altLang="en-US" dirty="0"/>
          </a:p>
        </p:txBody>
      </p:sp>
      <p:sp>
        <p:nvSpPr>
          <p:cNvPr id="52" name="テキスト プレースホルダー 48"/>
          <p:cNvSpPr>
            <a:spLocks noGrp="1"/>
          </p:cNvSpPr>
          <p:nvPr>
            <p:ph type="body" sz="quarter" idx="21" hasCustomPrompt="1"/>
          </p:nvPr>
        </p:nvSpPr>
        <p:spPr>
          <a:xfrm>
            <a:off x="12113960" y="5277829"/>
            <a:ext cx="5435004" cy="2505075"/>
          </a:xfrm>
        </p:spPr>
        <p:txBody>
          <a:bodyPr anchor="ctr">
            <a:normAutofit/>
          </a:bodyPr>
          <a:lstStyle>
            <a:lvl1pPr marL="342900" indent="-342900">
              <a:buClr>
                <a:schemeClr val="accent2"/>
              </a:buClr>
              <a:buFont typeface="Wingdings" panose="05000000000000000000" pitchFamily="2" charset="2"/>
              <a:buChar char="l"/>
              <a:defRPr sz="2000" baseline="0">
                <a:solidFill>
                  <a:schemeClr val="tx2"/>
                </a:solidFill>
              </a:defRPr>
            </a:lvl1pPr>
          </a:lstStyle>
          <a:p>
            <a:pPr lvl="0"/>
            <a:r>
              <a:rPr kumimoji="1" lang="en-US" altLang="ja-JP" dirty="0"/>
              <a:t>Item 1</a:t>
            </a:r>
          </a:p>
          <a:p>
            <a:pPr lvl="0"/>
            <a:r>
              <a:rPr kumimoji="1" lang="en-US" altLang="ja-JP" dirty="0"/>
              <a:t>Item 2</a:t>
            </a:r>
            <a:endParaRPr kumimoji="1" lang="ja-JP" altLang="en-US" dirty="0"/>
          </a:p>
        </p:txBody>
      </p:sp>
      <p:sp>
        <p:nvSpPr>
          <p:cNvPr id="53" name="正方形/長方形 52"/>
          <p:cNvSpPr/>
          <p:nvPr userDrawn="1"/>
        </p:nvSpPr>
        <p:spPr>
          <a:xfrm>
            <a:off x="0" y="2421624"/>
            <a:ext cx="526093" cy="2739165"/>
          </a:xfrm>
          <a:prstGeom prst="rect">
            <a:avLst/>
          </a:prstGeom>
          <a:solidFill>
            <a:schemeClr val="accent5">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54" name="正方形/長方形 53"/>
          <p:cNvSpPr/>
          <p:nvPr userDrawn="1"/>
        </p:nvSpPr>
        <p:spPr>
          <a:xfrm>
            <a:off x="-1" y="5160792"/>
            <a:ext cx="526093" cy="2739165"/>
          </a:xfrm>
          <a:prstGeom prst="rect">
            <a:avLst/>
          </a:prstGeom>
          <a:solidFill>
            <a:schemeClr val="accent3">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55" name="正方形/長方形 54"/>
          <p:cNvSpPr/>
          <p:nvPr userDrawn="1"/>
        </p:nvSpPr>
        <p:spPr>
          <a:xfrm>
            <a:off x="17760321" y="2421612"/>
            <a:ext cx="526093" cy="2739165"/>
          </a:xfrm>
          <a:prstGeom prst="rect">
            <a:avLst/>
          </a:prstGeom>
          <a:solidFill>
            <a:schemeClr val="accent1">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56" name="正方形/長方形 55"/>
          <p:cNvSpPr/>
          <p:nvPr userDrawn="1"/>
        </p:nvSpPr>
        <p:spPr>
          <a:xfrm>
            <a:off x="17760320" y="5160780"/>
            <a:ext cx="526093" cy="2739165"/>
          </a:xfrm>
          <a:prstGeom prst="rect">
            <a:avLst/>
          </a:prstGeom>
          <a:solidFill>
            <a:schemeClr val="accent2">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57" name="テキスト プレースホルダー 6"/>
          <p:cNvSpPr>
            <a:spLocks noGrp="1"/>
          </p:cNvSpPr>
          <p:nvPr>
            <p:ph type="body" sz="quarter" idx="22" hasCustomPrompt="1"/>
          </p:nvPr>
        </p:nvSpPr>
        <p:spPr>
          <a:xfrm>
            <a:off x="1078310" y="8292507"/>
            <a:ext cx="16200313" cy="1003893"/>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58" name="正方形/長方形 57"/>
          <p:cNvSpPr/>
          <p:nvPr userDrawn="1"/>
        </p:nvSpPr>
        <p:spPr>
          <a:xfrm>
            <a:off x="1222326" y="8148492"/>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6853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 decel="10000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700" fill="hold"/>
                                        <p:tgtEl>
                                          <p:spTgt spid="5"/>
                                        </p:tgtEl>
                                        <p:attrNameLst>
                                          <p:attrName>ppt_x</p:attrName>
                                        </p:attrNameLst>
                                      </p:cBhvr>
                                      <p:tavLst>
                                        <p:tav tm="0">
                                          <p:val>
                                            <p:strVal val="#ppt_x"/>
                                          </p:val>
                                        </p:tav>
                                        <p:tav tm="100000">
                                          <p:val>
                                            <p:strVal val="#ppt_x"/>
                                          </p:val>
                                        </p:tav>
                                      </p:tavLst>
                                    </p:anim>
                                    <p:anim calcmode="lin" valueType="num">
                                      <p:cBhvr additive="base">
                                        <p:cTn id="16" dur="700" fill="hold"/>
                                        <p:tgtEl>
                                          <p:spTgt spid="5"/>
                                        </p:tgtEl>
                                        <p:attrNameLst>
                                          <p:attrName>ppt_y</p:attrName>
                                        </p:attrNameLst>
                                      </p:cBhvr>
                                      <p:tavLst>
                                        <p:tav tm="0">
                                          <p:val>
                                            <p:strVal val="0-#ppt_h/2"/>
                                          </p:val>
                                        </p:tav>
                                        <p:tav tm="100000">
                                          <p:val>
                                            <p:strVal val="#ppt_y"/>
                                          </p:val>
                                        </p:tav>
                                      </p:tavLst>
                                    </p:anim>
                                  </p:childTnLst>
                                </p:cTn>
                              </p:par>
                              <p:par>
                                <p:cTn id="17" presetID="2" presetClass="entr" presetSubtype="9" decel="10000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700" fill="hold"/>
                                        <p:tgtEl>
                                          <p:spTgt spid="9"/>
                                        </p:tgtEl>
                                        <p:attrNameLst>
                                          <p:attrName>ppt_x</p:attrName>
                                        </p:attrNameLst>
                                      </p:cBhvr>
                                      <p:tavLst>
                                        <p:tav tm="0">
                                          <p:val>
                                            <p:strVal val="0-#ppt_w/2"/>
                                          </p:val>
                                        </p:tav>
                                        <p:tav tm="100000">
                                          <p:val>
                                            <p:strVal val="#ppt_x"/>
                                          </p:val>
                                        </p:tav>
                                      </p:tavLst>
                                    </p:anim>
                                    <p:anim calcmode="lin" valueType="num">
                                      <p:cBhvr additive="base">
                                        <p:cTn id="20" dur="700" fill="hold"/>
                                        <p:tgtEl>
                                          <p:spTgt spid="9"/>
                                        </p:tgtEl>
                                        <p:attrNameLst>
                                          <p:attrName>ppt_y</p:attrName>
                                        </p:attrNameLst>
                                      </p:cBhvr>
                                      <p:tavLst>
                                        <p:tav tm="0">
                                          <p:val>
                                            <p:strVal val="0-#ppt_h/2"/>
                                          </p:val>
                                        </p:tav>
                                        <p:tav tm="100000">
                                          <p:val>
                                            <p:strVal val="#ppt_y"/>
                                          </p:val>
                                        </p:tav>
                                      </p:tavLst>
                                    </p:anim>
                                  </p:childTnLst>
                                </p:cTn>
                              </p:par>
                              <p:par>
                                <p:cTn id="21" presetID="10" presetClass="entr" presetSubtype="0" fill="hold" grpId="0" nodeType="withEffect">
                                  <p:stCondLst>
                                    <p:cond delay="250"/>
                                  </p:stCondLst>
                                  <p:childTnLst>
                                    <p:set>
                                      <p:cBhvr>
                                        <p:cTn id="22" dur="1" fill="hold">
                                          <p:stCondLst>
                                            <p:cond delay="0"/>
                                          </p:stCondLst>
                                        </p:cTn>
                                        <p:tgtEl>
                                          <p:spTgt spid="19">
                                            <p:txEl>
                                              <p:pRg st="0" end="0"/>
                                            </p:txEl>
                                          </p:spTgt>
                                        </p:tgtEl>
                                        <p:attrNameLst>
                                          <p:attrName>style.visibility</p:attrName>
                                        </p:attrNameLst>
                                      </p:cBhvr>
                                      <p:to>
                                        <p:strVal val="visible"/>
                                      </p:to>
                                    </p:set>
                                    <p:animEffect transition="in" filter="fade">
                                      <p:cBhvr>
                                        <p:cTn id="23" dur="500"/>
                                        <p:tgtEl>
                                          <p:spTgt spid="19">
                                            <p:txEl>
                                              <p:pRg st="0" end="0"/>
                                            </p:txEl>
                                          </p:spTgt>
                                        </p:tgtEl>
                                      </p:cBhvr>
                                    </p:animEffect>
                                  </p:childTnLst>
                                </p:cTn>
                              </p:par>
                              <p:par>
                                <p:cTn id="24" presetID="2" presetClass="entr" presetSubtype="1" decel="100000" fill="hold" grpId="0" nodeType="withEffect">
                                  <p:stCondLst>
                                    <p:cond delay="25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700" fill="hold"/>
                                        <p:tgtEl>
                                          <p:spTgt spid="10"/>
                                        </p:tgtEl>
                                        <p:attrNameLst>
                                          <p:attrName>ppt_x</p:attrName>
                                        </p:attrNameLst>
                                      </p:cBhvr>
                                      <p:tavLst>
                                        <p:tav tm="0">
                                          <p:val>
                                            <p:strVal val="#ppt_x"/>
                                          </p:val>
                                        </p:tav>
                                        <p:tav tm="100000">
                                          <p:val>
                                            <p:strVal val="#ppt_x"/>
                                          </p:val>
                                        </p:tav>
                                      </p:tavLst>
                                    </p:anim>
                                    <p:anim calcmode="lin" valueType="num">
                                      <p:cBhvr additive="base">
                                        <p:cTn id="27" dur="700" fill="hold"/>
                                        <p:tgtEl>
                                          <p:spTgt spid="10"/>
                                        </p:tgtEl>
                                        <p:attrNameLst>
                                          <p:attrName>ppt_y</p:attrName>
                                        </p:attrNameLst>
                                      </p:cBhvr>
                                      <p:tavLst>
                                        <p:tav tm="0">
                                          <p:val>
                                            <p:strVal val="0-#ppt_h/2"/>
                                          </p:val>
                                        </p:tav>
                                        <p:tav tm="100000">
                                          <p:val>
                                            <p:strVal val="#ppt_y"/>
                                          </p:val>
                                        </p:tav>
                                      </p:tavLst>
                                    </p:anim>
                                  </p:childTnLst>
                                </p:cTn>
                              </p:par>
                              <p:par>
                                <p:cTn id="28" presetID="2" presetClass="entr" presetSubtype="3" decel="100000" fill="hold" grpId="0" nodeType="withEffect">
                                  <p:stCondLst>
                                    <p:cond delay="25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700" fill="hold"/>
                                        <p:tgtEl>
                                          <p:spTgt spid="11"/>
                                        </p:tgtEl>
                                        <p:attrNameLst>
                                          <p:attrName>ppt_x</p:attrName>
                                        </p:attrNameLst>
                                      </p:cBhvr>
                                      <p:tavLst>
                                        <p:tav tm="0">
                                          <p:val>
                                            <p:strVal val="1+#ppt_w/2"/>
                                          </p:val>
                                        </p:tav>
                                        <p:tav tm="100000">
                                          <p:val>
                                            <p:strVal val="#ppt_x"/>
                                          </p:val>
                                        </p:tav>
                                      </p:tavLst>
                                    </p:anim>
                                    <p:anim calcmode="lin" valueType="num">
                                      <p:cBhvr additive="base">
                                        <p:cTn id="31" dur="700" fill="hold"/>
                                        <p:tgtEl>
                                          <p:spTgt spid="11"/>
                                        </p:tgtEl>
                                        <p:attrNameLst>
                                          <p:attrName>ppt_y</p:attrName>
                                        </p:attrNameLst>
                                      </p:cBhvr>
                                      <p:tavLst>
                                        <p:tav tm="0">
                                          <p:val>
                                            <p:strVal val="0-#ppt_h/2"/>
                                          </p:val>
                                        </p:tav>
                                        <p:tav tm="100000">
                                          <p:val>
                                            <p:strVal val="#ppt_y"/>
                                          </p:val>
                                        </p:tav>
                                      </p:tavLst>
                                    </p:anim>
                                  </p:childTnLst>
                                </p:cTn>
                              </p:par>
                              <p:par>
                                <p:cTn id="32" presetID="10" presetClass="entr" presetSubtype="0" fill="hold" grpId="0" nodeType="withEffect">
                                  <p:stCondLst>
                                    <p:cond delay="500"/>
                                  </p:stCondLst>
                                  <p:childTnLst>
                                    <p:set>
                                      <p:cBhvr>
                                        <p:cTn id="33" dur="1" fill="hold">
                                          <p:stCondLst>
                                            <p:cond delay="0"/>
                                          </p:stCondLst>
                                        </p:cTn>
                                        <p:tgtEl>
                                          <p:spTgt spid="20">
                                            <p:txEl>
                                              <p:pRg st="0" end="0"/>
                                            </p:txEl>
                                          </p:spTgt>
                                        </p:tgtEl>
                                        <p:attrNameLst>
                                          <p:attrName>style.visibility</p:attrName>
                                        </p:attrNameLst>
                                      </p:cBhvr>
                                      <p:to>
                                        <p:strVal val="visible"/>
                                      </p:to>
                                    </p:set>
                                    <p:animEffect transition="in" filter="fade">
                                      <p:cBhvr>
                                        <p:cTn id="34" dur="500"/>
                                        <p:tgtEl>
                                          <p:spTgt spid="20">
                                            <p:txEl>
                                              <p:pRg st="0" end="0"/>
                                            </p:txEl>
                                          </p:spTgt>
                                        </p:tgtEl>
                                      </p:cBhvr>
                                    </p:animEffect>
                                  </p:childTnLst>
                                </p:cTn>
                              </p:par>
                              <p:par>
                                <p:cTn id="35" presetID="2" presetClass="entr" presetSubtype="12" decel="100000" fill="hold" grpId="0" nodeType="withEffect">
                                  <p:stCondLst>
                                    <p:cond delay="50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700" fill="hold"/>
                                        <p:tgtEl>
                                          <p:spTgt spid="13"/>
                                        </p:tgtEl>
                                        <p:attrNameLst>
                                          <p:attrName>ppt_x</p:attrName>
                                        </p:attrNameLst>
                                      </p:cBhvr>
                                      <p:tavLst>
                                        <p:tav tm="0">
                                          <p:val>
                                            <p:strVal val="0-#ppt_w/2"/>
                                          </p:val>
                                        </p:tav>
                                        <p:tav tm="100000">
                                          <p:val>
                                            <p:strVal val="#ppt_x"/>
                                          </p:val>
                                        </p:tav>
                                      </p:tavLst>
                                    </p:anim>
                                    <p:anim calcmode="lin" valueType="num">
                                      <p:cBhvr additive="base">
                                        <p:cTn id="38" dur="700" fill="hold"/>
                                        <p:tgtEl>
                                          <p:spTgt spid="13"/>
                                        </p:tgtEl>
                                        <p:attrNameLst>
                                          <p:attrName>ppt_y</p:attrName>
                                        </p:attrNameLst>
                                      </p:cBhvr>
                                      <p:tavLst>
                                        <p:tav tm="0">
                                          <p:val>
                                            <p:strVal val="1+#ppt_h/2"/>
                                          </p:val>
                                        </p:tav>
                                        <p:tav tm="100000">
                                          <p:val>
                                            <p:strVal val="#ppt_y"/>
                                          </p:val>
                                        </p:tav>
                                      </p:tavLst>
                                    </p:anim>
                                  </p:childTnLst>
                                </p:cTn>
                              </p:par>
                              <p:par>
                                <p:cTn id="39" presetID="2" presetClass="entr" presetSubtype="4" decel="100000" fill="hold" grpId="0" nodeType="withEffect">
                                  <p:stCondLst>
                                    <p:cond delay="50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700" fill="hold"/>
                                        <p:tgtEl>
                                          <p:spTgt spid="12"/>
                                        </p:tgtEl>
                                        <p:attrNameLst>
                                          <p:attrName>ppt_x</p:attrName>
                                        </p:attrNameLst>
                                      </p:cBhvr>
                                      <p:tavLst>
                                        <p:tav tm="0">
                                          <p:val>
                                            <p:strVal val="#ppt_x"/>
                                          </p:val>
                                        </p:tav>
                                        <p:tav tm="100000">
                                          <p:val>
                                            <p:strVal val="#ppt_x"/>
                                          </p:val>
                                        </p:tav>
                                      </p:tavLst>
                                    </p:anim>
                                    <p:anim calcmode="lin" valueType="num">
                                      <p:cBhvr additive="base">
                                        <p:cTn id="42" dur="700" fill="hold"/>
                                        <p:tgtEl>
                                          <p:spTgt spid="12"/>
                                        </p:tgtEl>
                                        <p:attrNameLst>
                                          <p:attrName>ppt_y</p:attrName>
                                        </p:attrNameLst>
                                      </p:cBhvr>
                                      <p:tavLst>
                                        <p:tav tm="0">
                                          <p:val>
                                            <p:strVal val="1+#ppt_h/2"/>
                                          </p:val>
                                        </p:tav>
                                        <p:tav tm="100000">
                                          <p:val>
                                            <p:strVal val="#ppt_y"/>
                                          </p:val>
                                        </p:tav>
                                      </p:tavLst>
                                    </p:anim>
                                  </p:childTnLst>
                                </p:cTn>
                              </p:par>
                              <p:par>
                                <p:cTn id="43" presetID="10" presetClass="entr" presetSubtype="0" fill="hold" grpId="0" nodeType="withEffect">
                                  <p:stCondLst>
                                    <p:cond delay="750"/>
                                  </p:stCondLst>
                                  <p:childTnLst>
                                    <p:set>
                                      <p:cBhvr>
                                        <p:cTn id="44" dur="1" fill="hold">
                                          <p:stCondLst>
                                            <p:cond delay="0"/>
                                          </p:stCondLst>
                                        </p:cTn>
                                        <p:tgtEl>
                                          <p:spTgt spid="21">
                                            <p:txEl>
                                              <p:pRg st="0" end="0"/>
                                            </p:txEl>
                                          </p:spTgt>
                                        </p:tgtEl>
                                        <p:attrNameLst>
                                          <p:attrName>style.visibility</p:attrName>
                                        </p:attrNameLst>
                                      </p:cBhvr>
                                      <p:to>
                                        <p:strVal val="visible"/>
                                      </p:to>
                                    </p:set>
                                    <p:animEffect transition="in" filter="fade">
                                      <p:cBhvr>
                                        <p:cTn id="45" dur="500"/>
                                        <p:tgtEl>
                                          <p:spTgt spid="21">
                                            <p:txEl>
                                              <p:pRg st="0" end="0"/>
                                            </p:txEl>
                                          </p:spTgt>
                                        </p:tgtEl>
                                      </p:cBhvr>
                                    </p:animEffect>
                                  </p:childTnLst>
                                </p:cTn>
                              </p:par>
                              <p:par>
                                <p:cTn id="46" presetID="2" presetClass="entr" presetSubtype="4" decel="100000" fill="hold" grpId="0" nodeType="withEffect">
                                  <p:stCondLst>
                                    <p:cond delay="75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700" fill="hold"/>
                                        <p:tgtEl>
                                          <p:spTgt spid="14"/>
                                        </p:tgtEl>
                                        <p:attrNameLst>
                                          <p:attrName>ppt_x</p:attrName>
                                        </p:attrNameLst>
                                      </p:cBhvr>
                                      <p:tavLst>
                                        <p:tav tm="0">
                                          <p:val>
                                            <p:strVal val="#ppt_x"/>
                                          </p:val>
                                        </p:tav>
                                        <p:tav tm="100000">
                                          <p:val>
                                            <p:strVal val="#ppt_x"/>
                                          </p:val>
                                        </p:tav>
                                      </p:tavLst>
                                    </p:anim>
                                    <p:anim calcmode="lin" valueType="num">
                                      <p:cBhvr additive="base">
                                        <p:cTn id="49" dur="700" fill="hold"/>
                                        <p:tgtEl>
                                          <p:spTgt spid="14"/>
                                        </p:tgtEl>
                                        <p:attrNameLst>
                                          <p:attrName>ppt_y</p:attrName>
                                        </p:attrNameLst>
                                      </p:cBhvr>
                                      <p:tavLst>
                                        <p:tav tm="0">
                                          <p:val>
                                            <p:strVal val="1+#ppt_h/2"/>
                                          </p:val>
                                        </p:tav>
                                        <p:tav tm="100000">
                                          <p:val>
                                            <p:strVal val="#ppt_y"/>
                                          </p:val>
                                        </p:tav>
                                      </p:tavLst>
                                    </p:anim>
                                  </p:childTnLst>
                                </p:cTn>
                              </p:par>
                              <p:par>
                                <p:cTn id="50" presetID="2" presetClass="entr" presetSubtype="6" decel="100000" fill="hold" grpId="0" nodeType="withEffect">
                                  <p:stCondLst>
                                    <p:cond delay="75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700" fill="hold"/>
                                        <p:tgtEl>
                                          <p:spTgt spid="15"/>
                                        </p:tgtEl>
                                        <p:attrNameLst>
                                          <p:attrName>ppt_x</p:attrName>
                                        </p:attrNameLst>
                                      </p:cBhvr>
                                      <p:tavLst>
                                        <p:tav tm="0">
                                          <p:val>
                                            <p:strVal val="1+#ppt_w/2"/>
                                          </p:val>
                                        </p:tav>
                                        <p:tav tm="100000">
                                          <p:val>
                                            <p:strVal val="#ppt_x"/>
                                          </p:val>
                                        </p:tav>
                                      </p:tavLst>
                                    </p:anim>
                                    <p:anim calcmode="lin" valueType="num">
                                      <p:cBhvr additive="base">
                                        <p:cTn id="53" dur="700" fill="hold"/>
                                        <p:tgtEl>
                                          <p:spTgt spid="15"/>
                                        </p:tgtEl>
                                        <p:attrNameLst>
                                          <p:attrName>ppt_y</p:attrName>
                                        </p:attrNameLst>
                                      </p:cBhvr>
                                      <p:tavLst>
                                        <p:tav tm="0">
                                          <p:val>
                                            <p:strVal val="1+#ppt_h/2"/>
                                          </p:val>
                                        </p:tav>
                                        <p:tav tm="100000">
                                          <p:val>
                                            <p:strVal val="#ppt_y"/>
                                          </p:val>
                                        </p:tav>
                                      </p:tavLst>
                                    </p:anim>
                                  </p:childTnLst>
                                </p:cTn>
                              </p:par>
                              <p:par>
                                <p:cTn id="54" presetID="10" presetClass="entr" presetSubtype="0" fill="hold" grpId="0" nodeType="withEffect">
                                  <p:stCondLst>
                                    <p:cond delay="1000"/>
                                  </p:stCondLst>
                                  <p:childTnLst>
                                    <p:set>
                                      <p:cBhvr>
                                        <p:cTn id="55" dur="1" fill="hold">
                                          <p:stCondLst>
                                            <p:cond delay="0"/>
                                          </p:stCondLst>
                                        </p:cTn>
                                        <p:tgtEl>
                                          <p:spTgt spid="22">
                                            <p:txEl>
                                              <p:pRg st="0" end="0"/>
                                            </p:txEl>
                                          </p:spTgt>
                                        </p:tgtEl>
                                        <p:attrNameLst>
                                          <p:attrName>style.visibility</p:attrName>
                                        </p:attrNameLst>
                                      </p:cBhvr>
                                      <p:to>
                                        <p:strVal val="visible"/>
                                      </p:to>
                                    </p:set>
                                    <p:animEffect transition="in" filter="fade">
                                      <p:cBhvr>
                                        <p:cTn id="56" dur="500"/>
                                        <p:tgtEl>
                                          <p:spTgt spid="22">
                                            <p:txEl>
                                              <p:pRg st="0" end="0"/>
                                            </p:txEl>
                                          </p:spTgt>
                                        </p:tgtEl>
                                      </p:cBhvr>
                                    </p:animEffect>
                                  </p:childTnLst>
                                </p:cTn>
                              </p:par>
                            </p:childTnLst>
                          </p:cTn>
                        </p:par>
                        <p:par>
                          <p:cTn id="57" fill="hold">
                            <p:stCondLst>
                              <p:cond delay="2000"/>
                            </p:stCondLst>
                            <p:childTnLst>
                              <p:par>
                                <p:cTn id="58" presetID="22" presetClass="entr" presetSubtype="2" fill="hold" grpId="0" nodeType="after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ipe(right)">
                                      <p:cBhvr>
                                        <p:cTn id="60" dur="500"/>
                                        <p:tgtEl>
                                          <p:spTgt spid="36"/>
                                        </p:tgtEl>
                                      </p:cBhvr>
                                    </p:animEffect>
                                  </p:childTnLst>
                                </p:cTn>
                              </p:par>
                            </p:childTnLst>
                          </p:cTn>
                        </p:par>
                        <p:par>
                          <p:cTn id="61" fill="hold">
                            <p:stCondLst>
                              <p:cond delay="2500"/>
                            </p:stCondLst>
                            <p:childTnLst>
                              <p:par>
                                <p:cTn id="62" presetID="2" presetClass="entr" presetSubtype="8" decel="100000" fill="hold" grpId="0" nodeType="afterEffect">
                                  <p:stCondLst>
                                    <p:cond delay="0"/>
                                  </p:stCondLst>
                                  <p:childTnLst>
                                    <p:set>
                                      <p:cBhvr>
                                        <p:cTn id="63" dur="1" fill="hold">
                                          <p:stCondLst>
                                            <p:cond delay="0"/>
                                          </p:stCondLst>
                                        </p:cTn>
                                        <p:tgtEl>
                                          <p:spTgt spid="29"/>
                                        </p:tgtEl>
                                        <p:attrNameLst>
                                          <p:attrName>style.visibility</p:attrName>
                                        </p:attrNameLst>
                                      </p:cBhvr>
                                      <p:to>
                                        <p:strVal val="visible"/>
                                      </p:to>
                                    </p:set>
                                    <p:anim calcmode="lin" valueType="num">
                                      <p:cBhvr additive="base">
                                        <p:cTn id="64" dur="750" fill="hold"/>
                                        <p:tgtEl>
                                          <p:spTgt spid="29"/>
                                        </p:tgtEl>
                                        <p:attrNameLst>
                                          <p:attrName>ppt_x</p:attrName>
                                        </p:attrNameLst>
                                      </p:cBhvr>
                                      <p:tavLst>
                                        <p:tav tm="0">
                                          <p:val>
                                            <p:strVal val="0-#ppt_w/2"/>
                                          </p:val>
                                        </p:tav>
                                        <p:tav tm="100000">
                                          <p:val>
                                            <p:strVal val="#ppt_x"/>
                                          </p:val>
                                        </p:tav>
                                      </p:tavLst>
                                    </p:anim>
                                    <p:anim calcmode="lin" valueType="num">
                                      <p:cBhvr additive="base">
                                        <p:cTn id="65" dur="750" fill="hold"/>
                                        <p:tgtEl>
                                          <p:spTgt spid="29"/>
                                        </p:tgtEl>
                                        <p:attrNameLst>
                                          <p:attrName>ppt_y</p:attrName>
                                        </p:attrNameLst>
                                      </p:cBhvr>
                                      <p:tavLst>
                                        <p:tav tm="0">
                                          <p:val>
                                            <p:strVal val="#ppt_y"/>
                                          </p:val>
                                        </p:tav>
                                        <p:tav tm="100000">
                                          <p:val>
                                            <p:strVal val="#ppt_y"/>
                                          </p:val>
                                        </p:tav>
                                      </p:tavLst>
                                    </p:anim>
                                  </p:childTnLst>
                                </p:cTn>
                              </p:par>
                              <p:par>
                                <p:cTn id="66" presetID="22" presetClass="entr" presetSubtype="8" fill="hold" grpId="0" nodeType="with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wipe(left)">
                                      <p:cBhvr>
                                        <p:cTn id="68" dur="500"/>
                                        <p:tgtEl>
                                          <p:spTgt spid="49"/>
                                        </p:tgtEl>
                                      </p:cBhvr>
                                    </p:animEffect>
                                  </p:childTnLst>
                                </p:cTn>
                              </p:par>
                            </p:childTnLst>
                          </p:cTn>
                        </p:par>
                        <p:par>
                          <p:cTn id="69" fill="hold">
                            <p:stCondLst>
                              <p:cond delay="3250"/>
                            </p:stCondLst>
                            <p:childTnLst>
                              <p:par>
                                <p:cTn id="70" presetID="10" presetClass="entr" presetSubtype="0" fill="hold" grpId="0" nodeType="afterEffect">
                                  <p:stCondLst>
                                    <p:cond delay="0"/>
                                  </p:stCondLst>
                                  <p:childTnLst>
                                    <p:set>
                                      <p:cBhvr>
                                        <p:cTn id="71" dur="1" fill="hold">
                                          <p:stCondLst>
                                            <p:cond delay="0"/>
                                          </p:stCondLst>
                                        </p:cTn>
                                        <p:tgtEl>
                                          <p:spTgt spid="53"/>
                                        </p:tgtEl>
                                        <p:attrNameLst>
                                          <p:attrName>style.visibility</p:attrName>
                                        </p:attrNameLst>
                                      </p:cBhvr>
                                      <p:to>
                                        <p:strVal val="visible"/>
                                      </p:to>
                                    </p:set>
                                    <p:animEffect transition="in" filter="fade">
                                      <p:cBhvr>
                                        <p:cTn id="72" dur="500"/>
                                        <p:tgtEl>
                                          <p:spTgt spid="53"/>
                                        </p:tgtEl>
                                      </p:cBhvr>
                                    </p:animEffect>
                                  </p:childTnLst>
                                </p:cTn>
                              </p:par>
                            </p:childTnLst>
                          </p:cTn>
                        </p:par>
                        <p:par>
                          <p:cTn id="73" fill="hold">
                            <p:stCondLst>
                              <p:cond delay="3750"/>
                            </p:stCondLst>
                            <p:childTnLst>
                              <p:par>
                                <p:cTn id="74" presetID="22" presetClass="entr" presetSubtype="8"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wipe(left)">
                                      <p:cBhvr>
                                        <p:cTn id="76" dur="500"/>
                                        <p:tgtEl>
                                          <p:spTgt spid="25"/>
                                        </p:tgtEl>
                                      </p:cBhvr>
                                    </p:animEffect>
                                  </p:childTnLst>
                                </p:cTn>
                              </p:par>
                            </p:childTnLst>
                          </p:cTn>
                        </p:par>
                        <p:par>
                          <p:cTn id="77" fill="hold">
                            <p:stCondLst>
                              <p:cond delay="4250"/>
                            </p:stCondLst>
                            <p:childTnLst>
                              <p:par>
                                <p:cTn id="78" presetID="2" presetClass="entr" presetSubtype="2" decel="100000" fill="hold" grpId="0" nodeType="afterEffect">
                                  <p:stCondLst>
                                    <p:cond delay="0"/>
                                  </p:stCondLst>
                                  <p:childTnLst>
                                    <p:set>
                                      <p:cBhvr>
                                        <p:cTn id="79" dur="1" fill="hold">
                                          <p:stCondLst>
                                            <p:cond delay="0"/>
                                          </p:stCondLst>
                                        </p:cTn>
                                        <p:tgtEl>
                                          <p:spTgt spid="33"/>
                                        </p:tgtEl>
                                        <p:attrNameLst>
                                          <p:attrName>style.visibility</p:attrName>
                                        </p:attrNameLst>
                                      </p:cBhvr>
                                      <p:to>
                                        <p:strVal val="visible"/>
                                      </p:to>
                                    </p:set>
                                    <p:anim calcmode="lin" valueType="num">
                                      <p:cBhvr additive="base">
                                        <p:cTn id="80" dur="750" fill="hold"/>
                                        <p:tgtEl>
                                          <p:spTgt spid="33"/>
                                        </p:tgtEl>
                                        <p:attrNameLst>
                                          <p:attrName>ppt_x</p:attrName>
                                        </p:attrNameLst>
                                      </p:cBhvr>
                                      <p:tavLst>
                                        <p:tav tm="0">
                                          <p:val>
                                            <p:strVal val="1+#ppt_w/2"/>
                                          </p:val>
                                        </p:tav>
                                        <p:tav tm="100000">
                                          <p:val>
                                            <p:strVal val="#ppt_x"/>
                                          </p:val>
                                        </p:tav>
                                      </p:tavLst>
                                    </p:anim>
                                    <p:anim calcmode="lin" valueType="num">
                                      <p:cBhvr additive="base">
                                        <p:cTn id="81" dur="750" fill="hold"/>
                                        <p:tgtEl>
                                          <p:spTgt spid="33"/>
                                        </p:tgtEl>
                                        <p:attrNameLst>
                                          <p:attrName>ppt_y</p:attrName>
                                        </p:attrNameLst>
                                      </p:cBhvr>
                                      <p:tavLst>
                                        <p:tav tm="0">
                                          <p:val>
                                            <p:strVal val="#ppt_y"/>
                                          </p:val>
                                        </p:tav>
                                        <p:tav tm="100000">
                                          <p:val>
                                            <p:strVal val="#ppt_y"/>
                                          </p:val>
                                        </p:tav>
                                      </p:tavLst>
                                    </p:anim>
                                  </p:childTnLst>
                                </p:cTn>
                              </p:par>
                              <p:par>
                                <p:cTn id="82" presetID="22" presetClass="entr" presetSubtype="2"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wipe(right)">
                                      <p:cBhvr>
                                        <p:cTn id="84" dur="500"/>
                                        <p:tgtEl>
                                          <p:spTgt spid="51"/>
                                        </p:tgtEl>
                                      </p:cBhvr>
                                    </p:animEffect>
                                  </p:childTnLst>
                                </p:cTn>
                              </p:par>
                            </p:childTnLst>
                          </p:cTn>
                        </p:par>
                        <p:par>
                          <p:cTn id="85" fill="hold">
                            <p:stCondLst>
                              <p:cond delay="5000"/>
                            </p:stCondLst>
                            <p:childTnLst>
                              <p:par>
                                <p:cTn id="86" presetID="10" presetClass="entr" presetSubtype="0" fill="hold" grpId="0" nodeType="afterEffect">
                                  <p:stCondLst>
                                    <p:cond delay="0"/>
                                  </p:stCondLst>
                                  <p:childTnLst>
                                    <p:set>
                                      <p:cBhvr>
                                        <p:cTn id="87" dur="1" fill="hold">
                                          <p:stCondLst>
                                            <p:cond delay="0"/>
                                          </p:stCondLst>
                                        </p:cTn>
                                        <p:tgtEl>
                                          <p:spTgt spid="55"/>
                                        </p:tgtEl>
                                        <p:attrNameLst>
                                          <p:attrName>style.visibility</p:attrName>
                                        </p:attrNameLst>
                                      </p:cBhvr>
                                      <p:to>
                                        <p:strVal val="visible"/>
                                      </p:to>
                                    </p:set>
                                    <p:animEffect transition="in" filter="fade">
                                      <p:cBhvr>
                                        <p:cTn id="88" dur="500"/>
                                        <p:tgtEl>
                                          <p:spTgt spid="55"/>
                                        </p:tgtEl>
                                      </p:cBhvr>
                                    </p:animEffect>
                                  </p:childTnLst>
                                </p:cTn>
                              </p:par>
                            </p:childTnLst>
                          </p:cTn>
                        </p:par>
                        <p:par>
                          <p:cTn id="89" fill="hold">
                            <p:stCondLst>
                              <p:cond delay="5500"/>
                            </p:stCondLst>
                            <p:childTnLst>
                              <p:par>
                                <p:cTn id="90" presetID="22" presetClass="entr" presetSubtype="2" fill="hold" grpId="0" nodeType="after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wipe(right)">
                                      <p:cBhvr>
                                        <p:cTn id="92" dur="500"/>
                                        <p:tgtEl>
                                          <p:spTgt spid="24"/>
                                        </p:tgtEl>
                                      </p:cBhvr>
                                    </p:animEffect>
                                  </p:childTnLst>
                                </p:cTn>
                              </p:par>
                            </p:childTnLst>
                          </p:cTn>
                        </p:par>
                        <p:par>
                          <p:cTn id="93" fill="hold">
                            <p:stCondLst>
                              <p:cond delay="6000"/>
                            </p:stCondLst>
                            <p:childTnLst>
                              <p:par>
                                <p:cTn id="94" presetID="2" presetClass="entr" presetSubtype="8" decel="100000" fill="hold" grpId="0" nodeType="afterEffect">
                                  <p:stCondLst>
                                    <p:cond delay="0"/>
                                  </p:stCondLst>
                                  <p:childTnLst>
                                    <p:set>
                                      <p:cBhvr>
                                        <p:cTn id="95" dur="1" fill="hold">
                                          <p:stCondLst>
                                            <p:cond delay="0"/>
                                          </p:stCondLst>
                                        </p:cTn>
                                        <p:tgtEl>
                                          <p:spTgt spid="30"/>
                                        </p:tgtEl>
                                        <p:attrNameLst>
                                          <p:attrName>style.visibility</p:attrName>
                                        </p:attrNameLst>
                                      </p:cBhvr>
                                      <p:to>
                                        <p:strVal val="visible"/>
                                      </p:to>
                                    </p:set>
                                    <p:anim calcmode="lin" valueType="num">
                                      <p:cBhvr additive="base">
                                        <p:cTn id="96" dur="750" fill="hold"/>
                                        <p:tgtEl>
                                          <p:spTgt spid="30"/>
                                        </p:tgtEl>
                                        <p:attrNameLst>
                                          <p:attrName>ppt_x</p:attrName>
                                        </p:attrNameLst>
                                      </p:cBhvr>
                                      <p:tavLst>
                                        <p:tav tm="0">
                                          <p:val>
                                            <p:strVal val="0-#ppt_w/2"/>
                                          </p:val>
                                        </p:tav>
                                        <p:tav tm="100000">
                                          <p:val>
                                            <p:strVal val="#ppt_x"/>
                                          </p:val>
                                        </p:tav>
                                      </p:tavLst>
                                    </p:anim>
                                    <p:anim calcmode="lin" valueType="num">
                                      <p:cBhvr additive="base">
                                        <p:cTn id="97" dur="750" fill="hold"/>
                                        <p:tgtEl>
                                          <p:spTgt spid="30"/>
                                        </p:tgtEl>
                                        <p:attrNameLst>
                                          <p:attrName>ppt_y</p:attrName>
                                        </p:attrNameLst>
                                      </p:cBhvr>
                                      <p:tavLst>
                                        <p:tav tm="0">
                                          <p:val>
                                            <p:strVal val="#ppt_y"/>
                                          </p:val>
                                        </p:tav>
                                        <p:tav tm="100000">
                                          <p:val>
                                            <p:strVal val="#ppt_y"/>
                                          </p:val>
                                        </p:tav>
                                      </p:tavLst>
                                    </p:anim>
                                  </p:childTnLst>
                                </p:cTn>
                              </p:par>
                              <p:par>
                                <p:cTn id="98" presetID="22" presetClass="entr" presetSubtype="8" fill="hold" grpId="0" nodeType="withEffect">
                                  <p:stCondLst>
                                    <p:cond delay="0"/>
                                  </p:stCondLst>
                                  <p:childTnLst>
                                    <p:set>
                                      <p:cBhvr>
                                        <p:cTn id="99" dur="1" fill="hold">
                                          <p:stCondLst>
                                            <p:cond delay="0"/>
                                          </p:stCondLst>
                                        </p:cTn>
                                        <p:tgtEl>
                                          <p:spTgt spid="50"/>
                                        </p:tgtEl>
                                        <p:attrNameLst>
                                          <p:attrName>style.visibility</p:attrName>
                                        </p:attrNameLst>
                                      </p:cBhvr>
                                      <p:to>
                                        <p:strVal val="visible"/>
                                      </p:to>
                                    </p:set>
                                    <p:animEffect transition="in" filter="wipe(left)">
                                      <p:cBhvr>
                                        <p:cTn id="100" dur="500"/>
                                        <p:tgtEl>
                                          <p:spTgt spid="50"/>
                                        </p:tgtEl>
                                      </p:cBhvr>
                                    </p:animEffect>
                                  </p:childTnLst>
                                </p:cTn>
                              </p:par>
                            </p:childTnLst>
                          </p:cTn>
                        </p:par>
                        <p:par>
                          <p:cTn id="101" fill="hold">
                            <p:stCondLst>
                              <p:cond delay="6750"/>
                            </p:stCondLst>
                            <p:childTnLst>
                              <p:par>
                                <p:cTn id="102" presetID="10" presetClass="entr" presetSubtype="0" fill="hold" grpId="0" nodeType="afterEffect">
                                  <p:stCondLst>
                                    <p:cond delay="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500"/>
                                        <p:tgtEl>
                                          <p:spTgt spid="54"/>
                                        </p:tgtEl>
                                      </p:cBhvr>
                                    </p:animEffect>
                                  </p:childTnLst>
                                </p:cTn>
                              </p:par>
                            </p:childTnLst>
                          </p:cTn>
                        </p:par>
                        <p:par>
                          <p:cTn id="105" fill="hold">
                            <p:stCondLst>
                              <p:cond delay="7250"/>
                            </p:stCondLst>
                            <p:childTnLst>
                              <p:par>
                                <p:cTn id="106" presetID="22" presetClass="entr" presetSubtype="8" fill="hold" grpId="0" nodeType="afterEffect">
                                  <p:stCondLst>
                                    <p:cond delay="0"/>
                                  </p:stCondLst>
                                  <p:childTnLst>
                                    <p:set>
                                      <p:cBhvr>
                                        <p:cTn id="107" dur="1" fill="hold">
                                          <p:stCondLst>
                                            <p:cond delay="0"/>
                                          </p:stCondLst>
                                        </p:cTn>
                                        <p:tgtEl>
                                          <p:spTgt spid="26"/>
                                        </p:tgtEl>
                                        <p:attrNameLst>
                                          <p:attrName>style.visibility</p:attrName>
                                        </p:attrNameLst>
                                      </p:cBhvr>
                                      <p:to>
                                        <p:strVal val="visible"/>
                                      </p:to>
                                    </p:set>
                                    <p:animEffect transition="in" filter="wipe(left)">
                                      <p:cBhvr>
                                        <p:cTn id="108" dur="500"/>
                                        <p:tgtEl>
                                          <p:spTgt spid="26"/>
                                        </p:tgtEl>
                                      </p:cBhvr>
                                    </p:animEffect>
                                  </p:childTnLst>
                                </p:cTn>
                              </p:par>
                            </p:childTnLst>
                          </p:cTn>
                        </p:par>
                        <p:par>
                          <p:cTn id="109" fill="hold">
                            <p:stCondLst>
                              <p:cond delay="7750"/>
                            </p:stCondLst>
                            <p:childTnLst>
                              <p:par>
                                <p:cTn id="110" presetID="2" presetClass="entr" presetSubtype="2" decel="100000" fill="hold" grpId="0" nodeType="afterEffect">
                                  <p:stCondLst>
                                    <p:cond delay="0"/>
                                  </p:stCondLst>
                                  <p:childTnLst>
                                    <p:set>
                                      <p:cBhvr>
                                        <p:cTn id="111" dur="1" fill="hold">
                                          <p:stCondLst>
                                            <p:cond delay="0"/>
                                          </p:stCondLst>
                                        </p:cTn>
                                        <p:tgtEl>
                                          <p:spTgt spid="34"/>
                                        </p:tgtEl>
                                        <p:attrNameLst>
                                          <p:attrName>style.visibility</p:attrName>
                                        </p:attrNameLst>
                                      </p:cBhvr>
                                      <p:to>
                                        <p:strVal val="visible"/>
                                      </p:to>
                                    </p:set>
                                    <p:anim calcmode="lin" valueType="num">
                                      <p:cBhvr additive="base">
                                        <p:cTn id="112" dur="750" fill="hold"/>
                                        <p:tgtEl>
                                          <p:spTgt spid="34"/>
                                        </p:tgtEl>
                                        <p:attrNameLst>
                                          <p:attrName>ppt_x</p:attrName>
                                        </p:attrNameLst>
                                      </p:cBhvr>
                                      <p:tavLst>
                                        <p:tav tm="0">
                                          <p:val>
                                            <p:strVal val="1+#ppt_w/2"/>
                                          </p:val>
                                        </p:tav>
                                        <p:tav tm="100000">
                                          <p:val>
                                            <p:strVal val="#ppt_x"/>
                                          </p:val>
                                        </p:tav>
                                      </p:tavLst>
                                    </p:anim>
                                    <p:anim calcmode="lin" valueType="num">
                                      <p:cBhvr additive="base">
                                        <p:cTn id="113" dur="750" fill="hold"/>
                                        <p:tgtEl>
                                          <p:spTgt spid="34"/>
                                        </p:tgtEl>
                                        <p:attrNameLst>
                                          <p:attrName>ppt_y</p:attrName>
                                        </p:attrNameLst>
                                      </p:cBhvr>
                                      <p:tavLst>
                                        <p:tav tm="0">
                                          <p:val>
                                            <p:strVal val="#ppt_y"/>
                                          </p:val>
                                        </p:tav>
                                        <p:tav tm="100000">
                                          <p:val>
                                            <p:strVal val="#ppt_y"/>
                                          </p:val>
                                        </p:tav>
                                      </p:tavLst>
                                    </p:anim>
                                  </p:childTnLst>
                                </p:cTn>
                              </p:par>
                              <p:par>
                                <p:cTn id="114" presetID="22" presetClass="entr" presetSubtype="2" fill="hold" grpId="0" nodeType="withEffect">
                                  <p:stCondLst>
                                    <p:cond delay="0"/>
                                  </p:stCondLst>
                                  <p:childTnLst>
                                    <p:set>
                                      <p:cBhvr>
                                        <p:cTn id="115" dur="1" fill="hold">
                                          <p:stCondLst>
                                            <p:cond delay="0"/>
                                          </p:stCondLst>
                                        </p:cTn>
                                        <p:tgtEl>
                                          <p:spTgt spid="52"/>
                                        </p:tgtEl>
                                        <p:attrNameLst>
                                          <p:attrName>style.visibility</p:attrName>
                                        </p:attrNameLst>
                                      </p:cBhvr>
                                      <p:to>
                                        <p:strVal val="visible"/>
                                      </p:to>
                                    </p:set>
                                    <p:animEffect transition="in" filter="wipe(right)">
                                      <p:cBhvr>
                                        <p:cTn id="116" dur="500"/>
                                        <p:tgtEl>
                                          <p:spTgt spid="52"/>
                                        </p:tgtEl>
                                      </p:cBhvr>
                                    </p:animEffect>
                                  </p:childTnLst>
                                </p:cTn>
                              </p:par>
                            </p:childTnLst>
                          </p:cTn>
                        </p:par>
                        <p:par>
                          <p:cTn id="117" fill="hold">
                            <p:stCondLst>
                              <p:cond delay="8500"/>
                            </p:stCondLst>
                            <p:childTnLst>
                              <p:par>
                                <p:cTn id="118" presetID="10" presetClass="entr" presetSubtype="0" fill="hold" grpId="0" nodeType="afterEffect">
                                  <p:stCondLst>
                                    <p:cond delay="0"/>
                                  </p:stCondLst>
                                  <p:childTnLst>
                                    <p:set>
                                      <p:cBhvr>
                                        <p:cTn id="119" dur="1" fill="hold">
                                          <p:stCondLst>
                                            <p:cond delay="0"/>
                                          </p:stCondLst>
                                        </p:cTn>
                                        <p:tgtEl>
                                          <p:spTgt spid="56"/>
                                        </p:tgtEl>
                                        <p:attrNameLst>
                                          <p:attrName>style.visibility</p:attrName>
                                        </p:attrNameLst>
                                      </p:cBhvr>
                                      <p:to>
                                        <p:strVal val="visible"/>
                                      </p:to>
                                    </p:set>
                                    <p:animEffect transition="in" filter="fade">
                                      <p:cBhvr>
                                        <p:cTn id="120" dur="500"/>
                                        <p:tgtEl>
                                          <p:spTgt spid="56"/>
                                        </p:tgtEl>
                                      </p:cBhvr>
                                    </p:animEffect>
                                  </p:childTnLst>
                                </p:cTn>
                              </p:par>
                            </p:childTnLst>
                          </p:cTn>
                        </p:par>
                        <p:par>
                          <p:cTn id="121" fill="hold">
                            <p:stCondLst>
                              <p:cond delay="9000"/>
                            </p:stCondLst>
                            <p:childTnLst>
                              <p:par>
                                <p:cTn id="122" presetID="2" presetClass="entr" presetSubtype="8" decel="100000" fill="hold" grpId="0" nodeType="afterEffect">
                                  <p:stCondLst>
                                    <p:cond delay="500"/>
                                  </p:stCondLst>
                                  <p:childTnLst>
                                    <p:set>
                                      <p:cBhvr>
                                        <p:cTn id="123" dur="1" fill="hold">
                                          <p:stCondLst>
                                            <p:cond delay="0"/>
                                          </p:stCondLst>
                                        </p:cTn>
                                        <p:tgtEl>
                                          <p:spTgt spid="58"/>
                                        </p:tgtEl>
                                        <p:attrNameLst>
                                          <p:attrName>style.visibility</p:attrName>
                                        </p:attrNameLst>
                                      </p:cBhvr>
                                      <p:to>
                                        <p:strVal val="visible"/>
                                      </p:to>
                                    </p:set>
                                    <p:anim calcmode="lin" valueType="num">
                                      <p:cBhvr additive="base">
                                        <p:cTn id="124" dur="500" fill="hold"/>
                                        <p:tgtEl>
                                          <p:spTgt spid="58"/>
                                        </p:tgtEl>
                                        <p:attrNameLst>
                                          <p:attrName>ppt_x</p:attrName>
                                        </p:attrNameLst>
                                      </p:cBhvr>
                                      <p:tavLst>
                                        <p:tav tm="0">
                                          <p:val>
                                            <p:strVal val="0-#ppt_w/2"/>
                                          </p:val>
                                        </p:tav>
                                        <p:tav tm="100000">
                                          <p:val>
                                            <p:strVal val="#ppt_x"/>
                                          </p:val>
                                        </p:tav>
                                      </p:tavLst>
                                    </p:anim>
                                    <p:anim calcmode="lin" valueType="num">
                                      <p:cBhvr additive="base">
                                        <p:cTn id="125" dur="500" fill="hold"/>
                                        <p:tgtEl>
                                          <p:spTgt spid="58"/>
                                        </p:tgtEl>
                                        <p:attrNameLst>
                                          <p:attrName>ppt_y</p:attrName>
                                        </p:attrNameLst>
                                      </p:cBhvr>
                                      <p:tavLst>
                                        <p:tav tm="0">
                                          <p:val>
                                            <p:strVal val="#ppt_y"/>
                                          </p:val>
                                        </p:tav>
                                        <p:tav tm="100000">
                                          <p:val>
                                            <p:strVal val="#ppt_y"/>
                                          </p:val>
                                        </p:tav>
                                      </p:tavLst>
                                    </p:anim>
                                  </p:childTnLst>
                                </p:cTn>
                              </p:par>
                              <p:par>
                                <p:cTn id="126" presetID="2" presetClass="entr" presetSubtype="2" decel="100000" fill="hold" grpId="0" nodeType="withEffect">
                                  <p:stCondLst>
                                    <p:cond delay="500"/>
                                  </p:stCondLst>
                                  <p:childTnLst>
                                    <p:set>
                                      <p:cBhvr>
                                        <p:cTn id="127" dur="1" fill="hold">
                                          <p:stCondLst>
                                            <p:cond delay="0"/>
                                          </p:stCondLst>
                                        </p:cTn>
                                        <p:tgtEl>
                                          <p:spTgt spid="57">
                                            <p:txEl>
                                              <p:pRg st="0" end="0"/>
                                            </p:txEl>
                                          </p:spTgt>
                                        </p:tgtEl>
                                        <p:attrNameLst>
                                          <p:attrName>style.visibility</p:attrName>
                                        </p:attrNameLst>
                                      </p:cBhvr>
                                      <p:to>
                                        <p:strVal val="visible"/>
                                      </p:to>
                                    </p:set>
                                    <p:anim calcmode="lin" valueType="num">
                                      <p:cBhvr additive="base">
                                        <p:cTn id="128" dur="500" fill="hold"/>
                                        <p:tgtEl>
                                          <p:spTgt spid="57">
                                            <p:txEl>
                                              <p:pRg st="0" end="0"/>
                                            </p:txEl>
                                          </p:spTgt>
                                        </p:tgtEl>
                                        <p:attrNameLst>
                                          <p:attrName>ppt_x</p:attrName>
                                        </p:attrNameLst>
                                      </p:cBhvr>
                                      <p:tavLst>
                                        <p:tav tm="0">
                                          <p:val>
                                            <p:strVal val="1+#ppt_w/2"/>
                                          </p:val>
                                        </p:tav>
                                        <p:tav tm="100000">
                                          <p:val>
                                            <p:strVal val="#ppt_x"/>
                                          </p:val>
                                        </p:tav>
                                      </p:tavLst>
                                    </p:anim>
                                    <p:anim calcmode="lin" valueType="num">
                                      <p:cBhvr additive="base">
                                        <p:cTn id="129" dur="500" fill="hold"/>
                                        <p:tgtEl>
                                          <p:spTgt spid="5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6" grpId="0" animBg="1"/>
      <p:bldP spid="26" grpId="0" animBg="1"/>
      <p:bldP spid="34" grpId="0" animBg="1"/>
      <p:bldP spid="25" grpId="0" animBg="1"/>
      <p:bldP spid="33" grpId="0" animBg="1"/>
      <p:bldP spid="30" grpId="0" animBg="1"/>
      <p:bldP spid="29" grpId="0" animBg="1"/>
      <p:bldP spid="9" grpId="0" animBg="1"/>
      <p:bldP spid="5"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1" grpId="0" animBg="1"/>
      <p:bldP spid="12" grpId="0" animBg="1"/>
      <p:bldP spid="13" grpId="0" animBg="1"/>
      <p:bldP spid="14" grpId="0" animBg="1"/>
      <p:bldP spid="15" grpId="0" animBg="1"/>
      <p:bldP spid="19" grpId="0" build="p">
        <p:tmplLst>
          <p:tmpl lvl="1">
            <p:tnLst>
              <p:par>
                <p:cTn presetID="10" presetClass="entr" presetSubtype="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10" presetClass="entr" presetSubtype="0"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build="p">
        <p:tmplLst>
          <p:tmpl lvl="1">
            <p:tnLst>
              <p:par>
                <p:cTn presetID="10" presetClass="entr" presetSubtype="0" fill="hold" nodeType="withEffect">
                  <p:stCondLst>
                    <p:cond delay="75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p:tmplLst>
          <p:tmpl lvl="1">
            <p:tnLst>
              <p:par>
                <p:cTn presetID="10" presetClass="entr" presetSubtype="0" fill="hold" nodeType="withEffect">
                  <p:stCondLst>
                    <p:cond delay="100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49" grpId="0">
        <p:tmplLst>
          <p:tmpl>
            <p:tnLst>
              <p:par>
                <p:cTn presetID="22" presetClass="entr" presetSubtype="8"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wipe(left)">
                      <p:cBhvr>
                        <p:cTn dur="500"/>
                        <p:tgtEl>
                          <p:spTgt spid="49"/>
                        </p:tgtEl>
                      </p:cBhvr>
                    </p:animEffect>
                  </p:childTnLst>
                </p:cTn>
              </p:par>
            </p:tnLst>
          </p:tmpl>
        </p:tmplLst>
      </p:bldP>
      <p:bldP spid="50" grpId="0">
        <p:tmplLst>
          <p:tmpl>
            <p:tnLst>
              <p:par>
                <p:cTn presetID="22" presetClass="entr" presetSubtype="8"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wipe(left)">
                      <p:cBhvr>
                        <p:cTn dur="500"/>
                        <p:tgtEl>
                          <p:spTgt spid="50"/>
                        </p:tgtEl>
                      </p:cBhvr>
                    </p:animEffect>
                  </p:childTnLst>
                </p:cTn>
              </p:par>
            </p:tnLst>
          </p:tmpl>
        </p:tmplLst>
      </p:bldP>
      <p:bldP spid="51" grpId="0">
        <p:tmplLst>
          <p:tmpl>
            <p:tnLst>
              <p:par>
                <p:cTn presetID="22" presetClass="entr" presetSubtype="2"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wipe(right)">
                      <p:cBhvr>
                        <p:cTn dur="500"/>
                        <p:tgtEl>
                          <p:spTgt spid="51"/>
                        </p:tgtEl>
                      </p:cBhvr>
                    </p:animEffect>
                  </p:childTnLst>
                </p:cTn>
              </p:par>
            </p:tnLst>
          </p:tmpl>
        </p:tmplLst>
      </p:bldP>
      <p:bldP spid="52" grpId="0">
        <p:tmplLst>
          <p:tmpl>
            <p:tnLst>
              <p:par>
                <p:cTn presetID="22" presetClass="entr" presetSubtype="2" fill="hold" nodeType="withEffect">
                  <p:stCondLst>
                    <p:cond delay="0"/>
                  </p:stCondLst>
                  <p:childTnLst>
                    <p:set>
                      <p:cBhvr>
                        <p:cTn dur="1" fill="hold">
                          <p:stCondLst>
                            <p:cond delay="0"/>
                          </p:stCondLst>
                        </p:cTn>
                        <p:tgtEl>
                          <p:spTgt spid="52"/>
                        </p:tgtEl>
                        <p:attrNameLst>
                          <p:attrName>style.visibility</p:attrName>
                        </p:attrNameLst>
                      </p:cBhvr>
                      <p:to>
                        <p:strVal val="visible"/>
                      </p:to>
                    </p:set>
                    <p:animEffect transition="in" filter="wipe(right)">
                      <p:cBhvr>
                        <p:cTn dur="500"/>
                        <p:tgtEl>
                          <p:spTgt spid="52"/>
                        </p:tgtEl>
                      </p:cBhvr>
                    </p:animEffect>
                  </p:childTnLst>
                </p:cTn>
              </p:par>
            </p:tnLst>
          </p:tmpl>
        </p:tmplLst>
      </p:bldP>
      <p:bldP spid="53" grpId="0" animBg="1"/>
      <p:bldP spid="54" grpId="0" animBg="1"/>
      <p:bldP spid="55" grpId="0" animBg="1"/>
      <p:bldP spid="56" grpId="0" animBg="1"/>
      <p:bldP spid="57" grpId="0" build="allAtOnce">
        <p:tmplLst>
          <p:tmpl lvl="1">
            <p:tnLst>
              <p:par>
                <p:cTn presetID="2" presetClass="entr" presetSubtype="2" decel="100000" fill="hold" nodeType="withEffect">
                  <p:stCondLst>
                    <p:cond delay="50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1+#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op">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ドーナツ 8"/>
          <p:cNvSpPr/>
          <p:nvPr userDrawn="1"/>
        </p:nvSpPr>
        <p:spPr>
          <a:xfrm>
            <a:off x="6262886" y="2738663"/>
            <a:ext cx="5760642" cy="5769284"/>
          </a:xfrm>
          <a:prstGeom prst="donut">
            <a:avLst>
              <a:gd name="adj" fmla="val 8728"/>
            </a:avLst>
          </a:prstGeom>
          <a:solidFill>
            <a:schemeClr val="bg1">
              <a:lumMod val="95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0" name="アーチ 6"/>
          <p:cNvSpPr/>
          <p:nvPr userDrawn="1"/>
        </p:nvSpPr>
        <p:spPr>
          <a:xfrm>
            <a:off x="9178776" y="2738663"/>
            <a:ext cx="2844750" cy="3158992"/>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accent1">
              <a:lumMod val="20000"/>
              <a:lumOff val="8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1" name="アーチ 6"/>
          <p:cNvSpPr/>
          <p:nvPr userDrawn="1"/>
        </p:nvSpPr>
        <p:spPr>
          <a:xfrm rot="5400000">
            <a:off x="9021655" y="5506074"/>
            <a:ext cx="2844750" cy="3158992"/>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accent3">
              <a:lumMod val="40000"/>
              <a:lumOff val="6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2" name="アーチ 6"/>
          <p:cNvSpPr/>
          <p:nvPr userDrawn="1"/>
        </p:nvSpPr>
        <p:spPr>
          <a:xfrm rot="10800000">
            <a:off x="6254245" y="5348952"/>
            <a:ext cx="2844750" cy="3158992"/>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accent2">
              <a:lumMod val="40000"/>
              <a:lumOff val="6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3" name="アーチ 6"/>
          <p:cNvSpPr/>
          <p:nvPr userDrawn="1"/>
        </p:nvSpPr>
        <p:spPr>
          <a:xfrm rot="16200000">
            <a:off x="6411365" y="2580749"/>
            <a:ext cx="2844750" cy="3158992"/>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accent4">
              <a:lumMod val="40000"/>
              <a:lumOff val="6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4" name="テキスト プレースホルダー 11"/>
          <p:cNvSpPr>
            <a:spLocks noGrp="1"/>
          </p:cNvSpPr>
          <p:nvPr>
            <p:ph type="body" sz="quarter" idx="31" hasCustomPrompt="1"/>
          </p:nvPr>
        </p:nvSpPr>
        <p:spPr>
          <a:xfrm>
            <a:off x="12158541" y="3702537"/>
            <a:ext cx="5490610" cy="1651134"/>
          </a:xfrm>
        </p:spPr>
        <p:txBody>
          <a:bodyPr anchor="t">
            <a:noAutofit/>
          </a:bodyPr>
          <a:lstStyle>
            <a:lvl1pPr algn="l">
              <a:lnSpc>
                <a:spcPct val="120000"/>
              </a:lnSpc>
              <a:defRPr sz="2000">
                <a:solidFill>
                  <a:schemeClr val="tx2"/>
                </a:solidFill>
                <a:latin typeface="+mn-lt"/>
              </a:defRPr>
            </a:lvl1pPr>
          </a:lstStyle>
          <a:p>
            <a:pPr lvl="0"/>
            <a:r>
              <a:rPr lang="en-US" altLang="ja-JP" dirty="0"/>
              <a:t>Text Here</a:t>
            </a:r>
            <a:endParaRPr lang="en-US" dirty="0"/>
          </a:p>
        </p:txBody>
      </p:sp>
      <p:sp>
        <p:nvSpPr>
          <p:cNvPr id="15" name="テキスト プレースホルダー 11"/>
          <p:cNvSpPr>
            <a:spLocks noGrp="1"/>
          </p:cNvSpPr>
          <p:nvPr>
            <p:ph type="body" sz="quarter" idx="32" hasCustomPrompt="1"/>
          </p:nvPr>
        </p:nvSpPr>
        <p:spPr>
          <a:xfrm>
            <a:off x="12158541" y="2776995"/>
            <a:ext cx="5490610" cy="773203"/>
          </a:xfrm>
        </p:spPr>
        <p:txBody>
          <a:bodyPr anchor="b">
            <a:noAutofit/>
          </a:bodyPr>
          <a:lstStyle>
            <a:lvl1pPr algn="l">
              <a:lnSpc>
                <a:spcPct val="100000"/>
              </a:lnSpc>
              <a:spcBef>
                <a:spcPts val="0"/>
              </a:spcBef>
              <a:defRPr sz="2800" spc="0">
                <a:solidFill>
                  <a:schemeClr val="accent1"/>
                </a:solidFill>
                <a:latin typeface="Route 159 SemiBold" pitchFamily="50" charset="0"/>
              </a:defRPr>
            </a:lvl1pPr>
          </a:lstStyle>
          <a:p>
            <a:pPr lvl="0"/>
            <a:r>
              <a:rPr lang="en-US" altLang="ja-JP" dirty="0"/>
              <a:t>Text here</a:t>
            </a:r>
            <a:endParaRPr lang="en-US" dirty="0"/>
          </a:p>
        </p:txBody>
      </p:sp>
      <p:sp>
        <p:nvSpPr>
          <p:cNvPr id="16" name="テキスト プレースホルダー 11"/>
          <p:cNvSpPr>
            <a:spLocks noGrp="1"/>
          </p:cNvSpPr>
          <p:nvPr>
            <p:ph type="body" sz="quarter" idx="33" hasCustomPrompt="1"/>
          </p:nvPr>
        </p:nvSpPr>
        <p:spPr>
          <a:xfrm>
            <a:off x="12158541" y="6987902"/>
            <a:ext cx="5490610" cy="1651134"/>
          </a:xfrm>
        </p:spPr>
        <p:txBody>
          <a:bodyPr anchor="t">
            <a:noAutofit/>
          </a:bodyPr>
          <a:lstStyle>
            <a:lvl1pPr algn="l">
              <a:lnSpc>
                <a:spcPct val="120000"/>
              </a:lnSpc>
              <a:defRPr sz="2000">
                <a:solidFill>
                  <a:schemeClr val="tx2"/>
                </a:solidFill>
                <a:latin typeface="+mn-lt"/>
              </a:defRPr>
            </a:lvl1pPr>
          </a:lstStyle>
          <a:p>
            <a:pPr lvl="0"/>
            <a:r>
              <a:rPr lang="en-US" altLang="ja-JP" dirty="0"/>
              <a:t>Text Here</a:t>
            </a:r>
            <a:endParaRPr lang="en-US" dirty="0"/>
          </a:p>
        </p:txBody>
      </p:sp>
      <p:sp>
        <p:nvSpPr>
          <p:cNvPr id="17" name="テキスト プレースホルダー 11"/>
          <p:cNvSpPr>
            <a:spLocks noGrp="1"/>
          </p:cNvSpPr>
          <p:nvPr>
            <p:ph type="body" sz="quarter" idx="34" hasCustomPrompt="1"/>
          </p:nvPr>
        </p:nvSpPr>
        <p:spPr>
          <a:xfrm>
            <a:off x="12158541" y="6062360"/>
            <a:ext cx="5490610" cy="773203"/>
          </a:xfrm>
        </p:spPr>
        <p:txBody>
          <a:bodyPr anchor="b">
            <a:noAutofit/>
          </a:bodyPr>
          <a:lstStyle>
            <a:lvl1pPr algn="l">
              <a:lnSpc>
                <a:spcPct val="100000"/>
              </a:lnSpc>
              <a:spcBef>
                <a:spcPts val="0"/>
              </a:spcBef>
              <a:defRPr sz="2800" spc="0">
                <a:solidFill>
                  <a:schemeClr val="accent3"/>
                </a:solidFill>
                <a:latin typeface="Route 159 SemiBold" pitchFamily="50" charset="0"/>
              </a:defRPr>
            </a:lvl1pPr>
          </a:lstStyle>
          <a:p>
            <a:pPr lvl="0"/>
            <a:r>
              <a:rPr lang="en-US" altLang="ja-JP" dirty="0"/>
              <a:t>Text here</a:t>
            </a:r>
            <a:endParaRPr lang="en-US" dirty="0"/>
          </a:p>
        </p:txBody>
      </p:sp>
      <p:sp>
        <p:nvSpPr>
          <p:cNvPr id="18" name="テキスト プレースホルダー 11"/>
          <p:cNvSpPr>
            <a:spLocks noGrp="1"/>
          </p:cNvSpPr>
          <p:nvPr>
            <p:ph type="body" sz="quarter" idx="35" hasCustomPrompt="1"/>
          </p:nvPr>
        </p:nvSpPr>
        <p:spPr>
          <a:xfrm>
            <a:off x="637261" y="3716588"/>
            <a:ext cx="5490610" cy="1651134"/>
          </a:xfrm>
        </p:spPr>
        <p:txBody>
          <a:bodyPr anchor="t">
            <a:noAutofit/>
          </a:bodyPr>
          <a:lstStyle>
            <a:lvl1pPr algn="r">
              <a:lnSpc>
                <a:spcPct val="120000"/>
              </a:lnSpc>
              <a:defRPr sz="2000">
                <a:solidFill>
                  <a:schemeClr val="tx2"/>
                </a:solidFill>
                <a:latin typeface="+mn-lt"/>
              </a:defRPr>
            </a:lvl1pPr>
          </a:lstStyle>
          <a:p>
            <a:pPr lvl="0"/>
            <a:r>
              <a:rPr lang="en-US" altLang="ja-JP" dirty="0"/>
              <a:t>Text Here</a:t>
            </a:r>
            <a:endParaRPr lang="en-US" dirty="0"/>
          </a:p>
        </p:txBody>
      </p:sp>
      <p:sp>
        <p:nvSpPr>
          <p:cNvPr id="19" name="テキスト プレースホルダー 11"/>
          <p:cNvSpPr>
            <a:spLocks noGrp="1"/>
          </p:cNvSpPr>
          <p:nvPr>
            <p:ph type="body" sz="quarter" idx="36" hasCustomPrompt="1"/>
          </p:nvPr>
        </p:nvSpPr>
        <p:spPr>
          <a:xfrm>
            <a:off x="637261" y="2791046"/>
            <a:ext cx="5490610" cy="773203"/>
          </a:xfrm>
        </p:spPr>
        <p:txBody>
          <a:bodyPr anchor="b">
            <a:noAutofit/>
          </a:bodyPr>
          <a:lstStyle>
            <a:lvl1pPr algn="r">
              <a:lnSpc>
                <a:spcPct val="100000"/>
              </a:lnSpc>
              <a:spcBef>
                <a:spcPts val="0"/>
              </a:spcBef>
              <a:defRPr sz="2800" spc="0">
                <a:solidFill>
                  <a:schemeClr val="accent4"/>
                </a:solidFill>
                <a:latin typeface="Route 159 SemiBold" pitchFamily="50" charset="0"/>
              </a:defRPr>
            </a:lvl1pPr>
          </a:lstStyle>
          <a:p>
            <a:pPr lvl="0"/>
            <a:r>
              <a:rPr lang="en-US" altLang="ja-JP" dirty="0"/>
              <a:t>Text here</a:t>
            </a:r>
            <a:endParaRPr lang="en-US" dirty="0"/>
          </a:p>
        </p:txBody>
      </p:sp>
      <p:sp>
        <p:nvSpPr>
          <p:cNvPr id="20" name="テキスト プレースホルダー 11"/>
          <p:cNvSpPr>
            <a:spLocks noGrp="1"/>
          </p:cNvSpPr>
          <p:nvPr>
            <p:ph type="body" sz="quarter" idx="37" hasCustomPrompt="1"/>
          </p:nvPr>
        </p:nvSpPr>
        <p:spPr>
          <a:xfrm>
            <a:off x="637261" y="7001953"/>
            <a:ext cx="5490610" cy="1651134"/>
          </a:xfrm>
        </p:spPr>
        <p:txBody>
          <a:bodyPr anchor="t">
            <a:noAutofit/>
          </a:bodyPr>
          <a:lstStyle>
            <a:lvl1pPr algn="r">
              <a:lnSpc>
                <a:spcPct val="120000"/>
              </a:lnSpc>
              <a:defRPr sz="2000">
                <a:solidFill>
                  <a:schemeClr val="tx2"/>
                </a:solidFill>
                <a:latin typeface="+mn-lt"/>
              </a:defRPr>
            </a:lvl1pPr>
          </a:lstStyle>
          <a:p>
            <a:pPr lvl="0"/>
            <a:r>
              <a:rPr lang="en-US" altLang="ja-JP" dirty="0"/>
              <a:t>Text Here</a:t>
            </a:r>
            <a:endParaRPr lang="en-US" dirty="0"/>
          </a:p>
        </p:txBody>
      </p:sp>
      <p:sp>
        <p:nvSpPr>
          <p:cNvPr id="21" name="テキスト プレースホルダー 11"/>
          <p:cNvSpPr>
            <a:spLocks noGrp="1"/>
          </p:cNvSpPr>
          <p:nvPr>
            <p:ph type="body" sz="quarter" idx="38" hasCustomPrompt="1"/>
          </p:nvPr>
        </p:nvSpPr>
        <p:spPr>
          <a:xfrm>
            <a:off x="637261" y="6076411"/>
            <a:ext cx="5490610" cy="773203"/>
          </a:xfrm>
        </p:spPr>
        <p:txBody>
          <a:bodyPr anchor="b">
            <a:noAutofit/>
          </a:bodyPr>
          <a:lstStyle>
            <a:lvl1pPr algn="r">
              <a:lnSpc>
                <a:spcPct val="100000"/>
              </a:lnSpc>
              <a:spcBef>
                <a:spcPts val="0"/>
              </a:spcBef>
              <a:defRPr sz="2800" spc="0">
                <a:solidFill>
                  <a:schemeClr val="accent2"/>
                </a:solidFill>
                <a:latin typeface="Route 159 SemiBold" pitchFamily="50" charset="0"/>
              </a:defRPr>
            </a:lvl1pPr>
          </a:lstStyle>
          <a:p>
            <a:pPr lvl="0"/>
            <a:r>
              <a:rPr lang="en-US" altLang="ja-JP" dirty="0"/>
              <a:t>Text here</a:t>
            </a:r>
            <a:endParaRPr lang="en-US" dirty="0"/>
          </a:p>
        </p:txBody>
      </p:sp>
      <p:sp>
        <p:nvSpPr>
          <p:cNvPr id="22" name="テキスト プレースホルダー 11"/>
          <p:cNvSpPr>
            <a:spLocks noGrp="1"/>
          </p:cNvSpPr>
          <p:nvPr>
            <p:ph type="body" sz="quarter" idx="39" hasCustomPrompt="1"/>
          </p:nvPr>
        </p:nvSpPr>
        <p:spPr>
          <a:xfrm>
            <a:off x="6982966" y="5168139"/>
            <a:ext cx="4275474" cy="773203"/>
          </a:xfrm>
        </p:spPr>
        <p:txBody>
          <a:bodyPr anchor="ctr">
            <a:noAutofit/>
          </a:bodyPr>
          <a:lstStyle>
            <a:lvl1pPr algn="ctr">
              <a:lnSpc>
                <a:spcPct val="120000"/>
              </a:lnSpc>
              <a:defRPr sz="3200" spc="0">
                <a:solidFill>
                  <a:schemeClr val="tx2"/>
                </a:solidFill>
                <a:latin typeface="Route 159 SemiBold" pitchFamily="50" charset="0"/>
              </a:defRPr>
            </a:lvl1pPr>
          </a:lstStyle>
          <a:p>
            <a:pPr lvl="0"/>
            <a:r>
              <a:rPr lang="en-US" altLang="ja-JP" dirty="0"/>
              <a:t>Text Here</a:t>
            </a:r>
            <a:endParaRPr lang="en-US" dirty="0"/>
          </a:p>
        </p:txBody>
      </p:sp>
      <p:sp>
        <p:nvSpPr>
          <p:cNvPr id="23" name="円/楕円 22"/>
          <p:cNvSpPr/>
          <p:nvPr userDrawn="1"/>
        </p:nvSpPr>
        <p:spPr>
          <a:xfrm>
            <a:off x="10444030" y="3322934"/>
            <a:ext cx="1350150" cy="1350150"/>
          </a:xfrm>
          <a:prstGeom prst="ellipse">
            <a:avLst/>
          </a:prstGeom>
          <a:solidFill>
            <a:schemeClr val="accent1"/>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図プレースホルダー 7"/>
          <p:cNvSpPr>
            <a:spLocks noGrp="1"/>
          </p:cNvSpPr>
          <p:nvPr>
            <p:ph type="pic" sz="quarter" idx="17" hasCustomPrompt="1"/>
          </p:nvPr>
        </p:nvSpPr>
        <p:spPr>
          <a:xfrm>
            <a:off x="10793062" y="3638606"/>
            <a:ext cx="684364" cy="684364"/>
          </a:xfrm>
        </p:spPr>
        <p:txBody>
          <a:bodyPr>
            <a:normAutofit/>
          </a:bodyPr>
          <a:lstStyle>
            <a:lvl1pPr>
              <a:defRPr sz="1600"/>
            </a:lvl1pPr>
          </a:lstStyle>
          <a:p>
            <a:r>
              <a:rPr kumimoji="1" lang="en-US" altLang="ja-JP" dirty="0"/>
              <a:t>ICON</a:t>
            </a:r>
            <a:endParaRPr kumimoji="1" lang="ja-JP" altLang="en-US" dirty="0"/>
          </a:p>
        </p:txBody>
      </p:sp>
      <p:sp>
        <p:nvSpPr>
          <p:cNvPr id="25" name="円/楕円 24"/>
          <p:cNvSpPr/>
          <p:nvPr userDrawn="1"/>
        </p:nvSpPr>
        <p:spPr>
          <a:xfrm>
            <a:off x="10448351" y="6688383"/>
            <a:ext cx="1350150" cy="1350150"/>
          </a:xfrm>
          <a:prstGeom prst="ellipse">
            <a:avLst/>
          </a:prstGeom>
          <a:solidFill>
            <a:schemeClr val="accent3"/>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図プレースホルダー 7"/>
          <p:cNvSpPr>
            <a:spLocks noGrp="1"/>
          </p:cNvSpPr>
          <p:nvPr>
            <p:ph type="pic" sz="quarter" idx="40" hasCustomPrompt="1"/>
          </p:nvPr>
        </p:nvSpPr>
        <p:spPr>
          <a:xfrm>
            <a:off x="10797383" y="7004055"/>
            <a:ext cx="684364" cy="684364"/>
          </a:xfrm>
        </p:spPr>
        <p:txBody>
          <a:bodyPr>
            <a:normAutofit/>
          </a:bodyPr>
          <a:lstStyle>
            <a:lvl1pPr>
              <a:defRPr sz="1600"/>
            </a:lvl1pPr>
          </a:lstStyle>
          <a:p>
            <a:r>
              <a:rPr kumimoji="1" lang="en-US" altLang="ja-JP" dirty="0"/>
              <a:t>ICON</a:t>
            </a:r>
            <a:endParaRPr kumimoji="1" lang="ja-JP" altLang="en-US" dirty="0"/>
          </a:p>
        </p:txBody>
      </p:sp>
      <p:sp>
        <p:nvSpPr>
          <p:cNvPr id="27" name="円/楕円 26"/>
          <p:cNvSpPr/>
          <p:nvPr userDrawn="1"/>
        </p:nvSpPr>
        <p:spPr>
          <a:xfrm>
            <a:off x="6543924" y="6688383"/>
            <a:ext cx="1350150" cy="1350150"/>
          </a:xfrm>
          <a:prstGeom prst="ellipse">
            <a:avLst/>
          </a:prstGeom>
          <a:solidFill>
            <a:schemeClr val="accent2"/>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図プレースホルダー 7"/>
          <p:cNvSpPr>
            <a:spLocks noGrp="1"/>
          </p:cNvSpPr>
          <p:nvPr>
            <p:ph type="pic" sz="quarter" idx="41" hasCustomPrompt="1"/>
          </p:nvPr>
        </p:nvSpPr>
        <p:spPr>
          <a:xfrm>
            <a:off x="6892956" y="7004055"/>
            <a:ext cx="684364" cy="684364"/>
          </a:xfrm>
        </p:spPr>
        <p:txBody>
          <a:bodyPr>
            <a:normAutofit/>
          </a:bodyPr>
          <a:lstStyle>
            <a:lvl1pPr>
              <a:defRPr sz="1600"/>
            </a:lvl1pPr>
          </a:lstStyle>
          <a:p>
            <a:r>
              <a:rPr kumimoji="1" lang="en-US" altLang="ja-JP" dirty="0"/>
              <a:t>ICON</a:t>
            </a:r>
            <a:endParaRPr kumimoji="1" lang="ja-JP" altLang="en-US" dirty="0"/>
          </a:p>
        </p:txBody>
      </p:sp>
      <p:sp>
        <p:nvSpPr>
          <p:cNvPr id="29" name="円/楕円 28"/>
          <p:cNvSpPr/>
          <p:nvPr userDrawn="1"/>
        </p:nvSpPr>
        <p:spPr>
          <a:xfrm>
            <a:off x="6543924" y="3322934"/>
            <a:ext cx="1350150" cy="1350150"/>
          </a:xfrm>
          <a:prstGeom prst="ellipse">
            <a:avLst/>
          </a:prstGeom>
          <a:solidFill>
            <a:schemeClr val="accent4"/>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図プレースホルダー 7"/>
          <p:cNvSpPr>
            <a:spLocks noGrp="1"/>
          </p:cNvSpPr>
          <p:nvPr>
            <p:ph type="pic" sz="quarter" idx="42" hasCustomPrompt="1"/>
          </p:nvPr>
        </p:nvSpPr>
        <p:spPr>
          <a:xfrm>
            <a:off x="6892956" y="3638606"/>
            <a:ext cx="684364" cy="684364"/>
          </a:xfrm>
        </p:spPr>
        <p:txBody>
          <a:bodyPr>
            <a:normAutofit/>
          </a:bodyPr>
          <a:lstStyle>
            <a:lvl1pPr>
              <a:defRPr sz="1600"/>
            </a:lvl1pPr>
          </a:lstStyle>
          <a:p>
            <a:r>
              <a:rPr kumimoji="1" lang="en-US" altLang="ja-JP" dirty="0"/>
              <a:t>ICON</a:t>
            </a:r>
            <a:endParaRPr kumimoji="1" lang="ja-JP" altLang="en-US" dirty="0"/>
          </a:p>
        </p:txBody>
      </p:sp>
      <p:sp>
        <p:nvSpPr>
          <p:cNvPr id="31" name="正方形/長方形 30"/>
          <p:cNvSpPr/>
          <p:nvPr userDrawn="1"/>
        </p:nvSpPr>
        <p:spPr>
          <a:xfrm>
            <a:off x="12264623" y="3620360"/>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32" name="正方形/長方形 31"/>
          <p:cNvSpPr/>
          <p:nvPr userDrawn="1"/>
        </p:nvSpPr>
        <p:spPr>
          <a:xfrm>
            <a:off x="12264623" y="6888096"/>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33" name="正方形/長方形 32"/>
          <p:cNvSpPr/>
          <p:nvPr userDrawn="1"/>
        </p:nvSpPr>
        <p:spPr>
          <a:xfrm>
            <a:off x="2773406" y="6909096"/>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34" name="正方形/長方形 33"/>
          <p:cNvSpPr/>
          <p:nvPr userDrawn="1"/>
        </p:nvSpPr>
        <p:spPr>
          <a:xfrm>
            <a:off x="2773406" y="3613384"/>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Tree>
    <p:extLst>
      <p:ext uri="{BB962C8B-B14F-4D97-AF65-F5344CB8AC3E}">
        <p14:creationId xmlns:p14="http://schemas.microsoft.com/office/powerpoint/2010/main" val="269218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1"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heel(1)">
                                      <p:cBhvr>
                                        <p:cTn id="15" dur="750"/>
                                        <p:tgtEl>
                                          <p:spTgt spid="9"/>
                                        </p:tgtEl>
                                      </p:cBhvr>
                                    </p:animEffect>
                                  </p:childTnLst>
                                </p:cTn>
                              </p:par>
                            </p:childTnLst>
                          </p:cTn>
                        </p:par>
                        <p:par>
                          <p:cTn id="16" fill="hold">
                            <p:stCondLst>
                              <p:cond delay="1250"/>
                            </p:stCondLst>
                            <p:childTnLst>
                              <p:par>
                                <p:cTn id="17" presetID="10" presetClass="entr" presetSubtype="0" fill="hold" grpId="0" nodeType="afterEffect">
                                  <p:stCondLst>
                                    <p:cond delay="0"/>
                                  </p:stCondLst>
                                  <p:childTnLst>
                                    <p:set>
                                      <p:cBhvr>
                                        <p:cTn id="18" dur="1" fill="hold">
                                          <p:stCondLst>
                                            <p:cond delay="0"/>
                                          </p:stCondLst>
                                        </p:cTn>
                                        <p:tgtEl>
                                          <p:spTgt spid="22">
                                            <p:txEl>
                                              <p:pRg st="0" end="0"/>
                                            </p:txEl>
                                          </p:spTgt>
                                        </p:tgtEl>
                                        <p:attrNameLst>
                                          <p:attrName>style.visibility</p:attrName>
                                        </p:attrNameLst>
                                      </p:cBhvr>
                                      <p:to>
                                        <p:strVal val="visible"/>
                                      </p:to>
                                    </p:set>
                                    <p:animEffect transition="in" filter="fade">
                                      <p:cBhvr>
                                        <p:cTn id="19" dur="500"/>
                                        <p:tgtEl>
                                          <p:spTgt spid="22">
                                            <p:txEl>
                                              <p:pRg st="0" end="0"/>
                                            </p:txEl>
                                          </p:spTgt>
                                        </p:tgtEl>
                                      </p:cBhvr>
                                    </p:animEffect>
                                  </p:childTnLst>
                                </p:cTn>
                              </p:par>
                            </p:childTnLst>
                          </p:cTn>
                        </p:par>
                        <p:par>
                          <p:cTn id="20" fill="hold">
                            <p:stCondLst>
                              <p:cond delay="1750"/>
                            </p:stCondLst>
                            <p:childTnLst>
                              <p:par>
                                <p:cTn id="21" presetID="22" presetClass="entr" presetSubtype="1" fill="hold" grpId="0" nodeType="afterEffect">
                                  <p:stCondLst>
                                    <p:cond delay="50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500"/>
                                        <p:tgtEl>
                                          <p:spTgt spid="10"/>
                                        </p:tgtEl>
                                      </p:cBhvr>
                                    </p:animEffect>
                                  </p:childTnLst>
                                </p:cTn>
                              </p:par>
                            </p:childTnLst>
                          </p:cTn>
                        </p:par>
                        <p:par>
                          <p:cTn id="24" fill="hold">
                            <p:stCondLst>
                              <p:cond delay="2750"/>
                            </p:stCondLst>
                            <p:childTnLst>
                              <p:par>
                                <p:cTn id="25" presetID="10"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2" presetClass="entr" presetSubtype="2" decel="100000" fill="hold" grpId="0" nodeType="withEffect">
                                  <p:stCondLst>
                                    <p:cond delay="0"/>
                                  </p:stCondLst>
                                  <p:iterate type="wd">
                                    <p:tmPct val="10000"/>
                                  </p:iterate>
                                  <p:childTnLst>
                                    <p:set>
                                      <p:cBhvr>
                                        <p:cTn id="32" dur="1" fill="hold">
                                          <p:stCondLst>
                                            <p:cond delay="0"/>
                                          </p:stCondLst>
                                        </p:cTn>
                                        <p:tgtEl>
                                          <p:spTgt spid="15">
                                            <p:txEl>
                                              <p:pRg st="0" end="0"/>
                                            </p:txEl>
                                          </p:spTgt>
                                        </p:tgtEl>
                                        <p:attrNameLst>
                                          <p:attrName>style.visibility</p:attrName>
                                        </p:attrNameLst>
                                      </p:cBhvr>
                                      <p:to>
                                        <p:strVal val="visible"/>
                                      </p:to>
                                    </p:set>
                                    <p:anim calcmode="lin" valueType="num">
                                      <p:cBhvr additive="base">
                                        <p:cTn id="33"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5">
                                            <p:txEl>
                                              <p:pRg st="0" end="0"/>
                                            </p:txEl>
                                          </p:spTgt>
                                        </p:tgtEl>
                                        <p:attrNameLst>
                                          <p:attrName>ppt_y</p:attrName>
                                        </p:attrNameLst>
                                      </p:cBhvr>
                                      <p:tavLst>
                                        <p:tav tm="0">
                                          <p:val>
                                            <p:strVal val="#ppt_y"/>
                                          </p:val>
                                        </p:tav>
                                        <p:tav tm="100000">
                                          <p:val>
                                            <p:strVal val="#ppt_y"/>
                                          </p:val>
                                        </p:tav>
                                      </p:tavLst>
                                    </p:anim>
                                  </p:childTnLst>
                                </p:cTn>
                              </p:par>
                              <p:par>
                                <p:cTn id="35" presetID="2" presetClass="entr" presetSubtype="2" decel="100000" fill="hold" grpId="0" nodeType="withEffect">
                                  <p:stCondLst>
                                    <p:cond delay="250"/>
                                  </p:stCondLst>
                                  <p:iterate type="wd">
                                    <p:tmPct val="10000"/>
                                  </p:iterate>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1+#ppt_w/2"/>
                                          </p:val>
                                        </p:tav>
                                        <p:tav tm="100000">
                                          <p:val>
                                            <p:strVal val="#ppt_x"/>
                                          </p:val>
                                        </p:tav>
                                      </p:tavLst>
                                    </p:anim>
                                    <p:anim calcmode="lin" valueType="num">
                                      <p:cBhvr additive="base">
                                        <p:cTn id="38" dur="500" fill="hold"/>
                                        <p:tgtEl>
                                          <p:spTgt spid="31"/>
                                        </p:tgtEl>
                                        <p:attrNameLst>
                                          <p:attrName>ppt_y</p:attrName>
                                        </p:attrNameLst>
                                      </p:cBhvr>
                                      <p:tavLst>
                                        <p:tav tm="0">
                                          <p:val>
                                            <p:strVal val="#ppt_y"/>
                                          </p:val>
                                        </p:tav>
                                        <p:tav tm="100000">
                                          <p:val>
                                            <p:strVal val="#ppt_y"/>
                                          </p:val>
                                        </p:tav>
                                      </p:tavLst>
                                    </p:anim>
                                  </p:childTnLst>
                                </p:cTn>
                              </p:par>
                              <p:par>
                                <p:cTn id="39" presetID="22" presetClass="entr" presetSubtype="8" fill="hold" grpId="0" nodeType="withEffect">
                                  <p:stCondLst>
                                    <p:cond delay="500"/>
                                  </p:stCondLst>
                                  <p:childTnLst>
                                    <p:set>
                                      <p:cBhvr>
                                        <p:cTn id="40" dur="1" fill="hold">
                                          <p:stCondLst>
                                            <p:cond delay="0"/>
                                          </p:stCondLst>
                                        </p:cTn>
                                        <p:tgtEl>
                                          <p:spTgt spid="14">
                                            <p:txEl>
                                              <p:pRg st="0" end="0"/>
                                            </p:txEl>
                                          </p:spTgt>
                                        </p:tgtEl>
                                        <p:attrNameLst>
                                          <p:attrName>style.visibility</p:attrName>
                                        </p:attrNameLst>
                                      </p:cBhvr>
                                      <p:to>
                                        <p:strVal val="visible"/>
                                      </p:to>
                                    </p:set>
                                    <p:animEffect transition="in" filter="wipe(left)">
                                      <p:cBhvr>
                                        <p:cTn id="41" dur="500"/>
                                        <p:tgtEl>
                                          <p:spTgt spid="14">
                                            <p:txEl>
                                              <p:pRg st="0" end="0"/>
                                            </p:txEl>
                                          </p:spTgt>
                                        </p:tgtEl>
                                      </p:cBhvr>
                                    </p:animEffect>
                                  </p:childTnLst>
                                </p:cTn>
                              </p:par>
                            </p:childTnLst>
                          </p:cTn>
                        </p:par>
                        <p:par>
                          <p:cTn id="42" fill="hold">
                            <p:stCondLst>
                              <p:cond delay="3750"/>
                            </p:stCondLst>
                            <p:childTnLst>
                              <p:par>
                                <p:cTn id="43" presetID="22" presetClass="entr" presetSubtype="1" fill="hold" grpId="0" nodeType="afterEffect">
                                  <p:stCondLst>
                                    <p:cond delay="250"/>
                                  </p:stCondLst>
                                  <p:childTnLst>
                                    <p:set>
                                      <p:cBhvr>
                                        <p:cTn id="44" dur="1" fill="hold">
                                          <p:stCondLst>
                                            <p:cond delay="0"/>
                                          </p:stCondLst>
                                        </p:cTn>
                                        <p:tgtEl>
                                          <p:spTgt spid="11"/>
                                        </p:tgtEl>
                                        <p:attrNameLst>
                                          <p:attrName>style.visibility</p:attrName>
                                        </p:attrNameLst>
                                      </p:cBhvr>
                                      <p:to>
                                        <p:strVal val="visible"/>
                                      </p:to>
                                    </p:set>
                                    <p:animEffect transition="in" filter="wipe(up)">
                                      <p:cBhvr>
                                        <p:cTn id="45" dur="500"/>
                                        <p:tgtEl>
                                          <p:spTgt spid="11"/>
                                        </p:tgtEl>
                                      </p:cBhvr>
                                    </p:animEffect>
                                  </p:childTnLst>
                                </p:cTn>
                              </p:par>
                            </p:childTnLst>
                          </p:cTn>
                        </p:par>
                        <p:par>
                          <p:cTn id="46" fill="hold">
                            <p:stCondLst>
                              <p:cond delay="4500"/>
                            </p:stCondLst>
                            <p:childTnLst>
                              <p:par>
                                <p:cTn id="47" presetID="10" presetClass="entr" presetSubtype="0"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2" presetClass="entr" presetSubtype="2" decel="100000" fill="hold" grpId="0" nodeType="withEffect">
                                  <p:stCondLst>
                                    <p:cond delay="0"/>
                                  </p:stCondLst>
                                  <p:iterate type="wd">
                                    <p:tmPct val="10000"/>
                                  </p:iterate>
                                  <p:childTnLst>
                                    <p:set>
                                      <p:cBhvr>
                                        <p:cTn id="54" dur="1" fill="hold">
                                          <p:stCondLst>
                                            <p:cond delay="0"/>
                                          </p:stCondLst>
                                        </p:cTn>
                                        <p:tgtEl>
                                          <p:spTgt spid="17">
                                            <p:txEl>
                                              <p:pRg st="0" end="0"/>
                                            </p:txEl>
                                          </p:spTgt>
                                        </p:tgtEl>
                                        <p:attrNameLst>
                                          <p:attrName>style.visibility</p:attrName>
                                        </p:attrNameLst>
                                      </p:cBhvr>
                                      <p:to>
                                        <p:strVal val="visible"/>
                                      </p:to>
                                    </p:set>
                                    <p:anim calcmode="lin" valueType="num">
                                      <p:cBhvr additive="base">
                                        <p:cTn id="55" dur="5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7">
                                            <p:txEl>
                                              <p:pRg st="0" end="0"/>
                                            </p:txEl>
                                          </p:spTgt>
                                        </p:tgtEl>
                                        <p:attrNameLst>
                                          <p:attrName>ppt_y</p:attrName>
                                        </p:attrNameLst>
                                      </p:cBhvr>
                                      <p:tavLst>
                                        <p:tav tm="0">
                                          <p:val>
                                            <p:strVal val="#ppt_y"/>
                                          </p:val>
                                        </p:tav>
                                        <p:tav tm="100000">
                                          <p:val>
                                            <p:strVal val="#ppt_y"/>
                                          </p:val>
                                        </p:tav>
                                      </p:tavLst>
                                    </p:anim>
                                  </p:childTnLst>
                                </p:cTn>
                              </p:par>
                              <p:par>
                                <p:cTn id="57" presetID="2" presetClass="entr" presetSubtype="2" decel="100000" fill="hold" grpId="0" nodeType="withEffect">
                                  <p:stCondLst>
                                    <p:cond delay="250"/>
                                  </p:stCondLst>
                                  <p:iterate type="wd">
                                    <p:tmPct val="10000"/>
                                  </p:iterate>
                                  <p:childTnLst>
                                    <p:set>
                                      <p:cBhvr>
                                        <p:cTn id="58" dur="1" fill="hold">
                                          <p:stCondLst>
                                            <p:cond delay="0"/>
                                          </p:stCondLst>
                                        </p:cTn>
                                        <p:tgtEl>
                                          <p:spTgt spid="32"/>
                                        </p:tgtEl>
                                        <p:attrNameLst>
                                          <p:attrName>style.visibility</p:attrName>
                                        </p:attrNameLst>
                                      </p:cBhvr>
                                      <p:to>
                                        <p:strVal val="visible"/>
                                      </p:to>
                                    </p:set>
                                    <p:anim calcmode="lin" valueType="num">
                                      <p:cBhvr additive="base">
                                        <p:cTn id="59" dur="500" fill="hold"/>
                                        <p:tgtEl>
                                          <p:spTgt spid="32"/>
                                        </p:tgtEl>
                                        <p:attrNameLst>
                                          <p:attrName>ppt_x</p:attrName>
                                        </p:attrNameLst>
                                      </p:cBhvr>
                                      <p:tavLst>
                                        <p:tav tm="0">
                                          <p:val>
                                            <p:strVal val="1+#ppt_w/2"/>
                                          </p:val>
                                        </p:tav>
                                        <p:tav tm="100000">
                                          <p:val>
                                            <p:strVal val="#ppt_x"/>
                                          </p:val>
                                        </p:tav>
                                      </p:tavLst>
                                    </p:anim>
                                    <p:anim calcmode="lin" valueType="num">
                                      <p:cBhvr additive="base">
                                        <p:cTn id="60" dur="500" fill="hold"/>
                                        <p:tgtEl>
                                          <p:spTgt spid="32"/>
                                        </p:tgtEl>
                                        <p:attrNameLst>
                                          <p:attrName>ppt_y</p:attrName>
                                        </p:attrNameLst>
                                      </p:cBhvr>
                                      <p:tavLst>
                                        <p:tav tm="0">
                                          <p:val>
                                            <p:strVal val="#ppt_y"/>
                                          </p:val>
                                        </p:tav>
                                        <p:tav tm="100000">
                                          <p:val>
                                            <p:strVal val="#ppt_y"/>
                                          </p:val>
                                        </p:tav>
                                      </p:tavLst>
                                    </p:anim>
                                  </p:childTnLst>
                                </p:cTn>
                              </p:par>
                              <p:par>
                                <p:cTn id="61" presetID="22" presetClass="entr" presetSubtype="8" fill="hold" grpId="0" nodeType="withEffect">
                                  <p:stCondLst>
                                    <p:cond delay="500"/>
                                  </p:stCondLst>
                                  <p:childTnLst>
                                    <p:set>
                                      <p:cBhvr>
                                        <p:cTn id="62" dur="1" fill="hold">
                                          <p:stCondLst>
                                            <p:cond delay="0"/>
                                          </p:stCondLst>
                                        </p:cTn>
                                        <p:tgtEl>
                                          <p:spTgt spid="16">
                                            <p:txEl>
                                              <p:pRg st="0" end="0"/>
                                            </p:txEl>
                                          </p:spTgt>
                                        </p:tgtEl>
                                        <p:attrNameLst>
                                          <p:attrName>style.visibility</p:attrName>
                                        </p:attrNameLst>
                                      </p:cBhvr>
                                      <p:to>
                                        <p:strVal val="visible"/>
                                      </p:to>
                                    </p:set>
                                    <p:animEffect transition="in" filter="wipe(left)">
                                      <p:cBhvr>
                                        <p:cTn id="63" dur="500"/>
                                        <p:tgtEl>
                                          <p:spTgt spid="16">
                                            <p:txEl>
                                              <p:pRg st="0" end="0"/>
                                            </p:txEl>
                                          </p:spTgt>
                                        </p:tgtEl>
                                      </p:cBhvr>
                                    </p:animEffect>
                                  </p:childTnLst>
                                </p:cTn>
                              </p:par>
                            </p:childTnLst>
                          </p:cTn>
                        </p:par>
                        <p:par>
                          <p:cTn id="64" fill="hold">
                            <p:stCondLst>
                              <p:cond delay="5500"/>
                            </p:stCondLst>
                            <p:childTnLst>
                              <p:par>
                                <p:cTn id="65" presetID="22" presetClass="entr" presetSubtype="4" fill="hold" grpId="0" nodeType="afterEffect">
                                  <p:stCondLst>
                                    <p:cond delay="250"/>
                                  </p:stCondLst>
                                  <p:childTnLst>
                                    <p:set>
                                      <p:cBhvr>
                                        <p:cTn id="66" dur="1" fill="hold">
                                          <p:stCondLst>
                                            <p:cond delay="0"/>
                                          </p:stCondLst>
                                        </p:cTn>
                                        <p:tgtEl>
                                          <p:spTgt spid="12"/>
                                        </p:tgtEl>
                                        <p:attrNameLst>
                                          <p:attrName>style.visibility</p:attrName>
                                        </p:attrNameLst>
                                      </p:cBhvr>
                                      <p:to>
                                        <p:strVal val="visible"/>
                                      </p:to>
                                    </p:set>
                                    <p:animEffect transition="in" filter="wipe(down)">
                                      <p:cBhvr>
                                        <p:cTn id="67" dur="500"/>
                                        <p:tgtEl>
                                          <p:spTgt spid="12"/>
                                        </p:tgtEl>
                                      </p:cBhvr>
                                    </p:animEffect>
                                  </p:childTnLst>
                                </p:cTn>
                              </p:par>
                            </p:childTnLst>
                          </p:cTn>
                        </p:par>
                        <p:par>
                          <p:cTn id="68" fill="hold">
                            <p:stCondLst>
                              <p:cond delay="6250"/>
                            </p:stCondLst>
                            <p:childTnLst>
                              <p:par>
                                <p:cTn id="69" presetID="10" presetClass="entr" presetSubtype="0"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par>
                                <p:cTn id="75" presetID="2" presetClass="entr" presetSubtype="8" decel="100000" fill="hold" grpId="0" nodeType="withEffect">
                                  <p:stCondLst>
                                    <p:cond delay="0"/>
                                  </p:stCondLst>
                                  <p:iterate type="wd">
                                    <p:tmPct val="10000"/>
                                  </p:iterate>
                                  <p:childTnLst>
                                    <p:set>
                                      <p:cBhvr>
                                        <p:cTn id="76" dur="1" fill="hold">
                                          <p:stCondLst>
                                            <p:cond delay="0"/>
                                          </p:stCondLst>
                                        </p:cTn>
                                        <p:tgtEl>
                                          <p:spTgt spid="21">
                                            <p:txEl>
                                              <p:pRg st="0" end="0"/>
                                            </p:txEl>
                                          </p:spTgt>
                                        </p:tgtEl>
                                        <p:attrNameLst>
                                          <p:attrName>style.visibility</p:attrName>
                                        </p:attrNameLst>
                                      </p:cBhvr>
                                      <p:to>
                                        <p:strVal val="visible"/>
                                      </p:to>
                                    </p:set>
                                    <p:anim calcmode="lin" valueType="num">
                                      <p:cBhvr additive="base">
                                        <p:cTn id="77"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78" dur="500" fill="hold"/>
                                        <p:tgtEl>
                                          <p:spTgt spid="21">
                                            <p:txEl>
                                              <p:pRg st="0" end="0"/>
                                            </p:txEl>
                                          </p:spTgt>
                                        </p:tgtEl>
                                        <p:attrNameLst>
                                          <p:attrName>ppt_y</p:attrName>
                                        </p:attrNameLst>
                                      </p:cBhvr>
                                      <p:tavLst>
                                        <p:tav tm="0">
                                          <p:val>
                                            <p:strVal val="#ppt_y"/>
                                          </p:val>
                                        </p:tav>
                                        <p:tav tm="100000">
                                          <p:val>
                                            <p:strVal val="#ppt_y"/>
                                          </p:val>
                                        </p:tav>
                                      </p:tavLst>
                                    </p:anim>
                                  </p:childTnLst>
                                </p:cTn>
                              </p:par>
                              <p:par>
                                <p:cTn id="79" presetID="2" presetClass="entr" presetSubtype="8" decel="100000" fill="hold" grpId="0" nodeType="withEffect">
                                  <p:stCondLst>
                                    <p:cond delay="250"/>
                                  </p:stCondLst>
                                  <p:iterate type="wd">
                                    <p:tmPct val="10000"/>
                                  </p:iterate>
                                  <p:childTnLst>
                                    <p:set>
                                      <p:cBhvr>
                                        <p:cTn id="80" dur="1" fill="hold">
                                          <p:stCondLst>
                                            <p:cond delay="0"/>
                                          </p:stCondLst>
                                        </p:cTn>
                                        <p:tgtEl>
                                          <p:spTgt spid="33"/>
                                        </p:tgtEl>
                                        <p:attrNameLst>
                                          <p:attrName>style.visibility</p:attrName>
                                        </p:attrNameLst>
                                      </p:cBhvr>
                                      <p:to>
                                        <p:strVal val="visible"/>
                                      </p:to>
                                    </p:set>
                                    <p:anim calcmode="lin" valueType="num">
                                      <p:cBhvr additive="base">
                                        <p:cTn id="81" dur="500" fill="hold"/>
                                        <p:tgtEl>
                                          <p:spTgt spid="33"/>
                                        </p:tgtEl>
                                        <p:attrNameLst>
                                          <p:attrName>ppt_x</p:attrName>
                                        </p:attrNameLst>
                                      </p:cBhvr>
                                      <p:tavLst>
                                        <p:tav tm="0">
                                          <p:val>
                                            <p:strVal val="0-#ppt_w/2"/>
                                          </p:val>
                                        </p:tav>
                                        <p:tav tm="100000">
                                          <p:val>
                                            <p:strVal val="#ppt_x"/>
                                          </p:val>
                                        </p:tav>
                                      </p:tavLst>
                                    </p:anim>
                                    <p:anim calcmode="lin" valueType="num">
                                      <p:cBhvr additive="base">
                                        <p:cTn id="82" dur="500" fill="hold"/>
                                        <p:tgtEl>
                                          <p:spTgt spid="33"/>
                                        </p:tgtEl>
                                        <p:attrNameLst>
                                          <p:attrName>ppt_y</p:attrName>
                                        </p:attrNameLst>
                                      </p:cBhvr>
                                      <p:tavLst>
                                        <p:tav tm="0">
                                          <p:val>
                                            <p:strVal val="#ppt_y"/>
                                          </p:val>
                                        </p:tav>
                                        <p:tav tm="100000">
                                          <p:val>
                                            <p:strVal val="#ppt_y"/>
                                          </p:val>
                                        </p:tav>
                                      </p:tavLst>
                                    </p:anim>
                                  </p:childTnLst>
                                </p:cTn>
                              </p:par>
                              <p:par>
                                <p:cTn id="83" presetID="22" presetClass="entr" presetSubtype="2" fill="hold" grpId="0" nodeType="withEffect">
                                  <p:stCondLst>
                                    <p:cond delay="500"/>
                                  </p:stCondLst>
                                  <p:childTnLst>
                                    <p:set>
                                      <p:cBhvr>
                                        <p:cTn id="84" dur="1" fill="hold">
                                          <p:stCondLst>
                                            <p:cond delay="0"/>
                                          </p:stCondLst>
                                        </p:cTn>
                                        <p:tgtEl>
                                          <p:spTgt spid="20">
                                            <p:txEl>
                                              <p:pRg st="0" end="0"/>
                                            </p:txEl>
                                          </p:spTgt>
                                        </p:tgtEl>
                                        <p:attrNameLst>
                                          <p:attrName>style.visibility</p:attrName>
                                        </p:attrNameLst>
                                      </p:cBhvr>
                                      <p:to>
                                        <p:strVal val="visible"/>
                                      </p:to>
                                    </p:set>
                                    <p:animEffect transition="in" filter="wipe(right)">
                                      <p:cBhvr>
                                        <p:cTn id="85" dur="500"/>
                                        <p:tgtEl>
                                          <p:spTgt spid="20">
                                            <p:txEl>
                                              <p:pRg st="0" end="0"/>
                                            </p:txEl>
                                          </p:spTgt>
                                        </p:tgtEl>
                                      </p:cBhvr>
                                    </p:animEffect>
                                  </p:childTnLst>
                                </p:cTn>
                              </p:par>
                            </p:childTnLst>
                          </p:cTn>
                        </p:par>
                        <p:par>
                          <p:cTn id="86" fill="hold">
                            <p:stCondLst>
                              <p:cond delay="7250"/>
                            </p:stCondLst>
                            <p:childTnLst>
                              <p:par>
                                <p:cTn id="87" presetID="22" presetClass="entr" presetSubtype="4" fill="hold" grpId="0" nodeType="afterEffect">
                                  <p:stCondLst>
                                    <p:cond delay="250"/>
                                  </p:stCondLst>
                                  <p:childTnLst>
                                    <p:set>
                                      <p:cBhvr>
                                        <p:cTn id="88" dur="1" fill="hold">
                                          <p:stCondLst>
                                            <p:cond delay="0"/>
                                          </p:stCondLst>
                                        </p:cTn>
                                        <p:tgtEl>
                                          <p:spTgt spid="13"/>
                                        </p:tgtEl>
                                        <p:attrNameLst>
                                          <p:attrName>style.visibility</p:attrName>
                                        </p:attrNameLst>
                                      </p:cBhvr>
                                      <p:to>
                                        <p:strVal val="visible"/>
                                      </p:to>
                                    </p:set>
                                    <p:animEffect transition="in" filter="wipe(down)">
                                      <p:cBhvr>
                                        <p:cTn id="89" dur="500"/>
                                        <p:tgtEl>
                                          <p:spTgt spid="13"/>
                                        </p:tgtEl>
                                      </p:cBhvr>
                                    </p:animEffect>
                                  </p:childTnLst>
                                </p:cTn>
                              </p:par>
                            </p:childTnLst>
                          </p:cTn>
                        </p:par>
                        <p:par>
                          <p:cTn id="90" fill="hold">
                            <p:stCondLst>
                              <p:cond delay="8000"/>
                            </p:stCondLst>
                            <p:childTnLst>
                              <p:par>
                                <p:cTn id="91" presetID="10" presetClass="entr" presetSubtype="0" fill="hold" grpId="0" nodeType="after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fade">
                                      <p:cBhvr>
                                        <p:cTn id="96" dur="500"/>
                                        <p:tgtEl>
                                          <p:spTgt spid="29"/>
                                        </p:tgtEl>
                                      </p:cBhvr>
                                    </p:animEffect>
                                  </p:childTnLst>
                                </p:cTn>
                              </p:par>
                              <p:par>
                                <p:cTn id="97" presetID="2" presetClass="entr" presetSubtype="8" decel="100000" fill="hold" grpId="0" nodeType="withEffect">
                                  <p:stCondLst>
                                    <p:cond delay="0"/>
                                  </p:stCondLst>
                                  <p:iterate type="wd">
                                    <p:tmPct val="10000"/>
                                  </p:iterate>
                                  <p:childTnLst>
                                    <p:set>
                                      <p:cBhvr>
                                        <p:cTn id="98" dur="1" fill="hold">
                                          <p:stCondLst>
                                            <p:cond delay="0"/>
                                          </p:stCondLst>
                                        </p:cTn>
                                        <p:tgtEl>
                                          <p:spTgt spid="19">
                                            <p:txEl>
                                              <p:pRg st="0" end="0"/>
                                            </p:txEl>
                                          </p:spTgt>
                                        </p:tgtEl>
                                        <p:attrNameLst>
                                          <p:attrName>style.visibility</p:attrName>
                                        </p:attrNameLst>
                                      </p:cBhvr>
                                      <p:to>
                                        <p:strVal val="visible"/>
                                      </p:to>
                                    </p:set>
                                    <p:anim calcmode="lin" valueType="num">
                                      <p:cBhvr additive="base">
                                        <p:cTn id="99" dur="500" fill="hold"/>
                                        <p:tgtEl>
                                          <p:spTgt spid="19">
                                            <p:txEl>
                                              <p:pRg st="0" end="0"/>
                                            </p:txEl>
                                          </p:spTgt>
                                        </p:tgtEl>
                                        <p:attrNameLst>
                                          <p:attrName>ppt_x</p:attrName>
                                        </p:attrNameLst>
                                      </p:cBhvr>
                                      <p:tavLst>
                                        <p:tav tm="0">
                                          <p:val>
                                            <p:strVal val="0-#ppt_w/2"/>
                                          </p:val>
                                        </p:tav>
                                        <p:tav tm="100000">
                                          <p:val>
                                            <p:strVal val="#ppt_x"/>
                                          </p:val>
                                        </p:tav>
                                      </p:tavLst>
                                    </p:anim>
                                    <p:anim calcmode="lin" valueType="num">
                                      <p:cBhvr additive="base">
                                        <p:cTn id="100" dur="500" fill="hold"/>
                                        <p:tgtEl>
                                          <p:spTgt spid="19">
                                            <p:txEl>
                                              <p:pRg st="0" end="0"/>
                                            </p:txEl>
                                          </p:spTgt>
                                        </p:tgtEl>
                                        <p:attrNameLst>
                                          <p:attrName>ppt_y</p:attrName>
                                        </p:attrNameLst>
                                      </p:cBhvr>
                                      <p:tavLst>
                                        <p:tav tm="0">
                                          <p:val>
                                            <p:strVal val="#ppt_y"/>
                                          </p:val>
                                        </p:tav>
                                        <p:tav tm="100000">
                                          <p:val>
                                            <p:strVal val="#ppt_y"/>
                                          </p:val>
                                        </p:tav>
                                      </p:tavLst>
                                    </p:anim>
                                  </p:childTnLst>
                                </p:cTn>
                              </p:par>
                              <p:par>
                                <p:cTn id="101" presetID="2" presetClass="entr" presetSubtype="8" decel="100000" fill="hold" grpId="0" nodeType="withEffect">
                                  <p:stCondLst>
                                    <p:cond delay="250"/>
                                  </p:stCondLst>
                                  <p:iterate type="wd">
                                    <p:tmPct val="10000"/>
                                  </p:iterate>
                                  <p:childTnLst>
                                    <p:set>
                                      <p:cBhvr>
                                        <p:cTn id="102" dur="1" fill="hold">
                                          <p:stCondLst>
                                            <p:cond delay="0"/>
                                          </p:stCondLst>
                                        </p:cTn>
                                        <p:tgtEl>
                                          <p:spTgt spid="34"/>
                                        </p:tgtEl>
                                        <p:attrNameLst>
                                          <p:attrName>style.visibility</p:attrName>
                                        </p:attrNameLst>
                                      </p:cBhvr>
                                      <p:to>
                                        <p:strVal val="visible"/>
                                      </p:to>
                                    </p:set>
                                    <p:anim calcmode="lin" valueType="num">
                                      <p:cBhvr additive="base">
                                        <p:cTn id="103" dur="500" fill="hold"/>
                                        <p:tgtEl>
                                          <p:spTgt spid="34"/>
                                        </p:tgtEl>
                                        <p:attrNameLst>
                                          <p:attrName>ppt_x</p:attrName>
                                        </p:attrNameLst>
                                      </p:cBhvr>
                                      <p:tavLst>
                                        <p:tav tm="0">
                                          <p:val>
                                            <p:strVal val="0-#ppt_w/2"/>
                                          </p:val>
                                        </p:tav>
                                        <p:tav tm="100000">
                                          <p:val>
                                            <p:strVal val="#ppt_x"/>
                                          </p:val>
                                        </p:tav>
                                      </p:tavLst>
                                    </p:anim>
                                    <p:anim calcmode="lin" valueType="num">
                                      <p:cBhvr additive="base">
                                        <p:cTn id="104" dur="500" fill="hold"/>
                                        <p:tgtEl>
                                          <p:spTgt spid="34"/>
                                        </p:tgtEl>
                                        <p:attrNameLst>
                                          <p:attrName>ppt_y</p:attrName>
                                        </p:attrNameLst>
                                      </p:cBhvr>
                                      <p:tavLst>
                                        <p:tav tm="0">
                                          <p:val>
                                            <p:strVal val="#ppt_y"/>
                                          </p:val>
                                        </p:tav>
                                        <p:tav tm="100000">
                                          <p:val>
                                            <p:strVal val="#ppt_y"/>
                                          </p:val>
                                        </p:tav>
                                      </p:tavLst>
                                    </p:anim>
                                  </p:childTnLst>
                                </p:cTn>
                              </p:par>
                              <p:par>
                                <p:cTn id="105" presetID="22" presetClass="entr" presetSubtype="2" fill="hold" grpId="0" nodeType="withEffect">
                                  <p:stCondLst>
                                    <p:cond delay="500"/>
                                  </p:stCondLst>
                                  <p:childTnLst>
                                    <p:set>
                                      <p:cBhvr>
                                        <p:cTn id="106" dur="1" fill="hold">
                                          <p:stCondLst>
                                            <p:cond delay="0"/>
                                          </p:stCondLst>
                                        </p:cTn>
                                        <p:tgtEl>
                                          <p:spTgt spid="18">
                                            <p:txEl>
                                              <p:pRg st="0" end="0"/>
                                            </p:txEl>
                                          </p:spTgt>
                                        </p:tgtEl>
                                        <p:attrNameLst>
                                          <p:attrName>style.visibility</p:attrName>
                                        </p:attrNameLst>
                                      </p:cBhvr>
                                      <p:to>
                                        <p:strVal val="visible"/>
                                      </p:to>
                                    </p:set>
                                    <p:animEffect transition="in" filter="wipe(right)">
                                      <p:cBhvr>
                                        <p:cTn id="10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9" grpId="0" animBg="1"/>
      <p:bldP spid="10" grpId="0" animBg="1"/>
      <p:bldP spid="11" grpId="0" animBg="1"/>
      <p:bldP spid="12" grpId="0" animBg="1"/>
      <p:bldP spid="13" grpId="0" animBg="1"/>
      <p:bldP spid="14" grpId="0" build="p">
        <p:tmplLst>
          <p:tmpl lvl="1">
            <p:tnLst>
              <p:par>
                <p:cTn presetID="22" presetClass="entr" presetSubtype="8" fill="hold" nodeType="withEffect">
                  <p:stCondLst>
                    <p:cond delay="50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P spid="15" grpId="0" build="p">
        <p:tmplLst>
          <p:tmpl lvl="1">
            <p:tnLst>
              <p:par>
                <p:cTn presetID="2" presetClass="entr" presetSubtype="2" decel="100000" fill="hold" nodeType="withEffect">
                  <p:stCondLst>
                    <p:cond delay="0"/>
                  </p:stCondLst>
                  <p:iterate type="wd">
                    <p:tmPct val="10000"/>
                  </p:iterate>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1+#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P spid="16" grpId="0" build="p">
        <p:tmplLst>
          <p:tmpl lvl="1">
            <p:tnLst>
              <p:par>
                <p:cTn presetID="22" presetClass="entr" presetSubtype="8" fill="hold" nodeType="withEffect">
                  <p:stCondLst>
                    <p:cond delay="50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build="p">
        <p:tmplLst>
          <p:tmpl lvl="1">
            <p:tnLst>
              <p:par>
                <p:cTn presetID="2" presetClass="entr" presetSubtype="2" decel="100000" fill="hold" nodeType="withEffect">
                  <p:stCondLst>
                    <p:cond delay="0"/>
                  </p:stCondLst>
                  <p:iterate type="wd">
                    <p:tmPct val="10000"/>
                  </p:iterate>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1+#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Lst>
      </p:bldP>
      <p:bldP spid="18" grpId="0" build="p">
        <p:tmplLst>
          <p:tmpl lvl="1">
            <p:tnLst>
              <p:par>
                <p:cTn presetID="22" presetClass="entr" presetSubtype="2" fill="hold" nodeType="withEffect">
                  <p:stCondLst>
                    <p:cond delay="500"/>
                  </p:stCondLst>
                  <p:childTnLst>
                    <p:set>
                      <p:cBhvr>
                        <p:cTn dur="1" fill="hold">
                          <p:stCondLst>
                            <p:cond delay="0"/>
                          </p:stCondLst>
                        </p:cTn>
                        <p:tgtEl>
                          <p:spTgt spid="18"/>
                        </p:tgtEl>
                        <p:attrNameLst>
                          <p:attrName>style.visibility</p:attrName>
                        </p:attrNameLst>
                      </p:cBhvr>
                      <p:to>
                        <p:strVal val="visible"/>
                      </p:to>
                    </p:set>
                    <p:animEffect transition="in" filter="wipe(right)">
                      <p:cBhvr>
                        <p:cTn dur="500"/>
                        <p:tgtEl>
                          <p:spTgt spid="18"/>
                        </p:tgtEl>
                      </p:cBhvr>
                    </p:animEffect>
                  </p:childTnLst>
                </p:cTn>
              </p:par>
            </p:tnLst>
          </p:tmpl>
        </p:tmplLst>
      </p:bldP>
      <p:bldP spid="19" grpId="0" build="p">
        <p:tmplLst>
          <p:tmpl lvl="1">
            <p:tnLst>
              <p:par>
                <p:cTn presetID="2" presetClass="entr" presetSubtype="8" decel="100000" fill="hold" nodeType="withEffect">
                  <p:stCondLst>
                    <p:cond delay="0"/>
                  </p:stCondLst>
                  <p:iterate type="wd">
                    <p:tmPct val="10000"/>
                  </p:iterate>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0-#ppt_w/2"/>
                          </p:val>
                        </p:tav>
                        <p:tav tm="100000">
                          <p:val>
                            <p:strVal val="#ppt_x"/>
                          </p:val>
                        </p:tav>
                      </p:tavLst>
                    </p:anim>
                    <p:anim calcmode="lin" valueType="num">
                      <p:cBhvr additive="base">
                        <p:cTn dur="500" fill="hold"/>
                        <p:tgtEl>
                          <p:spTgt spid="19"/>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2" presetClass="entr" presetSubtype="2"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wipe(right)">
                      <p:cBhvr>
                        <p:cTn dur="500"/>
                        <p:tgtEl>
                          <p:spTgt spid="20"/>
                        </p:tgtEl>
                      </p:cBhvr>
                    </p:animEffect>
                  </p:childTnLst>
                </p:cTn>
              </p:par>
            </p:tnLst>
          </p:tmpl>
        </p:tmplLst>
      </p:bldP>
      <p:bldP spid="21" grpId="0" build="p">
        <p:tmplLst>
          <p:tmpl lvl="1">
            <p:tnLst>
              <p:par>
                <p:cTn presetID="2" presetClass="entr" presetSubtype="8" decel="100000" fill="hold" nodeType="withEffect">
                  <p:stCondLst>
                    <p:cond delay="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10" presetClass="entr" presetSubtype="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animBg="1"/>
      <p:bldP spid="24" grpId="0"/>
      <p:bldP spid="25" grpId="0" animBg="1"/>
      <p:bldP spid="26" grpId="0"/>
      <p:bldP spid="27" grpId="0" animBg="1"/>
      <p:bldP spid="28" grpId="0"/>
      <p:bldP spid="29" grpId="0" animBg="1"/>
      <p:bldP spid="30" grpId="0"/>
      <p:bldP spid="31" grpId="0" animBg="1"/>
      <p:bldP spid="32" grpId="0" animBg="1"/>
      <p:bldP spid="33" grpId="0" animBg="1"/>
      <p:bldP spid="34" grpId="0" animBg="1"/>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ear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ドーナツ 7"/>
          <p:cNvSpPr/>
          <p:nvPr userDrawn="1"/>
        </p:nvSpPr>
        <p:spPr>
          <a:xfrm>
            <a:off x="3792577" y="2171314"/>
            <a:ext cx="3264415" cy="3350811"/>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1">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ドーナツ 7"/>
          <p:cNvSpPr/>
          <p:nvPr userDrawn="1"/>
        </p:nvSpPr>
        <p:spPr>
          <a:xfrm>
            <a:off x="7104309" y="3234519"/>
            <a:ext cx="4076208" cy="4184089"/>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tx2"/>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ドーナツ 7"/>
          <p:cNvSpPr/>
          <p:nvPr userDrawn="1"/>
        </p:nvSpPr>
        <p:spPr>
          <a:xfrm>
            <a:off x="11180517" y="4465797"/>
            <a:ext cx="2876677" cy="2952811"/>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2">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1" name="ドーナツ 7"/>
          <p:cNvSpPr/>
          <p:nvPr userDrawn="1"/>
        </p:nvSpPr>
        <p:spPr>
          <a:xfrm rot="21318328">
            <a:off x="13204533" y="1975752"/>
            <a:ext cx="3264415" cy="3350811"/>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4">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ドーナツ 7"/>
          <p:cNvSpPr/>
          <p:nvPr userDrawn="1"/>
        </p:nvSpPr>
        <p:spPr>
          <a:xfrm rot="1061079">
            <a:off x="846870" y="2388725"/>
            <a:ext cx="2876677" cy="2952811"/>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3">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ドーナツ 7"/>
          <p:cNvSpPr/>
          <p:nvPr userDrawn="1"/>
        </p:nvSpPr>
        <p:spPr>
          <a:xfrm>
            <a:off x="14684992" y="4850808"/>
            <a:ext cx="3220870" cy="3306114"/>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6">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ドーナツ 7"/>
          <p:cNvSpPr/>
          <p:nvPr userDrawn="1"/>
        </p:nvSpPr>
        <p:spPr>
          <a:xfrm rot="1442875">
            <a:off x="1812621" y="4863286"/>
            <a:ext cx="3264415" cy="3350811"/>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5">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テキスト プレースホルダー 6"/>
          <p:cNvSpPr>
            <a:spLocks noGrp="1"/>
          </p:cNvSpPr>
          <p:nvPr>
            <p:ph type="body" sz="quarter" idx="22" hasCustomPrompt="1"/>
          </p:nvPr>
        </p:nvSpPr>
        <p:spPr>
          <a:xfrm>
            <a:off x="5001701" y="7997587"/>
            <a:ext cx="8291216" cy="1446663"/>
          </a:xfrm>
        </p:spPr>
        <p:txBody>
          <a:bodyPr anchor="t">
            <a:normAutofit/>
          </a:bodyPr>
          <a:lstStyle>
            <a:lvl1pPr algn="ctr">
              <a:defRPr sz="2000" baseline="0">
                <a:solidFill>
                  <a:schemeClr val="tx2"/>
                </a:solidFill>
              </a:defRPr>
            </a:lvl1pPr>
          </a:lstStyle>
          <a:p>
            <a:pPr lvl="0"/>
            <a:r>
              <a:rPr kumimoji="1" lang="en-US" altLang="ja-JP" dirty="0"/>
              <a:t>Text goes here</a:t>
            </a:r>
            <a:endParaRPr kumimoji="1" lang="ja-JP" altLang="en-US" dirty="0"/>
          </a:p>
        </p:txBody>
      </p:sp>
      <p:sp>
        <p:nvSpPr>
          <p:cNvPr id="16" name="正方形/長方形 15"/>
          <p:cNvSpPr/>
          <p:nvPr userDrawn="1"/>
        </p:nvSpPr>
        <p:spPr>
          <a:xfrm>
            <a:off x="7522233" y="7892109"/>
            <a:ext cx="3240360" cy="72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17" name="テキスト プレースホルダー 11"/>
          <p:cNvSpPr>
            <a:spLocks noGrp="1"/>
          </p:cNvSpPr>
          <p:nvPr>
            <p:ph type="body" sz="quarter" idx="32" hasCustomPrompt="1"/>
          </p:nvPr>
        </p:nvSpPr>
        <p:spPr>
          <a:xfrm>
            <a:off x="7859496" y="4912665"/>
            <a:ext cx="2567393" cy="773203"/>
          </a:xfrm>
        </p:spPr>
        <p:txBody>
          <a:bodyPr anchor="ctr">
            <a:noAutofit/>
          </a:bodyPr>
          <a:lstStyle>
            <a:lvl1pPr algn="ctr">
              <a:lnSpc>
                <a:spcPct val="100000"/>
              </a:lnSpc>
              <a:spcBef>
                <a:spcPts val="0"/>
              </a:spcBef>
              <a:defRPr sz="2400" spc="0">
                <a:solidFill>
                  <a:schemeClr val="tx2"/>
                </a:solidFill>
                <a:latin typeface="Route 159 SemiBold" pitchFamily="50" charset="0"/>
              </a:defRPr>
            </a:lvl1pPr>
          </a:lstStyle>
          <a:p>
            <a:pPr lvl="0"/>
            <a:r>
              <a:rPr lang="en-US" altLang="ja-JP" dirty="0"/>
              <a:t>Word</a:t>
            </a:r>
            <a:endParaRPr lang="en-US" dirty="0"/>
          </a:p>
        </p:txBody>
      </p:sp>
      <p:sp>
        <p:nvSpPr>
          <p:cNvPr id="18" name="テキスト プレースホルダー 11"/>
          <p:cNvSpPr>
            <a:spLocks noGrp="1"/>
          </p:cNvSpPr>
          <p:nvPr>
            <p:ph type="body" sz="quarter" idx="33" hasCustomPrompt="1"/>
          </p:nvPr>
        </p:nvSpPr>
        <p:spPr>
          <a:xfrm>
            <a:off x="4307106" y="3460117"/>
            <a:ext cx="2144508" cy="773203"/>
          </a:xfrm>
        </p:spPr>
        <p:txBody>
          <a:bodyPr anchor="ctr">
            <a:noAutofit/>
          </a:bodyPr>
          <a:lstStyle>
            <a:lvl1pPr algn="ctr">
              <a:lnSpc>
                <a:spcPct val="100000"/>
              </a:lnSpc>
              <a:spcBef>
                <a:spcPts val="0"/>
              </a:spcBef>
              <a:defRPr sz="2400" spc="0">
                <a:solidFill>
                  <a:schemeClr val="accent1"/>
                </a:solidFill>
                <a:latin typeface="Route 159 SemiBold" pitchFamily="50" charset="0"/>
              </a:defRPr>
            </a:lvl1pPr>
          </a:lstStyle>
          <a:p>
            <a:pPr lvl="0"/>
            <a:r>
              <a:rPr lang="en-US" altLang="ja-JP" dirty="0"/>
              <a:t>Word</a:t>
            </a:r>
            <a:endParaRPr lang="en-US" dirty="0"/>
          </a:p>
        </p:txBody>
      </p:sp>
      <p:sp>
        <p:nvSpPr>
          <p:cNvPr id="19" name="テキスト プレースホルダー 11"/>
          <p:cNvSpPr>
            <a:spLocks noGrp="1"/>
          </p:cNvSpPr>
          <p:nvPr>
            <p:ph type="body" sz="quarter" idx="34" hasCustomPrompt="1"/>
          </p:nvPr>
        </p:nvSpPr>
        <p:spPr>
          <a:xfrm>
            <a:off x="2358926" y="6152089"/>
            <a:ext cx="2144508" cy="773203"/>
          </a:xfrm>
        </p:spPr>
        <p:txBody>
          <a:bodyPr anchor="ctr">
            <a:noAutofit/>
          </a:bodyPr>
          <a:lstStyle>
            <a:lvl1pPr algn="ctr">
              <a:lnSpc>
                <a:spcPct val="100000"/>
              </a:lnSpc>
              <a:spcBef>
                <a:spcPts val="0"/>
              </a:spcBef>
              <a:defRPr sz="2400" spc="0">
                <a:solidFill>
                  <a:schemeClr val="accent5"/>
                </a:solidFill>
                <a:latin typeface="Route 159 SemiBold" pitchFamily="50" charset="0"/>
              </a:defRPr>
            </a:lvl1pPr>
          </a:lstStyle>
          <a:p>
            <a:pPr lvl="0"/>
            <a:r>
              <a:rPr lang="en-US" altLang="ja-JP" dirty="0"/>
              <a:t>Word</a:t>
            </a:r>
            <a:endParaRPr lang="en-US" dirty="0"/>
          </a:p>
        </p:txBody>
      </p:sp>
      <p:sp>
        <p:nvSpPr>
          <p:cNvPr id="20" name="テキスト プレースホルダー 11"/>
          <p:cNvSpPr>
            <a:spLocks noGrp="1"/>
          </p:cNvSpPr>
          <p:nvPr>
            <p:ph type="body" sz="quarter" idx="35" hasCustomPrompt="1"/>
          </p:nvPr>
        </p:nvSpPr>
        <p:spPr>
          <a:xfrm>
            <a:off x="1271559" y="3460117"/>
            <a:ext cx="1966991" cy="773203"/>
          </a:xfrm>
        </p:spPr>
        <p:txBody>
          <a:bodyPr anchor="ctr">
            <a:noAutofit/>
          </a:bodyPr>
          <a:lstStyle>
            <a:lvl1pPr algn="ctr">
              <a:lnSpc>
                <a:spcPct val="100000"/>
              </a:lnSpc>
              <a:spcBef>
                <a:spcPts val="0"/>
              </a:spcBef>
              <a:defRPr sz="2000" spc="0">
                <a:solidFill>
                  <a:schemeClr val="accent3"/>
                </a:solidFill>
                <a:latin typeface="Route 159 SemiBold" pitchFamily="50" charset="0"/>
              </a:defRPr>
            </a:lvl1pPr>
          </a:lstStyle>
          <a:p>
            <a:pPr lvl="0"/>
            <a:r>
              <a:rPr lang="en-US" altLang="ja-JP" dirty="0"/>
              <a:t>Word</a:t>
            </a:r>
            <a:endParaRPr lang="en-US" dirty="0"/>
          </a:p>
        </p:txBody>
      </p:sp>
      <p:sp>
        <p:nvSpPr>
          <p:cNvPr id="21" name="テキスト プレースホルダー 11"/>
          <p:cNvSpPr>
            <a:spLocks noGrp="1"/>
          </p:cNvSpPr>
          <p:nvPr>
            <p:ph type="body" sz="quarter" idx="36" hasCustomPrompt="1"/>
          </p:nvPr>
        </p:nvSpPr>
        <p:spPr>
          <a:xfrm>
            <a:off x="11635359" y="5538752"/>
            <a:ext cx="1966991" cy="773203"/>
          </a:xfrm>
        </p:spPr>
        <p:txBody>
          <a:bodyPr anchor="ctr">
            <a:noAutofit/>
          </a:bodyPr>
          <a:lstStyle>
            <a:lvl1pPr algn="ctr">
              <a:lnSpc>
                <a:spcPct val="100000"/>
              </a:lnSpc>
              <a:spcBef>
                <a:spcPts val="0"/>
              </a:spcBef>
              <a:defRPr sz="2000" spc="0">
                <a:solidFill>
                  <a:schemeClr val="accent2"/>
                </a:solidFill>
                <a:latin typeface="Route 159 SemiBold" pitchFamily="50" charset="0"/>
              </a:defRPr>
            </a:lvl1pPr>
          </a:lstStyle>
          <a:p>
            <a:pPr lvl="0"/>
            <a:r>
              <a:rPr lang="en-US" altLang="ja-JP" dirty="0"/>
              <a:t>Word</a:t>
            </a:r>
            <a:endParaRPr lang="en-US" dirty="0"/>
          </a:p>
        </p:txBody>
      </p:sp>
      <p:sp>
        <p:nvSpPr>
          <p:cNvPr id="22" name="テキスト プレースホルダー 11"/>
          <p:cNvSpPr>
            <a:spLocks noGrp="1"/>
          </p:cNvSpPr>
          <p:nvPr>
            <p:ph type="body" sz="quarter" idx="37" hasCustomPrompt="1"/>
          </p:nvPr>
        </p:nvSpPr>
        <p:spPr>
          <a:xfrm>
            <a:off x="13750838" y="3278442"/>
            <a:ext cx="2144508" cy="773203"/>
          </a:xfrm>
        </p:spPr>
        <p:txBody>
          <a:bodyPr anchor="ctr">
            <a:noAutofit/>
          </a:bodyPr>
          <a:lstStyle>
            <a:lvl1pPr algn="ctr">
              <a:lnSpc>
                <a:spcPct val="100000"/>
              </a:lnSpc>
              <a:spcBef>
                <a:spcPts val="0"/>
              </a:spcBef>
              <a:defRPr sz="2400" spc="0">
                <a:solidFill>
                  <a:schemeClr val="accent4"/>
                </a:solidFill>
                <a:latin typeface="Route 159 SemiBold" pitchFamily="50" charset="0"/>
              </a:defRPr>
            </a:lvl1pPr>
          </a:lstStyle>
          <a:p>
            <a:pPr lvl="0"/>
            <a:r>
              <a:rPr lang="en-US" altLang="ja-JP" dirty="0"/>
              <a:t>Word</a:t>
            </a:r>
            <a:endParaRPr lang="en-US" dirty="0"/>
          </a:p>
        </p:txBody>
      </p:sp>
      <p:sp>
        <p:nvSpPr>
          <p:cNvPr id="23" name="テキスト プレースホルダー 11"/>
          <p:cNvSpPr>
            <a:spLocks noGrp="1"/>
          </p:cNvSpPr>
          <p:nvPr>
            <p:ph type="body" sz="quarter" idx="38" hasCustomPrompt="1"/>
          </p:nvPr>
        </p:nvSpPr>
        <p:spPr>
          <a:xfrm>
            <a:off x="15223173" y="6117263"/>
            <a:ext cx="2144508" cy="773203"/>
          </a:xfrm>
        </p:spPr>
        <p:txBody>
          <a:bodyPr anchor="ctr">
            <a:noAutofit/>
          </a:bodyPr>
          <a:lstStyle>
            <a:lvl1pPr algn="ctr">
              <a:lnSpc>
                <a:spcPct val="100000"/>
              </a:lnSpc>
              <a:spcBef>
                <a:spcPts val="0"/>
              </a:spcBef>
              <a:defRPr sz="2400" spc="0">
                <a:solidFill>
                  <a:schemeClr val="accent6"/>
                </a:solidFill>
                <a:latin typeface="Route 159 SemiBold" pitchFamily="50" charset="0"/>
              </a:defRPr>
            </a:lvl1pPr>
          </a:lstStyle>
          <a:p>
            <a:pPr lvl="0"/>
            <a:r>
              <a:rPr lang="en-US" altLang="ja-JP" dirty="0"/>
              <a:t>Word</a:t>
            </a:r>
            <a:endParaRPr lang="en-US" dirty="0"/>
          </a:p>
        </p:txBody>
      </p:sp>
    </p:spTree>
    <p:extLst>
      <p:ext uri="{BB962C8B-B14F-4D97-AF65-F5344CB8AC3E}">
        <p14:creationId xmlns:p14="http://schemas.microsoft.com/office/powerpoint/2010/main" val="2172079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49" presetClass="entr" presetSubtype="0" decel="10000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750" fill="hold"/>
                                        <p:tgtEl>
                                          <p:spTgt spid="9"/>
                                        </p:tgtEl>
                                        <p:attrNameLst>
                                          <p:attrName>ppt_w</p:attrName>
                                        </p:attrNameLst>
                                      </p:cBhvr>
                                      <p:tavLst>
                                        <p:tav tm="0">
                                          <p:val>
                                            <p:fltVal val="0"/>
                                          </p:val>
                                        </p:tav>
                                        <p:tav tm="100000">
                                          <p:val>
                                            <p:strVal val="#ppt_w"/>
                                          </p:val>
                                        </p:tav>
                                      </p:tavLst>
                                    </p:anim>
                                    <p:anim calcmode="lin" valueType="num">
                                      <p:cBhvr>
                                        <p:cTn id="16" dur="750" fill="hold"/>
                                        <p:tgtEl>
                                          <p:spTgt spid="9"/>
                                        </p:tgtEl>
                                        <p:attrNameLst>
                                          <p:attrName>ppt_h</p:attrName>
                                        </p:attrNameLst>
                                      </p:cBhvr>
                                      <p:tavLst>
                                        <p:tav tm="0">
                                          <p:val>
                                            <p:fltVal val="0"/>
                                          </p:val>
                                        </p:tav>
                                        <p:tav tm="100000">
                                          <p:val>
                                            <p:strVal val="#ppt_h"/>
                                          </p:val>
                                        </p:tav>
                                      </p:tavLst>
                                    </p:anim>
                                    <p:anim calcmode="lin" valueType="num">
                                      <p:cBhvr>
                                        <p:cTn id="17" dur="750" fill="hold"/>
                                        <p:tgtEl>
                                          <p:spTgt spid="9"/>
                                        </p:tgtEl>
                                        <p:attrNameLst>
                                          <p:attrName>style.rotation</p:attrName>
                                        </p:attrNameLst>
                                      </p:cBhvr>
                                      <p:tavLst>
                                        <p:tav tm="0">
                                          <p:val>
                                            <p:fltVal val="360"/>
                                          </p:val>
                                        </p:tav>
                                        <p:tav tm="100000">
                                          <p:val>
                                            <p:fltVal val="0"/>
                                          </p:val>
                                        </p:tav>
                                      </p:tavLst>
                                    </p:anim>
                                    <p:animEffect transition="in" filter="fade">
                                      <p:cBhvr>
                                        <p:cTn id="18" dur="750"/>
                                        <p:tgtEl>
                                          <p:spTgt spid="9"/>
                                        </p:tgtEl>
                                      </p:cBhvr>
                                    </p:animEffect>
                                  </p:childTnLst>
                                </p:cTn>
                              </p:par>
                            </p:childTnLst>
                          </p:cTn>
                        </p:par>
                        <p:par>
                          <p:cTn id="19" fill="hold">
                            <p:stCondLst>
                              <p:cond delay="1250"/>
                            </p:stCondLst>
                            <p:childTnLst>
                              <p:par>
                                <p:cTn id="20" presetID="10" presetClass="entr" presetSubtype="0" fill="hold" grpId="0" nodeType="afterEffect">
                                  <p:stCondLst>
                                    <p:cond delay="0"/>
                                  </p:stCondLst>
                                  <p:childTnLst>
                                    <p:set>
                                      <p:cBhvr>
                                        <p:cTn id="21" dur="1" fill="hold">
                                          <p:stCondLst>
                                            <p:cond delay="0"/>
                                          </p:stCondLst>
                                        </p:cTn>
                                        <p:tgtEl>
                                          <p:spTgt spid="17">
                                            <p:txEl>
                                              <p:pRg st="0" end="0"/>
                                            </p:txEl>
                                          </p:spTgt>
                                        </p:tgtEl>
                                        <p:attrNameLst>
                                          <p:attrName>style.visibility</p:attrName>
                                        </p:attrNameLst>
                                      </p:cBhvr>
                                      <p:to>
                                        <p:strVal val="visible"/>
                                      </p:to>
                                    </p:set>
                                    <p:animEffect transition="in" filter="fade">
                                      <p:cBhvr>
                                        <p:cTn id="22" dur="500"/>
                                        <p:tgtEl>
                                          <p:spTgt spid="17">
                                            <p:txEl>
                                              <p:pRg st="0" end="0"/>
                                            </p:txEl>
                                          </p:spTgt>
                                        </p:tgtEl>
                                      </p:cBhvr>
                                    </p:animEffect>
                                  </p:childTnLst>
                                </p:cTn>
                              </p:par>
                            </p:childTnLst>
                          </p:cTn>
                        </p:par>
                        <p:par>
                          <p:cTn id="23" fill="hold">
                            <p:stCondLst>
                              <p:cond delay="1750"/>
                            </p:stCondLst>
                            <p:childTnLst>
                              <p:par>
                                <p:cTn id="24" presetID="49" presetClass="entr" presetSubtype="0" decel="100000" fill="hold" grpId="0" nodeType="after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p:cTn id="26" dur="750" fill="hold"/>
                                        <p:tgtEl>
                                          <p:spTgt spid="31"/>
                                        </p:tgtEl>
                                        <p:attrNameLst>
                                          <p:attrName>ppt_w</p:attrName>
                                        </p:attrNameLst>
                                      </p:cBhvr>
                                      <p:tavLst>
                                        <p:tav tm="0">
                                          <p:val>
                                            <p:fltVal val="0"/>
                                          </p:val>
                                        </p:tav>
                                        <p:tav tm="100000">
                                          <p:val>
                                            <p:strVal val="#ppt_w"/>
                                          </p:val>
                                        </p:tav>
                                      </p:tavLst>
                                    </p:anim>
                                    <p:anim calcmode="lin" valueType="num">
                                      <p:cBhvr>
                                        <p:cTn id="27" dur="750" fill="hold"/>
                                        <p:tgtEl>
                                          <p:spTgt spid="31"/>
                                        </p:tgtEl>
                                        <p:attrNameLst>
                                          <p:attrName>ppt_h</p:attrName>
                                        </p:attrNameLst>
                                      </p:cBhvr>
                                      <p:tavLst>
                                        <p:tav tm="0">
                                          <p:val>
                                            <p:fltVal val="0"/>
                                          </p:val>
                                        </p:tav>
                                        <p:tav tm="100000">
                                          <p:val>
                                            <p:strVal val="#ppt_h"/>
                                          </p:val>
                                        </p:tav>
                                      </p:tavLst>
                                    </p:anim>
                                    <p:anim calcmode="lin" valueType="num">
                                      <p:cBhvr>
                                        <p:cTn id="28" dur="750" fill="hold"/>
                                        <p:tgtEl>
                                          <p:spTgt spid="31"/>
                                        </p:tgtEl>
                                        <p:attrNameLst>
                                          <p:attrName>style.rotation</p:attrName>
                                        </p:attrNameLst>
                                      </p:cBhvr>
                                      <p:tavLst>
                                        <p:tav tm="0">
                                          <p:val>
                                            <p:fltVal val="360"/>
                                          </p:val>
                                        </p:tav>
                                        <p:tav tm="100000">
                                          <p:val>
                                            <p:fltVal val="0"/>
                                          </p:val>
                                        </p:tav>
                                      </p:tavLst>
                                    </p:anim>
                                    <p:animEffect transition="in" filter="fade">
                                      <p:cBhvr>
                                        <p:cTn id="29" dur="750"/>
                                        <p:tgtEl>
                                          <p:spTgt spid="31"/>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18">
                                            <p:txEl>
                                              <p:pRg st="0" end="0"/>
                                            </p:txEl>
                                          </p:spTgt>
                                        </p:tgtEl>
                                        <p:attrNameLst>
                                          <p:attrName>style.visibility</p:attrName>
                                        </p:attrNameLst>
                                      </p:cBhvr>
                                      <p:to>
                                        <p:strVal val="visible"/>
                                      </p:to>
                                    </p:set>
                                    <p:animEffect transition="in" filter="fade">
                                      <p:cBhvr>
                                        <p:cTn id="33" dur="500"/>
                                        <p:tgtEl>
                                          <p:spTgt spid="18">
                                            <p:txEl>
                                              <p:pRg st="0" end="0"/>
                                            </p:txEl>
                                          </p:spTgt>
                                        </p:tgtEl>
                                      </p:cBhvr>
                                    </p:animEffect>
                                  </p:childTnLst>
                                </p:cTn>
                              </p:par>
                            </p:childTnLst>
                          </p:cTn>
                        </p:par>
                        <p:par>
                          <p:cTn id="34" fill="hold">
                            <p:stCondLst>
                              <p:cond delay="3000"/>
                            </p:stCondLst>
                            <p:childTnLst>
                              <p:par>
                                <p:cTn id="35" presetID="49" presetClass="entr" presetSubtype="0" decel="100000"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750" fill="hold"/>
                                        <p:tgtEl>
                                          <p:spTgt spid="10"/>
                                        </p:tgtEl>
                                        <p:attrNameLst>
                                          <p:attrName>ppt_w</p:attrName>
                                        </p:attrNameLst>
                                      </p:cBhvr>
                                      <p:tavLst>
                                        <p:tav tm="0">
                                          <p:val>
                                            <p:fltVal val="0"/>
                                          </p:val>
                                        </p:tav>
                                        <p:tav tm="100000">
                                          <p:val>
                                            <p:strVal val="#ppt_w"/>
                                          </p:val>
                                        </p:tav>
                                      </p:tavLst>
                                    </p:anim>
                                    <p:anim calcmode="lin" valueType="num">
                                      <p:cBhvr>
                                        <p:cTn id="38" dur="750" fill="hold"/>
                                        <p:tgtEl>
                                          <p:spTgt spid="10"/>
                                        </p:tgtEl>
                                        <p:attrNameLst>
                                          <p:attrName>ppt_h</p:attrName>
                                        </p:attrNameLst>
                                      </p:cBhvr>
                                      <p:tavLst>
                                        <p:tav tm="0">
                                          <p:val>
                                            <p:fltVal val="0"/>
                                          </p:val>
                                        </p:tav>
                                        <p:tav tm="100000">
                                          <p:val>
                                            <p:strVal val="#ppt_h"/>
                                          </p:val>
                                        </p:tav>
                                      </p:tavLst>
                                    </p:anim>
                                    <p:anim calcmode="lin" valueType="num">
                                      <p:cBhvr>
                                        <p:cTn id="39" dur="750" fill="hold"/>
                                        <p:tgtEl>
                                          <p:spTgt spid="10"/>
                                        </p:tgtEl>
                                        <p:attrNameLst>
                                          <p:attrName>style.rotation</p:attrName>
                                        </p:attrNameLst>
                                      </p:cBhvr>
                                      <p:tavLst>
                                        <p:tav tm="0">
                                          <p:val>
                                            <p:fltVal val="360"/>
                                          </p:val>
                                        </p:tav>
                                        <p:tav tm="100000">
                                          <p:val>
                                            <p:fltVal val="0"/>
                                          </p:val>
                                        </p:tav>
                                      </p:tavLst>
                                    </p:anim>
                                    <p:animEffect transition="in" filter="fade">
                                      <p:cBhvr>
                                        <p:cTn id="40" dur="750"/>
                                        <p:tgtEl>
                                          <p:spTgt spid="10"/>
                                        </p:tgtEl>
                                      </p:cBhvr>
                                    </p:animEffect>
                                  </p:childTnLst>
                                </p:cTn>
                              </p:par>
                            </p:childTnLst>
                          </p:cTn>
                        </p:par>
                        <p:par>
                          <p:cTn id="41" fill="hold">
                            <p:stCondLst>
                              <p:cond delay="3750"/>
                            </p:stCondLst>
                            <p:childTnLst>
                              <p:par>
                                <p:cTn id="42" presetID="10" presetClass="entr" presetSubtype="0" fill="hold" grpId="0" nodeType="afterEffect">
                                  <p:stCondLst>
                                    <p:cond delay="0"/>
                                  </p:stCondLst>
                                  <p:childTnLst>
                                    <p:set>
                                      <p:cBhvr>
                                        <p:cTn id="43" dur="1" fill="hold">
                                          <p:stCondLst>
                                            <p:cond delay="0"/>
                                          </p:stCondLst>
                                        </p:cTn>
                                        <p:tgtEl>
                                          <p:spTgt spid="21">
                                            <p:txEl>
                                              <p:pRg st="0" end="0"/>
                                            </p:txEl>
                                          </p:spTgt>
                                        </p:tgtEl>
                                        <p:attrNameLst>
                                          <p:attrName>style.visibility</p:attrName>
                                        </p:attrNameLst>
                                      </p:cBhvr>
                                      <p:to>
                                        <p:strVal val="visible"/>
                                      </p:to>
                                    </p:set>
                                    <p:animEffect transition="in" filter="fade">
                                      <p:cBhvr>
                                        <p:cTn id="44" dur="500"/>
                                        <p:tgtEl>
                                          <p:spTgt spid="21">
                                            <p:txEl>
                                              <p:pRg st="0" end="0"/>
                                            </p:txEl>
                                          </p:spTgt>
                                        </p:tgtEl>
                                      </p:cBhvr>
                                    </p:animEffect>
                                  </p:childTnLst>
                                </p:cTn>
                              </p:par>
                            </p:childTnLst>
                          </p:cTn>
                        </p:par>
                        <p:par>
                          <p:cTn id="45" fill="hold">
                            <p:stCondLst>
                              <p:cond delay="4250"/>
                            </p:stCondLst>
                            <p:childTnLst>
                              <p:par>
                                <p:cTn id="46" presetID="49" presetClass="entr" presetSubtype="0" decel="10000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750" fill="hold"/>
                                        <p:tgtEl>
                                          <p:spTgt spid="11"/>
                                        </p:tgtEl>
                                        <p:attrNameLst>
                                          <p:attrName>ppt_w</p:attrName>
                                        </p:attrNameLst>
                                      </p:cBhvr>
                                      <p:tavLst>
                                        <p:tav tm="0">
                                          <p:val>
                                            <p:fltVal val="0"/>
                                          </p:val>
                                        </p:tav>
                                        <p:tav tm="100000">
                                          <p:val>
                                            <p:strVal val="#ppt_w"/>
                                          </p:val>
                                        </p:tav>
                                      </p:tavLst>
                                    </p:anim>
                                    <p:anim calcmode="lin" valueType="num">
                                      <p:cBhvr>
                                        <p:cTn id="49" dur="750" fill="hold"/>
                                        <p:tgtEl>
                                          <p:spTgt spid="11"/>
                                        </p:tgtEl>
                                        <p:attrNameLst>
                                          <p:attrName>ppt_h</p:attrName>
                                        </p:attrNameLst>
                                      </p:cBhvr>
                                      <p:tavLst>
                                        <p:tav tm="0">
                                          <p:val>
                                            <p:fltVal val="0"/>
                                          </p:val>
                                        </p:tav>
                                        <p:tav tm="100000">
                                          <p:val>
                                            <p:strVal val="#ppt_h"/>
                                          </p:val>
                                        </p:tav>
                                      </p:tavLst>
                                    </p:anim>
                                    <p:anim calcmode="lin" valueType="num">
                                      <p:cBhvr>
                                        <p:cTn id="50" dur="750" fill="hold"/>
                                        <p:tgtEl>
                                          <p:spTgt spid="11"/>
                                        </p:tgtEl>
                                        <p:attrNameLst>
                                          <p:attrName>style.rotation</p:attrName>
                                        </p:attrNameLst>
                                      </p:cBhvr>
                                      <p:tavLst>
                                        <p:tav tm="0">
                                          <p:val>
                                            <p:fltVal val="360"/>
                                          </p:val>
                                        </p:tav>
                                        <p:tav tm="100000">
                                          <p:val>
                                            <p:fltVal val="0"/>
                                          </p:val>
                                        </p:tav>
                                      </p:tavLst>
                                    </p:anim>
                                    <p:animEffect transition="in" filter="fade">
                                      <p:cBhvr>
                                        <p:cTn id="51" dur="750"/>
                                        <p:tgtEl>
                                          <p:spTgt spid="11"/>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22">
                                            <p:txEl>
                                              <p:pRg st="0" end="0"/>
                                            </p:txEl>
                                          </p:spTgt>
                                        </p:tgtEl>
                                        <p:attrNameLst>
                                          <p:attrName>style.visibility</p:attrName>
                                        </p:attrNameLst>
                                      </p:cBhvr>
                                      <p:to>
                                        <p:strVal val="visible"/>
                                      </p:to>
                                    </p:set>
                                    <p:animEffect transition="in" filter="fade">
                                      <p:cBhvr>
                                        <p:cTn id="55" dur="500"/>
                                        <p:tgtEl>
                                          <p:spTgt spid="22">
                                            <p:txEl>
                                              <p:pRg st="0" end="0"/>
                                            </p:txEl>
                                          </p:spTgt>
                                        </p:tgtEl>
                                      </p:cBhvr>
                                    </p:animEffect>
                                  </p:childTnLst>
                                </p:cTn>
                              </p:par>
                            </p:childTnLst>
                          </p:cTn>
                        </p:par>
                        <p:par>
                          <p:cTn id="56" fill="hold">
                            <p:stCondLst>
                              <p:cond delay="5500"/>
                            </p:stCondLst>
                            <p:childTnLst>
                              <p:par>
                                <p:cTn id="57" presetID="49" presetClass="entr" presetSubtype="0" decel="100000" fill="hold" grpId="0" nodeType="after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p:cTn id="59" dur="750" fill="hold"/>
                                        <p:tgtEl>
                                          <p:spTgt spid="12"/>
                                        </p:tgtEl>
                                        <p:attrNameLst>
                                          <p:attrName>ppt_w</p:attrName>
                                        </p:attrNameLst>
                                      </p:cBhvr>
                                      <p:tavLst>
                                        <p:tav tm="0">
                                          <p:val>
                                            <p:fltVal val="0"/>
                                          </p:val>
                                        </p:tav>
                                        <p:tav tm="100000">
                                          <p:val>
                                            <p:strVal val="#ppt_w"/>
                                          </p:val>
                                        </p:tav>
                                      </p:tavLst>
                                    </p:anim>
                                    <p:anim calcmode="lin" valueType="num">
                                      <p:cBhvr>
                                        <p:cTn id="60" dur="750" fill="hold"/>
                                        <p:tgtEl>
                                          <p:spTgt spid="12"/>
                                        </p:tgtEl>
                                        <p:attrNameLst>
                                          <p:attrName>ppt_h</p:attrName>
                                        </p:attrNameLst>
                                      </p:cBhvr>
                                      <p:tavLst>
                                        <p:tav tm="0">
                                          <p:val>
                                            <p:fltVal val="0"/>
                                          </p:val>
                                        </p:tav>
                                        <p:tav tm="100000">
                                          <p:val>
                                            <p:strVal val="#ppt_h"/>
                                          </p:val>
                                        </p:tav>
                                      </p:tavLst>
                                    </p:anim>
                                    <p:anim calcmode="lin" valueType="num">
                                      <p:cBhvr>
                                        <p:cTn id="61" dur="750" fill="hold"/>
                                        <p:tgtEl>
                                          <p:spTgt spid="12"/>
                                        </p:tgtEl>
                                        <p:attrNameLst>
                                          <p:attrName>style.rotation</p:attrName>
                                        </p:attrNameLst>
                                      </p:cBhvr>
                                      <p:tavLst>
                                        <p:tav tm="0">
                                          <p:val>
                                            <p:fltVal val="360"/>
                                          </p:val>
                                        </p:tav>
                                        <p:tav tm="100000">
                                          <p:val>
                                            <p:fltVal val="0"/>
                                          </p:val>
                                        </p:tav>
                                      </p:tavLst>
                                    </p:anim>
                                    <p:animEffect transition="in" filter="fade">
                                      <p:cBhvr>
                                        <p:cTn id="62" dur="750"/>
                                        <p:tgtEl>
                                          <p:spTgt spid="12"/>
                                        </p:tgtEl>
                                      </p:cBhvr>
                                    </p:animEffect>
                                  </p:childTnLst>
                                </p:cTn>
                              </p:par>
                            </p:childTnLst>
                          </p:cTn>
                        </p:par>
                        <p:par>
                          <p:cTn id="63" fill="hold">
                            <p:stCondLst>
                              <p:cond delay="6250"/>
                            </p:stCondLst>
                            <p:childTnLst>
                              <p:par>
                                <p:cTn id="64" presetID="10" presetClass="entr" presetSubtype="0" fill="hold" grpId="0" nodeType="afterEffect">
                                  <p:stCondLst>
                                    <p:cond delay="0"/>
                                  </p:stCondLst>
                                  <p:childTnLst>
                                    <p:set>
                                      <p:cBhvr>
                                        <p:cTn id="65" dur="1" fill="hold">
                                          <p:stCondLst>
                                            <p:cond delay="0"/>
                                          </p:stCondLst>
                                        </p:cTn>
                                        <p:tgtEl>
                                          <p:spTgt spid="20">
                                            <p:txEl>
                                              <p:pRg st="0" end="0"/>
                                            </p:txEl>
                                          </p:spTgt>
                                        </p:tgtEl>
                                        <p:attrNameLst>
                                          <p:attrName>style.visibility</p:attrName>
                                        </p:attrNameLst>
                                      </p:cBhvr>
                                      <p:to>
                                        <p:strVal val="visible"/>
                                      </p:to>
                                    </p:set>
                                    <p:animEffect transition="in" filter="fade">
                                      <p:cBhvr>
                                        <p:cTn id="66" dur="500"/>
                                        <p:tgtEl>
                                          <p:spTgt spid="20">
                                            <p:txEl>
                                              <p:pRg st="0" end="0"/>
                                            </p:txEl>
                                          </p:spTgt>
                                        </p:tgtEl>
                                      </p:cBhvr>
                                    </p:animEffect>
                                  </p:childTnLst>
                                </p:cTn>
                              </p:par>
                            </p:childTnLst>
                          </p:cTn>
                        </p:par>
                        <p:par>
                          <p:cTn id="67" fill="hold">
                            <p:stCondLst>
                              <p:cond delay="6750"/>
                            </p:stCondLst>
                            <p:childTnLst>
                              <p:par>
                                <p:cTn id="68" presetID="49" presetClass="entr" presetSubtype="0" decel="100000" fill="hold" grpId="0" nodeType="afterEffect">
                                  <p:stCondLst>
                                    <p:cond delay="0"/>
                                  </p:stCondLst>
                                  <p:childTnLst>
                                    <p:set>
                                      <p:cBhvr>
                                        <p:cTn id="69" dur="1" fill="hold">
                                          <p:stCondLst>
                                            <p:cond delay="0"/>
                                          </p:stCondLst>
                                        </p:cTn>
                                        <p:tgtEl>
                                          <p:spTgt spid="13"/>
                                        </p:tgtEl>
                                        <p:attrNameLst>
                                          <p:attrName>style.visibility</p:attrName>
                                        </p:attrNameLst>
                                      </p:cBhvr>
                                      <p:to>
                                        <p:strVal val="visible"/>
                                      </p:to>
                                    </p:set>
                                    <p:anim calcmode="lin" valueType="num">
                                      <p:cBhvr>
                                        <p:cTn id="70" dur="750" fill="hold"/>
                                        <p:tgtEl>
                                          <p:spTgt spid="13"/>
                                        </p:tgtEl>
                                        <p:attrNameLst>
                                          <p:attrName>ppt_w</p:attrName>
                                        </p:attrNameLst>
                                      </p:cBhvr>
                                      <p:tavLst>
                                        <p:tav tm="0">
                                          <p:val>
                                            <p:fltVal val="0"/>
                                          </p:val>
                                        </p:tav>
                                        <p:tav tm="100000">
                                          <p:val>
                                            <p:strVal val="#ppt_w"/>
                                          </p:val>
                                        </p:tav>
                                      </p:tavLst>
                                    </p:anim>
                                    <p:anim calcmode="lin" valueType="num">
                                      <p:cBhvr>
                                        <p:cTn id="71" dur="750" fill="hold"/>
                                        <p:tgtEl>
                                          <p:spTgt spid="13"/>
                                        </p:tgtEl>
                                        <p:attrNameLst>
                                          <p:attrName>ppt_h</p:attrName>
                                        </p:attrNameLst>
                                      </p:cBhvr>
                                      <p:tavLst>
                                        <p:tav tm="0">
                                          <p:val>
                                            <p:fltVal val="0"/>
                                          </p:val>
                                        </p:tav>
                                        <p:tav tm="100000">
                                          <p:val>
                                            <p:strVal val="#ppt_h"/>
                                          </p:val>
                                        </p:tav>
                                      </p:tavLst>
                                    </p:anim>
                                    <p:anim calcmode="lin" valueType="num">
                                      <p:cBhvr>
                                        <p:cTn id="72" dur="750" fill="hold"/>
                                        <p:tgtEl>
                                          <p:spTgt spid="13"/>
                                        </p:tgtEl>
                                        <p:attrNameLst>
                                          <p:attrName>style.rotation</p:attrName>
                                        </p:attrNameLst>
                                      </p:cBhvr>
                                      <p:tavLst>
                                        <p:tav tm="0">
                                          <p:val>
                                            <p:fltVal val="360"/>
                                          </p:val>
                                        </p:tav>
                                        <p:tav tm="100000">
                                          <p:val>
                                            <p:fltVal val="0"/>
                                          </p:val>
                                        </p:tav>
                                      </p:tavLst>
                                    </p:anim>
                                    <p:animEffect transition="in" filter="fade">
                                      <p:cBhvr>
                                        <p:cTn id="73" dur="750"/>
                                        <p:tgtEl>
                                          <p:spTgt spid="13"/>
                                        </p:tgtEl>
                                      </p:cBhvr>
                                    </p:animEffect>
                                  </p:childTnLst>
                                </p:cTn>
                              </p:par>
                            </p:childTnLst>
                          </p:cTn>
                        </p:par>
                        <p:par>
                          <p:cTn id="74" fill="hold">
                            <p:stCondLst>
                              <p:cond delay="7500"/>
                            </p:stCondLst>
                            <p:childTnLst>
                              <p:par>
                                <p:cTn id="75" presetID="10" presetClass="entr" presetSubtype="0" fill="hold" grpId="0" nodeType="afterEffect">
                                  <p:stCondLst>
                                    <p:cond delay="0"/>
                                  </p:stCondLst>
                                  <p:childTnLst>
                                    <p:set>
                                      <p:cBhvr>
                                        <p:cTn id="76" dur="1" fill="hold">
                                          <p:stCondLst>
                                            <p:cond delay="0"/>
                                          </p:stCondLst>
                                        </p:cTn>
                                        <p:tgtEl>
                                          <p:spTgt spid="23">
                                            <p:txEl>
                                              <p:pRg st="0" end="0"/>
                                            </p:txEl>
                                          </p:spTgt>
                                        </p:tgtEl>
                                        <p:attrNameLst>
                                          <p:attrName>style.visibility</p:attrName>
                                        </p:attrNameLst>
                                      </p:cBhvr>
                                      <p:to>
                                        <p:strVal val="visible"/>
                                      </p:to>
                                    </p:set>
                                    <p:animEffect transition="in" filter="fade">
                                      <p:cBhvr>
                                        <p:cTn id="77" dur="500"/>
                                        <p:tgtEl>
                                          <p:spTgt spid="23">
                                            <p:txEl>
                                              <p:pRg st="0" end="0"/>
                                            </p:txEl>
                                          </p:spTgt>
                                        </p:tgtEl>
                                      </p:cBhvr>
                                    </p:animEffect>
                                  </p:childTnLst>
                                </p:cTn>
                              </p:par>
                            </p:childTnLst>
                          </p:cTn>
                        </p:par>
                        <p:par>
                          <p:cTn id="78" fill="hold">
                            <p:stCondLst>
                              <p:cond delay="8000"/>
                            </p:stCondLst>
                            <p:childTnLst>
                              <p:par>
                                <p:cTn id="79" presetID="49" presetClass="entr" presetSubtype="0" decel="100000" fill="hold" grpId="0" nodeType="afterEffect">
                                  <p:stCondLst>
                                    <p:cond delay="0"/>
                                  </p:stCondLst>
                                  <p:childTnLst>
                                    <p:set>
                                      <p:cBhvr>
                                        <p:cTn id="80" dur="1" fill="hold">
                                          <p:stCondLst>
                                            <p:cond delay="0"/>
                                          </p:stCondLst>
                                        </p:cTn>
                                        <p:tgtEl>
                                          <p:spTgt spid="14"/>
                                        </p:tgtEl>
                                        <p:attrNameLst>
                                          <p:attrName>style.visibility</p:attrName>
                                        </p:attrNameLst>
                                      </p:cBhvr>
                                      <p:to>
                                        <p:strVal val="visible"/>
                                      </p:to>
                                    </p:set>
                                    <p:anim calcmode="lin" valueType="num">
                                      <p:cBhvr>
                                        <p:cTn id="81" dur="750" fill="hold"/>
                                        <p:tgtEl>
                                          <p:spTgt spid="14"/>
                                        </p:tgtEl>
                                        <p:attrNameLst>
                                          <p:attrName>ppt_w</p:attrName>
                                        </p:attrNameLst>
                                      </p:cBhvr>
                                      <p:tavLst>
                                        <p:tav tm="0">
                                          <p:val>
                                            <p:fltVal val="0"/>
                                          </p:val>
                                        </p:tav>
                                        <p:tav tm="100000">
                                          <p:val>
                                            <p:strVal val="#ppt_w"/>
                                          </p:val>
                                        </p:tav>
                                      </p:tavLst>
                                    </p:anim>
                                    <p:anim calcmode="lin" valueType="num">
                                      <p:cBhvr>
                                        <p:cTn id="82" dur="750" fill="hold"/>
                                        <p:tgtEl>
                                          <p:spTgt spid="14"/>
                                        </p:tgtEl>
                                        <p:attrNameLst>
                                          <p:attrName>ppt_h</p:attrName>
                                        </p:attrNameLst>
                                      </p:cBhvr>
                                      <p:tavLst>
                                        <p:tav tm="0">
                                          <p:val>
                                            <p:fltVal val="0"/>
                                          </p:val>
                                        </p:tav>
                                        <p:tav tm="100000">
                                          <p:val>
                                            <p:strVal val="#ppt_h"/>
                                          </p:val>
                                        </p:tav>
                                      </p:tavLst>
                                    </p:anim>
                                    <p:anim calcmode="lin" valueType="num">
                                      <p:cBhvr>
                                        <p:cTn id="83" dur="750" fill="hold"/>
                                        <p:tgtEl>
                                          <p:spTgt spid="14"/>
                                        </p:tgtEl>
                                        <p:attrNameLst>
                                          <p:attrName>style.rotation</p:attrName>
                                        </p:attrNameLst>
                                      </p:cBhvr>
                                      <p:tavLst>
                                        <p:tav tm="0">
                                          <p:val>
                                            <p:fltVal val="360"/>
                                          </p:val>
                                        </p:tav>
                                        <p:tav tm="100000">
                                          <p:val>
                                            <p:fltVal val="0"/>
                                          </p:val>
                                        </p:tav>
                                      </p:tavLst>
                                    </p:anim>
                                    <p:animEffect transition="in" filter="fade">
                                      <p:cBhvr>
                                        <p:cTn id="84" dur="750"/>
                                        <p:tgtEl>
                                          <p:spTgt spid="14"/>
                                        </p:tgtEl>
                                      </p:cBhvr>
                                    </p:animEffect>
                                  </p:childTnLst>
                                </p:cTn>
                              </p:par>
                            </p:childTnLst>
                          </p:cTn>
                        </p:par>
                        <p:par>
                          <p:cTn id="85" fill="hold">
                            <p:stCondLst>
                              <p:cond delay="8750"/>
                            </p:stCondLst>
                            <p:childTnLst>
                              <p:par>
                                <p:cTn id="86" presetID="10" presetClass="entr" presetSubtype="0" fill="hold" grpId="0" nodeType="afterEffect">
                                  <p:stCondLst>
                                    <p:cond delay="0"/>
                                  </p:stCondLst>
                                  <p:childTnLst>
                                    <p:set>
                                      <p:cBhvr>
                                        <p:cTn id="87" dur="1" fill="hold">
                                          <p:stCondLst>
                                            <p:cond delay="0"/>
                                          </p:stCondLst>
                                        </p:cTn>
                                        <p:tgtEl>
                                          <p:spTgt spid="19">
                                            <p:txEl>
                                              <p:pRg st="0" end="0"/>
                                            </p:txEl>
                                          </p:spTgt>
                                        </p:tgtEl>
                                        <p:attrNameLst>
                                          <p:attrName>style.visibility</p:attrName>
                                        </p:attrNameLst>
                                      </p:cBhvr>
                                      <p:to>
                                        <p:strVal val="visible"/>
                                      </p:to>
                                    </p:set>
                                    <p:animEffect transition="in" filter="fade">
                                      <p:cBhvr>
                                        <p:cTn id="88" dur="500"/>
                                        <p:tgtEl>
                                          <p:spTgt spid="19">
                                            <p:txEl>
                                              <p:pRg st="0" end="0"/>
                                            </p:txEl>
                                          </p:spTgt>
                                        </p:tgtEl>
                                      </p:cBhvr>
                                    </p:animEffect>
                                  </p:childTnLst>
                                </p:cTn>
                              </p:par>
                            </p:childTnLst>
                          </p:cTn>
                        </p:par>
                        <p:par>
                          <p:cTn id="89" fill="hold">
                            <p:stCondLst>
                              <p:cond delay="9250"/>
                            </p:stCondLst>
                            <p:childTnLst>
                              <p:par>
                                <p:cTn id="90" presetID="2" presetClass="entr" presetSubtype="4" decel="100000" fill="hold" grpId="0" nodeType="afterEffect">
                                  <p:stCondLst>
                                    <p:cond delay="0"/>
                                  </p:stCondLst>
                                  <p:iterate type="wd">
                                    <p:tmPct val="10000"/>
                                  </p:iterate>
                                  <p:childTnLst>
                                    <p:set>
                                      <p:cBhvr>
                                        <p:cTn id="91" dur="1" fill="hold">
                                          <p:stCondLst>
                                            <p:cond delay="0"/>
                                          </p:stCondLst>
                                        </p:cTn>
                                        <p:tgtEl>
                                          <p:spTgt spid="16"/>
                                        </p:tgtEl>
                                        <p:attrNameLst>
                                          <p:attrName>style.visibility</p:attrName>
                                        </p:attrNameLst>
                                      </p:cBhvr>
                                      <p:to>
                                        <p:strVal val="visible"/>
                                      </p:to>
                                    </p:set>
                                    <p:anim calcmode="lin" valueType="num">
                                      <p:cBhvr additive="base">
                                        <p:cTn id="92" dur="500" fill="hold"/>
                                        <p:tgtEl>
                                          <p:spTgt spid="16"/>
                                        </p:tgtEl>
                                        <p:attrNameLst>
                                          <p:attrName>ppt_x</p:attrName>
                                        </p:attrNameLst>
                                      </p:cBhvr>
                                      <p:tavLst>
                                        <p:tav tm="0">
                                          <p:val>
                                            <p:strVal val="#ppt_x"/>
                                          </p:val>
                                        </p:tav>
                                        <p:tav tm="100000">
                                          <p:val>
                                            <p:strVal val="#ppt_x"/>
                                          </p:val>
                                        </p:tav>
                                      </p:tavLst>
                                    </p:anim>
                                    <p:anim calcmode="lin" valueType="num">
                                      <p:cBhvr additive="base">
                                        <p:cTn id="93" dur="500" fill="hold"/>
                                        <p:tgtEl>
                                          <p:spTgt spid="16"/>
                                        </p:tgtEl>
                                        <p:attrNameLst>
                                          <p:attrName>ppt_y</p:attrName>
                                        </p:attrNameLst>
                                      </p:cBhvr>
                                      <p:tavLst>
                                        <p:tav tm="0">
                                          <p:val>
                                            <p:strVal val="1+#ppt_h/2"/>
                                          </p:val>
                                        </p:tav>
                                        <p:tav tm="100000">
                                          <p:val>
                                            <p:strVal val="#ppt_y"/>
                                          </p:val>
                                        </p:tav>
                                      </p:tavLst>
                                    </p:anim>
                                  </p:childTnLst>
                                </p:cTn>
                              </p:par>
                              <p:par>
                                <p:cTn id="94" presetID="2" presetClass="entr" presetSubtype="4" decel="100000" fill="hold" grpId="0" nodeType="withEffect">
                                  <p:stCondLst>
                                    <p:cond delay="500"/>
                                  </p:stCondLst>
                                  <p:childTnLst>
                                    <p:set>
                                      <p:cBhvr>
                                        <p:cTn id="95" dur="1" fill="hold">
                                          <p:stCondLst>
                                            <p:cond delay="0"/>
                                          </p:stCondLst>
                                        </p:cTn>
                                        <p:tgtEl>
                                          <p:spTgt spid="15">
                                            <p:txEl>
                                              <p:pRg st="0" end="0"/>
                                            </p:txEl>
                                          </p:spTgt>
                                        </p:tgtEl>
                                        <p:attrNameLst>
                                          <p:attrName>style.visibility</p:attrName>
                                        </p:attrNameLst>
                                      </p:cBhvr>
                                      <p:to>
                                        <p:strVal val="visible"/>
                                      </p:to>
                                    </p:set>
                                    <p:anim calcmode="lin" valueType="num">
                                      <p:cBhvr additive="base">
                                        <p:cTn id="96"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1" grpId="0" animBg="1"/>
      <p:bldP spid="9" grpId="0" animBg="1"/>
      <p:bldP spid="10" grpId="0" animBg="1"/>
      <p:bldP spid="11" grpId="0" animBg="1"/>
      <p:bldP spid="12" grpId="0" animBg="1"/>
      <p:bldP spid="13" grpId="0" animBg="1"/>
      <p:bldP spid="14" grpId="0" animBg="1"/>
      <p:bldP spid="15" grpId="0" build="allAtOnce">
        <p:tmplLst>
          <p:tmpl lvl="1">
            <p:tnLst>
              <p:par>
                <p:cTn presetID="2" presetClass="entr" presetSubtype="4" decel="10000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P spid="16" grpId="0" animBg="1"/>
      <p:bldP spid="17" grpId="0" build="p">
        <p:tmplLst>
          <p:tmpl lvl="1">
            <p:tnLst>
              <p:par>
                <p:cTn presetID="10" presetClass="entr" presetSubtype="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8" grpId="0" build="p">
        <p:tmplLst>
          <p:tmpl lvl="1">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9" grpId="0" build="p">
        <p:tmplLst>
          <p:tmpl lvl="1">
            <p:tnLst>
              <p:par>
                <p:cTn presetID="10" presetClass="entr" presetSubtype="0"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10" presetClass="entr" presetSubtype="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build="p">
        <p:tmplLst>
          <p:tmpl lvl="1">
            <p:tnLst>
              <p:par>
                <p:cTn presetID="10" presetClass="entr" presetSubtype="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p:tmplLst>
          <p:tmpl lvl="1">
            <p:tnLst>
              <p:par>
                <p:cTn presetID="10" presetClass="entr" presetSubtype="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p:tmplLst>
          <p:tmpl lvl="1">
            <p:tnLst>
              <p:par>
                <p:cTn presetID="10"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any Keywords">
    <p:spTree>
      <p:nvGrpSpPr>
        <p:cNvPr id="1" name=""/>
        <p:cNvGrpSpPr/>
        <p:nvPr/>
      </p:nvGrpSpPr>
      <p:grpSpPr>
        <a:xfrm>
          <a:off x="0" y="0"/>
          <a:ext cx="0" cy="0"/>
          <a:chOff x="0" y="0"/>
          <a:chExt cx="0" cy="0"/>
        </a:xfrm>
      </p:grpSpPr>
      <p:sp>
        <p:nvSpPr>
          <p:cNvPr id="10" name="円/楕円 9"/>
          <p:cNvSpPr/>
          <p:nvPr userDrawn="1"/>
        </p:nvSpPr>
        <p:spPr>
          <a:xfrm>
            <a:off x="10813369" y="4561118"/>
            <a:ext cx="3291116" cy="3291116"/>
          </a:xfrm>
          <a:prstGeom prst="ellipse">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7" name="円/楕円 16"/>
          <p:cNvSpPr/>
          <p:nvPr userDrawn="1"/>
        </p:nvSpPr>
        <p:spPr>
          <a:xfrm>
            <a:off x="2525080" y="2886529"/>
            <a:ext cx="831448" cy="831448"/>
          </a:xfrm>
          <a:prstGeom prst="ellipse">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4" name="円/楕円 23"/>
          <p:cNvSpPr/>
          <p:nvPr userDrawn="1"/>
        </p:nvSpPr>
        <p:spPr>
          <a:xfrm>
            <a:off x="142825" y="2768886"/>
            <a:ext cx="1190374" cy="1190374"/>
          </a:xfrm>
          <a:prstGeom prst="ellipse">
            <a:avLst/>
          </a:prstGeom>
          <a:solidFill>
            <a:schemeClr val="accent5">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円/楕円 4"/>
          <p:cNvSpPr/>
          <p:nvPr userDrawn="1"/>
        </p:nvSpPr>
        <p:spPr>
          <a:xfrm>
            <a:off x="7079570" y="3093357"/>
            <a:ext cx="4125685" cy="4125685"/>
          </a:xfrm>
          <a:prstGeom prst="ellipse">
            <a:avLst/>
          </a:prstGeom>
          <a:solidFill>
            <a:schemeClr val="tx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9" name="円/楕円 8"/>
          <p:cNvSpPr/>
          <p:nvPr userDrawn="1"/>
        </p:nvSpPr>
        <p:spPr>
          <a:xfrm>
            <a:off x="4124098" y="2616195"/>
            <a:ext cx="3291116" cy="3291116"/>
          </a:xfrm>
          <a:prstGeom prst="ellipse">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1" name="円/楕円 10"/>
          <p:cNvSpPr/>
          <p:nvPr userDrawn="1"/>
        </p:nvSpPr>
        <p:spPr>
          <a:xfrm>
            <a:off x="2815772" y="5090417"/>
            <a:ext cx="2616652" cy="2623462"/>
          </a:xfrm>
          <a:prstGeom prst="ellipse">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2" name="円/楕円 11"/>
          <p:cNvSpPr/>
          <p:nvPr userDrawn="1"/>
        </p:nvSpPr>
        <p:spPr>
          <a:xfrm>
            <a:off x="738012" y="3283849"/>
            <a:ext cx="2616652" cy="2623462"/>
          </a:xfrm>
          <a:prstGeom prst="ellipse">
            <a:avLst/>
          </a:prstGeom>
          <a:solidFill>
            <a:schemeClr val="accent4"/>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3" name="円/楕円 12"/>
          <p:cNvSpPr/>
          <p:nvPr userDrawn="1"/>
        </p:nvSpPr>
        <p:spPr>
          <a:xfrm>
            <a:off x="15162214" y="4520290"/>
            <a:ext cx="2774041" cy="2774041"/>
          </a:xfrm>
          <a:prstGeom prst="ellipse">
            <a:avLst/>
          </a:prstGeom>
          <a:solidFill>
            <a:schemeClr val="accent6"/>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4" name="円/楕円 13"/>
          <p:cNvSpPr/>
          <p:nvPr userDrawn="1"/>
        </p:nvSpPr>
        <p:spPr>
          <a:xfrm>
            <a:off x="12811809" y="2448869"/>
            <a:ext cx="3020781" cy="3020781"/>
          </a:xfrm>
          <a:prstGeom prst="ellipse">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5" name="円/楕円 14"/>
          <p:cNvSpPr/>
          <p:nvPr userDrawn="1"/>
        </p:nvSpPr>
        <p:spPr>
          <a:xfrm>
            <a:off x="427655" y="5257626"/>
            <a:ext cx="1299369" cy="1299369"/>
          </a:xfrm>
          <a:prstGeom prst="ellipse">
            <a:avLst/>
          </a:prstGeom>
          <a:solidFill>
            <a:schemeClr val="accent4">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6" name="円/楕円 15"/>
          <p:cNvSpPr/>
          <p:nvPr userDrawn="1"/>
        </p:nvSpPr>
        <p:spPr>
          <a:xfrm>
            <a:off x="6122252" y="5907310"/>
            <a:ext cx="1014526" cy="1014526"/>
          </a:xfrm>
          <a:prstGeom prst="ellipse">
            <a:avLst/>
          </a:prstGeom>
          <a:solidFill>
            <a:schemeClr val="accent1">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8" name="円/楕円 17"/>
          <p:cNvSpPr/>
          <p:nvPr userDrawn="1"/>
        </p:nvSpPr>
        <p:spPr>
          <a:xfrm>
            <a:off x="11749073" y="2894039"/>
            <a:ext cx="1190374" cy="1190374"/>
          </a:xfrm>
          <a:prstGeom prst="ellips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9" name="円/楕円 18"/>
          <p:cNvSpPr/>
          <p:nvPr userDrawn="1"/>
        </p:nvSpPr>
        <p:spPr>
          <a:xfrm>
            <a:off x="16623653" y="3543536"/>
            <a:ext cx="415724" cy="415724"/>
          </a:xfrm>
          <a:prstGeom prst="ellipse">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0" name="円/楕円 19"/>
          <p:cNvSpPr/>
          <p:nvPr userDrawn="1"/>
        </p:nvSpPr>
        <p:spPr>
          <a:xfrm>
            <a:off x="17009954" y="2308815"/>
            <a:ext cx="824698" cy="824698"/>
          </a:xfrm>
          <a:prstGeom prst="ellipse">
            <a:avLst/>
          </a:prstGeom>
          <a:solidFill>
            <a:schemeClr val="accent2">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1" name="円/楕円 20"/>
          <p:cNvSpPr/>
          <p:nvPr userDrawn="1"/>
        </p:nvSpPr>
        <p:spPr>
          <a:xfrm>
            <a:off x="14322199" y="6669311"/>
            <a:ext cx="1044568" cy="1044568"/>
          </a:xfrm>
          <a:prstGeom prst="ellipse">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2" name="円/楕円 21"/>
          <p:cNvSpPr/>
          <p:nvPr userDrawn="1"/>
        </p:nvSpPr>
        <p:spPr>
          <a:xfrm>
            <a:off x="15574563" y="2608030"/>
            <a:ext cx="944436" cy="944436"/>
          </a:xfrm>
          <a:prstGeom prst="ellipse">
            <a:avLst/>
          </a:prstGeom>
          <a:solidFill>
            <a:schemeClr val="accent4">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3" name="円/楕円 22"/>
          <p:cNvSpPr/>
          <p:nvPr userDrawn="1"/>
        </p:nvSpPr>
        <p:spPr>
          <a:xfrm>
            <a:off x="11205254" y="3841537"/>
            <a:ext cx="678753" cy="678753"/>
          </a:xfrm>
          <a:prstGeom prst="ellipse">
            <a:avLst/>
          </a:prstGeom>
          <a:solidFill>
            <a:schemeClr val="accent3">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5" name="円/楕円 24"/>
          <p:cNvSpPr/>
          <p:nvPr userDrawn="1"/>
        </p:nvSpPr>
        <p:spPr>
          <a:xfrm>
            <a:off x="3562526" y="3468811"/>
            <a:ext cx="415724" cy="415724"/>
          </a:xfrm>
          <a:prstGeom prst="ellipse">
            <a:avLst/>
          </a:prstGeom>
          <a:solidFill>
            <a:schemeClr val="accent6">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6" name="円/楕円 25"/>
          <p:cNvSpPr/>
          <p:nvPr userDrawn="1"/>
        </p:nvSpPr>
        <p:spPr>
          <a:xfrm>
            <a:off x="13832175" y="5972995"/>
            <a:ext cx="794593" cy="794593"/>
          </a:xfrm>
          <a:prstGeom prst="ellipse">
            <a:avLst/>
          </a:prstGeom>
          <a:solidFill>
            <a:schemeClr val="accent3">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7" name="円/楕円 26"/>
          <p:cNvSpPr/>
          <p:nvPr userDrawn="1"/>
        </p:nvSpPr>
        <p:spPr>
          <a:xfrm>
            <a:off x="2418475" y="6477963"/>
            <a:ext cx="794593" cy="794593"/>
          </a:xfrm>
          <a:prstGeom prst="ellipse">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9" name="テキスト プレースホルダー 11"/>
          <p:cNvSpPr>
            <a:spLocks noGrp="1"/>
          </p:cNvSpPr>
          <p:nvPr>
            <p:ph type="body" sz="quarter" idx="32" hasCustomPrompt="1"/>
          </p:nvPr>
        </p:nvSpPr>
        <p:spPr>
          <a:xfrm>
            <a:off x="7858716" y="4082887"/>
            <a:ext cx="2567393"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0" name="テキスト プレースホルダー 11"/>
          <p:cNvSpPr>
            <a:spLocks noGrp="1"/>
          </p:cNvSpPr>
          <p:nvPr>
            <p:ph type="body" sz="quarter" idx="31" hasCustomPrompt="1"/>
          </p:nvPr>
        </p:nvSpPr>
        <p:spPr>
          <a:xfrm>
            <a:off x="7415214" y="4727551"/>
            <a:ext cx="3398155" cy="1651134"/>
          </a:xfrm>
        </p:spPr>
        <p:txBody>
          <a:bodyPr anchor="t">
            <a:noAutofit/>
          </a:bodyPr>
          <a:lstStyle>
            <a:lvl1pPr algn="ctr">
              <a:lnSpc>
                <a:spcPct val="120000"/>
              </a:lnSpc>
              <a:defRPr sz="1800">
                <a:solidFill>
                  <a:schemeClr val="bg1"/>
                </a:solidFill>
                <a:latin typeface="+mn-lt"/>
              </a:defRPr>
            </a:lvl1pPr>
          </a:lstStyle>
          <a:p>
            <a:pPr lvl="0"/>
            <a:r>
              <a:rPr lang="en-US" altLang="ja-JP" dirty="0"/>
              <a:t>Text Here</a:t>
            </a:r>
            <a:endParaRPr lang="en-US" dirty="0"/>
          </a:p>
        </p:txBody>
      </p:sp>
      <p:sp>
        <p:nvSpPr>
          <p:cNvPr id="31" name="テキスト プレースホルダー 11"/>
          <p:cNvSpPr>
            <a:spLocks noGrp="1"/>
          </p:cNvSpPr>
          <p:nvPr>
            <p:ph type="body" sz="quarter" idx="33" hasCustomPrompt="1"/>
          </p:nvPr>
        </p:nvSpPr>
        <p:spPr>
          <a:xfrm>
            <a:off x="4421752" y="3093357"/>
            <a:ext cx="2567393"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2" name="テキスト プレースホルダー 11"/>
          <p:cNvSpPr>
            <a:spLocks noGrp="1"/>
          </p:cNvSpPr>
          <p:nvPr>
            <p:ph type="body" sz="quarter" idx="34" hasCustomPrompt="1"/>
          </p:nvPr>
        </p:nvSpPr>
        <p:spPr>
          <a:xfrm>
            <a:off x="4238171" y="3738021"/>
            <a:ext cx="3018972" cy="1651134"/>
          </a:xfrm>
        </p:spPr>
        <p:txBody>
          <a:bodyPr anchor="t">
            <a:noAutofit/>
          </a:bodyPr>
          <a:lstStyle>
            <a:lvl1pPr algn="ctr">
              <a:lnSpc>
                <a:spcPct val="120000"/>
              </a:lnSpc>
              <a:defRPr sz="1800">
                <a:solidFill>
                  <a:schemeClr val="bg1"/>
                </a:solidFill>
                <a:latin typeface="+mn-lt"/>
              </a:defRPr>
            </a:lvl1pPr>
          </a:lstStyle>
          <a:p>
            <a:pPr lvl="0"/>
            <a:r>
              <a:rPr lang="en-US" altLang="ja-JP" dirty="0"/>
              <a:t>Text Here</a:t>
            </a:r>
            <a:endParaRPr lang="en-US" dirty="0"/>
          </a:p>
        </p:txBody>
      </p:sp>
      <p:sp>
        <p:nvSpPr>
          <p:cNvPr id="33" name="テキスト プレースホルダー 11"/>
          <p:cNvSpPr>
            <a:spLocks noGrp="1"/>
          </p:cNvSpPr>
          <p:nvPr>
            <p:ph type="body" sz="quarter" idx="35" hasCustomPrompt="1"/>
          </p:nvPr>
        </p:nvSpPr>
        <p:spPr>
          <a:xfrm>
            <a:off x="11133022" y="5044936"/>
            <a:ext cx="2567393"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4" name="テキスト プレースホルダー 11"/>
          <p:cNvSpPr>
            <a:spLocks noGrp="1"/>
          </p:cNvSpPr>
          <p:nvPr>
            <p:ph type="body" sz="quarter" idx="36" hasCustomPrompt="1"/>
          </p:nvPr>
        </p:nvSpPr>
        <p:spPr>
          <a:xfrm>
            <a:off x="10949441" y="5689600"/>
            <a:ext cx="3018972" cy="1651134"/>
          </a:xfrm>
        </p:spPr>
        <p:txBody>
          <a:bodyPr anchor="t">
            <a:noAutofit/>
          </a:bodyPr>
          <a:lstStyle>
            <a:lvl1pPr algn="ctr">
              <a:lnSpc>
                <a:spcPct val="120000"/>
              </a:lnSpc>
              <a:defRPr sz="1800">
                <a:solidFill>
                  <a:schemeClr val="bg1"/>
                </a:solidFill>
                <a:latin typeface="+mn-lt"/>
              </a:defRPr>
            </a:lvl1pPr>
          </a:lstStyle>
          <a:p>
            <a:pPr lvl="0"/>
            <a:r>
              <a:rPr lang="en-US" altLang="ja-JP" dirty="0"/>
              <a:t>Text Here</a:t>
            </a:r>
            <a:endParaRPr lang="en-US" dirty="0"/>
          </a:p>
        </p:txBody>
      </p:sp>
      <p:sp>
        <p:nvSpPr>
          <p:cNvPr id="35" name="テキスト プレースホルダー 11"/>
          <p:cNvSpPr>
            <a:spLocks noGrp="1"/>
          </p:cNvSpPr>
          <p:nvPr>
            <p:ph type="body" sz="quarter" idx="37" hasCustomPrompt="1"/>
          </p:nvPr>
        </p:nvSpPr>
        <p:spPr>
          <a:xfrm>
            <a:off x="2815771" y="5994292"/>
            <a:ext cx="2567393"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6" name="テキスト プレースホルダー 11"/>
          <p:cNvSpPr>
            <a:spLocks noGrp="1"/>
          </p:cNvSpPr>
          <p:nvPr>
            <p:ph type="body" sz="quarter" idx="38" hasCustomPrompt="1"/>
          </p:nvPr>
        </p:nvSpPr>
        <p:spPr>
          <a:xfrm>
            <a:off x="738012" y="4177230"/>
            <a:ext cx="2567393"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7" name="テキスト プレースホルダー 11"/>
          <p:cNvSpPr>
            <a:spLocks noGrp="1"/>
          </p:cNvSpPr>
          <p:nvPr>
            <p:ph type="body" sz="quarter" idx="39" hasCustomPrompt="1"/>
          </p:nvPr>
        </p:nvSpPr>
        <p:spPr>
          <a:xfrm>
            <a:off x="12938327" y="3542461"/>
            <a:ext cx="2766130"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8" name="テキスト プレースホルダー 11"/>
          <p:cNvSpPr>
            <a:spLocks noGrp="1"/>
          </p:cNvSpPr>
          <p:nvPr>
            <p:ph type="body" sz="quarter" idx="40" hasCustomPrompt="1"/>
          </p:nvPr>
        </p:nvSpPr>
        <p:spPr>
          <a:xfrm>
            <a:off x="15170125" y="5506194"/>
            <a:ext cx="2766130"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9" name="テキスト プレースホルダー 6"/>
          <p:cNvSpPr>
            <a:spLocks noGrp="1"/>
          </p:cNvSpPr>
          <p:nvPr>
            <p:ph type="body" sz="quarter" idx="22" hasCustomPrompt="1"/>
          </p:nvPr>
        </p:nvSpPr>
        <p:spPr>
          <a:xfrm>
            <a:off x="1799594" y="7997587"/>
            <a:ext cx="14674119" cy="1446663"/>
          </a:xfrm>
        </p:spPr>
        <p:txBody>
          <a:bodyPr anchor="t">
            <a:normAutofit/>
          </a:bodyPr>
          <a:lstStyle>
            <a:lvl1pPr algn="ctr">
              <a:defRPr sz="2000" baseline="0">
                <a:solidFill>
                  <a:schemeClr val="tx2"/>
                </a:solidFill>
              </a:defRPr>
            </a:lvl1pPr>
          </a:lstStyle>
          <a:p>
            <a:pPr lvl="0"/>
            <a:r>
              <a:rPr kumimoji="1" lang="en-US" altLang="ja-JP" dirty="0"/>
              <a:t>Text goes here</a:t>
            </a:r>
            <a:endParaRPr kumimoji="1" lang="ja-JP" altLang="en-US" dirty="0"/>
          </a:p>
        </p:txBody>
      </p:sp>
      <p:sp>
        <p:nvSpPr>
          <p:cNvPr id="40" name="正方形/長方形 39"/>
          <p:cNvSpPr/>
          <p:nvPr userDrawn="1"/>
        </p:nvSpPr>
        <p:spPr>
          <a:xfrm>
            <a:off x="7522233" y="7892109"/>
            <a:ext cx="3240360" cy="72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Tree>
    <p:extLst>
      <p:ext uri="{BB962C8B-B14F-4D97-AF65-F5344CB8AC3E}">
        <p14:creationId xmlns:p14="http://schemas.microsoft.com/office/powerpoint/2010/main" val="45347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1000"/>
                            </p:stCondLst>
                            <p:childTnLst>
                              <p:par>
                                <p:cTn id="13" presetID="2" presetClass="entr" presetSubtype="1" decel="100000" fill="hold" grpId="0" nodeType="afterEffect">
                                  <p:stCondLst>
                                    <p:cond delay="0"/>
                                  </p:stCondLst>
                                  <p:childTnLst>
                                    <p:set>
                                      <p:cBhvr>
                                        <p:cTn id="14" dur="1" fill="hold">
                                          <p:stCondLst>
                                            <p:cond delay="0"/>
                                          </p:stCondLst>
                                        </p:cTn>
                                        <p:tgtEl>
                                          <p:spTgt spid="29">
                                            <p:txEl>
                                              <p:pRg st="0" end="0"/>
                                            </p:txEl>
                                          </p:spTgt>
                                        </p:tgtEl>
                                        <p:attrNameLst>
                                          <p:attrName>style.visibility</p:attrName>
                                        </p:attrNameLst>
                                      </p:cBhvr>
                                      <p:to>
                                        <p:strVal val="visible"/>
                                      </p:to>
                                    </p:set>
                                    <p:anim calcmode="lin" valueType="num">
                                      <p:cBhvr additive="base">
                                        <p:cTn id="15"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29">
                                            <p:txEl>
                                              <p:pRg st="0" end="0"/>
                                            </p:txEl>
                                          </p:spTgt>
                                        </p:tgtEl>
                                        <p:attrNameLst>
                                          <p:attrName>ppt_y</p:attrName>
                                        </p:attrNameLst>
                                      </p:cBhvr>
                                      <p:tavLst>
                                        <p:tav tm="0">
                                          <p:val>
                                            <p:strVal val="0-#ppt_h/2"/>
                                          </p:val>
                                        </p:tav>
                                        <p:tav tm="100000">
                                          <p:val>
                                            <p:strVal val="#ppt_y"/>
                                          </p:val>
                                        </p:tav>
                                      </p:tavLst>
                                    </p:anim>
                                  </p:childTnLst>
                                </p:cTn>
                              </p:par>
                              <p:par>
                                <p:cTn id="17" presetID="2" presetClass="entr" presetSubtype="1" decel="100000" fill="hold" grpId="0" nodeType="withEffect">
                                  <p:stCondLst>
                                    <p:cond delay="0"/>
                                  </p:stCondLst>
                                  <p:childTnLst>
                                    <p:set>
                                      <p:cBhvr>
                                        <p:cTn id="18" dur="1" fill="hold">
                                          <p:stCondLst>
                                            <p:cond delay="0"/>
                                          </p:stCondLst>
                                        </p:cTn>
                                        <p:tgtEl>
                                          <p:spTgt spid="30">
                                            <p:txEl>
                                              <p:pRg st="0" end="0"/>
                                            </p:txEl>
                                          </p:spTgt>
                                        </p:tgtEl>
                                        <p:attrNameLst>
                                          <p:attrName>style.visibility</p:attrName>
                                        </p:attrNameLst>
                                      </p:cBhvr>
                                      <p:to>
                                        <p:strVal val="visible"/>
                                      </p:to>
                                    </p:set>
                                    <p:anim calcmode="lin" valueType="num">
                                      <p:cBhvr additive="base">
                                        <p:cTn id="19"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0">
                                            <p:txEl>
                                              <p:pRg st="0" end="0"/>
                                            </p:txEl>
                                          </p:spTgt>
                                        </p:tgtEl>
                                        <p:attrNameLst>
                                          <p:attrName>ppt_y</p:attrName>
                                        </p:attrNameLst>
                                      </p:cBhvr>
                                      <p:tavLst>
                                        <p:tav tm="0">
                                          <p:val>
                                            <p:strVal val="0-#ppt_h/2"/>
                                          </p:val>
                                        </p:tav>
                                        <p:tav tm="100000">
                                          <p:val>
                                            <p:strVal val="#ppt_y"/>
                                          </p:val>
                                        </p:tav>
                                      </p:tavLst>
                                    </p:anim>
                                  </p:childTnLst>
                                </p:cTn>
                              </p:par>
                              <p:par>
                                <p:cTn id="21" presetID="2" presetClass="entr" presetSubtype="1" decel="10000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1000" fill="hold"/>
                                        <p:tgtEl>
                                          <p:spTgt spid="5"/>
                                        </p:tgtEl>
                                        <p:attrNameLst>
                                          <p:attrName>ppt_x</p:attrName>
                                        </p:attrNameLst>
                                      </p:cBhvr>
                                      <p:tavLst>
                                        <p:tav tm="0">
                                          <p:val>
                                            <p:strVal val="#ppt_x"/>
                                          </p:val>
                                        </p:tav>
                                        <p:tav tm="100000">
                                          <p:val>
                                            <p:strVal val="#ppt_x"/>
                                          </p:val>
                                        </p:tav>
                                      </p:tavLst>
                                    </p:anim>
                                    <p:anim calcmode="lin" valueType="num">
                                      <p:cBhvr additive="base">
                                        <p:cTn id="24" dur="1000" fill="hold"/>
                                        <p:tgtEl>
                                          <p:spTgt spid="5"/>
                                        </p:tgtEl>
                                        <p:attrNameLst>
                                          <p:attrName>ppt_y</p:attrName>
                                        </p:attrNameLst>
                                      </p:cBhvr>
                                      <p:tavLst>
                                        <p:tav tm="0">
                                          <p:val>
                                            <p:strVal val="0-#ppt_h/2"/>
                                          </p:val>
                                        </p:tav>
                                        <p:tav tm="100000">
                                          <p:val>
                                            <p:strVal val="#ppt_y"/>
                                          </p:val>
                                        </p:tav>
                                      </p:tavLst>
                                    </p:anim>
                                  </p:childTnLst>
                                </p:cTn>
                              </p:par>
                              <p:par>
                                <p:cTn id="25" presetID="45" presetClass="entr" presetSubtype="0" fill="hold" grpId="1" nodeType="withEffect">
                                  <p:stCondLst>
                                    <p:cond delay="0"/>
                                  </p:stCondLst>
                                  <p:childTnLst>
                                    <p:set>
                                      <p:cBhvr>
                                        <p:cTn id="26" dur="1" fill="hold">
                                          <p:stCondLst>
                                            <p:cond delay="0"/>
                                          </p:stCondLst>
                                        </p:cTn>
                                        <p:tgtEl>
                                          <p:spTgt spid="29">
                                            <p:txEl>
                                              <p:pRg st="0" end="0"/>
                                            </p:txEl>
                                          </p:spTgt>
                                        </p:tgtEl>
                                        <p:attrNameLst>
                                          <p:attrName>style.visibility</p:attrName>
                                        </p:attrNameLst>
                                      </p:cBhvr>
                                      <p:to>
                                        <p:strVal val="visible"/>
                                      </p:to>
                                    </p:set>
                                    <p:animEffect transition="in" filter="fade">
                                      <p:cBhvr>
                                        <p:cTn id="27" dur="1000"/>
                                        <p:tgtEl>
                                          <p:spTgt spid="29">
                                            <p:txEl>
                                              <p:pRg st="0" end="0"/>
                                            </p:txEl>
                                          </p:spTgt>
                                        </p:tgtEl>
                                      </p:cBhvr>
                                    </p:animEffect>
                                    <p:anim calcmode="lin" valueType="num">
                                      <p:cBhvr>
                                        <p:cTn id="28" dur="1000" fill="hold"/>
                                        <p:tgtEl>
                                          <p:spTgt spid="29">
                                            <p:txEl>
                                              <p:pRg st="0" end="0"/>
                                            </p:txEl>
                                          </p:spTgt>
                                        </p:tgtEl>
                                        <p:attrNameLst>
                                          <p:attrName>ppt_w</p:attrName>
                                        </p:attrNameLst>
                                      </p:cBhvr>
                                      <p:tavLst>
                                        <p:tav tm="0" fmla="#ppt_w*sin(2.5*pi*$)">
                                          <p:val>
                                            <p:fltVal val="0"/>
                                          </p:val>
                                        </p:tav>
                                        <p:tav tm="100000">
                                          <p:val>
                                            <p:fltVal val="1"/>
                                          </p:val>
                                        </p:tav>
                                      </p:tavLst>
                                    </p:anim>
                                    <p:anim calcmode="lin" valueType="num">
                                      <p:cBhvr>
                                        <p:cTn id="29" dur="1000" fill="hold"/>
                                        <p:tgtEl>
                                          <p:spTgt spid="29">
                                            <p:txEl>
                                              <p:pRg st="0" end="0"/>
                                            </p:txEl>
                                          </p:spTgt>
                                        </p:tgtEl>
                                        <p:attrNameLst>
                                          <p:attrName>ppt_h</p:attrName>
                                        </p:attrNameLst>
                                      </p:cBhvr>
                                      <p:tavLst>
                                        <p:tav tm="0">
                                          <p:val>
                                            <p:strVal val="#ppt_h"/>
                                          </p:val>
                                        </p:tav>
                                        <p:tav tm="100000">
                                          <p:val>
                                            <p:strVal val="#ppt_h"/>
                                          </p:val>
                                        </p:tav>
                                      </p:tavLst>
                                    </p:anim>
                                  </p:childTnLst>
                                </p:cTn>
                              </p:par>
                              <p:par>
                                <p:cTn id="30" presetID="45" presetClass="entr" presetSubtype="0" fill="hold" grpId="1" nodeType="withEffect">
                                  <p:stCondLst>
                                    <p:cond delay="0"/>
                                  </p:stCondLst>
                                  <p:childTnLst>
                                    <p:set>
                                      <p:cBhvr>
                                        <p:cTn id="31" dur="1" fill="hold">
                                          <p:stCondLst>
                                            <p:cond delay="0"/>
                                          </p:stCondLst>
                                        </p:cTn>
                                        <p:tgtEl>
                                          <p:spTgt spid="30">
                                            <p:txEl>
                                              <p:pRg st="0" end="0"/>
                                            </p:txEl>
                                          </p:spTgt>
                                        </p:tgtEl>
                                        <p:attrNameLst>
                                          <p:attrName>style.visibility</p:attrName>
                                        </p:attrNameLst>
                                      </p:cBhvr>
                                      <p:to>
                                        <p:strVal val="visible"/>
                                      </p:to>
                                    </p:set>
                                    <p:animEffect transition="in" filter="fade">
                                      <p:cBhvr>
                                        <p:cTn id="32" dur="1000"/>
                                        <p:tgtEl>
                                          <p:spTgt spid="30">
                                            <p:txEl>
                                              <p:pRg st="0" end="0"/>
                                            </p:txEl>
                                          </p:spTgt>
                                        </p:tgtEl>
                                      </p:cBhvr>
                                    </p:animEffect>
                                    <p:anim calcmode="lin" valueType="num">
                                      <p:cBhvr>
                                        <p:cTn id="33" dur="1000" fill="hold"/>
                                        <p:tgtEl>
                                          <p:spTgt spid="30">
                                            <p:txEl>
                                              <p:pRg st="0" end="0"/>
                                            </p:txEl>
                                          </p:spTgt>
                                        </p:tgtEl>
                                        <p:attrNameLst>
                                          <p:attrName>ppt_w</p:attrName>
                                        </p:attrNameLst>
                                      </p:cBhvr>
                                      <p:tavLst>
                                        <p:tav tm="0" fmla="#ppt_w*sin(2.5*pi*$)">
                                          <p:val>
                                            <p:fltVal val="0"/>
                                          </p:val>
                                        </p:tav>
                                        <p:tav tm="100000">
                                          <p:val>
                                            <p:fltVal val="1"/>
                                          </p:val>
                                        </p:tav>
                                      </p:tavLst>
                                    </p:anim>
                                    <p:anim calcmode="lin" valueType="num">
                                      <p:cBhvr>
                                        <p:cTn id="34" dur="1000" fill="hold"/>
                                        <p:tgtEl>
                                          <p:spTgt spid="30">
                                            <p:txEl>
                                              <p:pRg st="0" end="0"/>
                                            </p:txEl>
                                          </p:spTgt>
                                        </p:tgtEl>
                                        <p:attrNameLst>
                                          <p:attrName>ppt_h</p:attrName>
                                        </p:attrNameLst>
                                      </p:cBhvr>
                                      <p:tavLst>
                                        <p:tav tm="0">
                                          <p:val>
                                            <p:strVal val="#ppt_h"/>
                                          </p:val>
                                        </p:tav>
                                        <p:tav tm="100000">
                                          <p:val>
                                            <p:strVal val="#ppt_h"/>
                                          </p:val>
                                        </p:tav>
                                      </p:tavLst>
                                    </p:anim>
                                  </p:childTnLst>
                                </p:cTn>
                              </p:par>
                              <p:par>
                                <p:cTn id="35" presetID="45" presetClass="entr" presetSubtype="0" fill="hold" grpId="1"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anim calcmode="lin" valueType="num">
                                      <p:cBhvr>
                                        <p:cTn id="38" dur="1000" fill="hold"/>
                                        <p:tgtEl>
                                          <p:spTgt spid="5"/>
                                        </p:tgtEl>
                                        <p:attrNameLst>
                                          <p:attrName>ppt_w</p:attrName>
                                        </p:attrNameLst>
                                      </p:cBhvr>
                                      <p:tavLst>
                                        <p:tav tm="0" fmla="#ppt_w*sin(2.5*pi*$)">
                                          <p:val>
                                            <p:fltVal val="0"/>
                                          </p:val>
                                        </p:tav>
                                        <p:tav tm="100000">
                                          <p:val>
                                            <p:fltVal val="1"/>
                                          </p:val>
                                        </p:tav>
                                      </p:tavLst>
                                    </p:anim>
                                    <p:anim calcmode="lin" valueType="num">
                                      <p:cBhvr>
                                        <p:cTn id="39" dur="1000" fill="hold"/>
                                        <p:tgtEl>
                                          <p:spTgt spid="5"/>
                                        </p:tgtEl>
                                        <p:attrNameLst>
                                          <p:attrName>ppt_h</p:attrName>
                                        </p:attrNameLst>
                                      </p:cBhvr>
                                      <p:tavLst>
                                        <p:tav tm="0">
                                          <p:val>
                                            <p:strVal val="#ppt_h"/>
                                          </p:val>
                                        </p:tav>
                                        <p:tav tm="100000">
                                          <p:val>
                                            <p:strVal val="#ppt_h"/>
                                          </p:val>
                                        </p:tav>
                                      </p:tavLst>
                                    </p:anim>
                                  </p:childTnLst>
                                </p:cTn>
                              </p:par>
                            </p:childTnLst>
                          </p:cTn>
                        </p:par>
                        <p:par>
                          <p:cTn id="40" fill="hold">
                            <p:stCondLst>
                              <p:cond delay="2000"/>
                            </p:stCondLst>
                            <p:childTnLst>
                              <p:par>
                                <p:cTn id="41" presetID="2" presetClass="entr" presetSubtype="1" decel="100000" fill="hold" grpId="0" nodeType="afterEffect">
                                  <p:stCondLst>
                                    <p:cond delay="0"/>
                                  </p:stCondLst>
                                  <p:childTnLst>
                                    <p:set>
                                      <p:cBhvr>
                                        <p:cTn id="42" dur="1" fill="hold">
                                          <p:stCondLst>
                                            <p:cond delay="0"/>
                                          </p:stCondLst>
                                        </p:cTn>
                                        <p:tgtEl>
                                          <p:spTgt spid="33">
                                            <p:txEl>
                                              <p:pRg st="0" end="0"/>
                                            </p:txEl>
                                          </p:spTgt>
                                        </p:tgtEl>
                                        <p:attrNameLst>
                                          <p:attrName>style.visibility</p:attrName>
                                        </p:attrNameLst>
                                      </p:cBhvr>
                                      <p:to>
                                        <p:strVal val="visible"/>
                                      </p:to>
                                    </p:set>
                                    <p:anim calcmode="lin" valueType="num">
                                      <p:cBhvr additive="base">
                                        <p:cTn id="43"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33">
                                            <p:txEl>
                                              <p:pRg st="0" end="0"/>
                                            </p:txEl>
                                          </p:spTgt>
                                        </p:tgtEl>
                                        <p:attrNameLst>
                                          <p:attrName>ppt_y</p:attrName>
                                        </p:attrNameLst>
                                      </p:cBhvr>
                                      <p:tavLst>
                                        <p:tav tm="0">
                                          <p:val>
                                            <p:strVal val="0-#ppt_h/2"/>
                                          </p:val>
                                        </p:tav>
                                        <p:tav tm="100000">
                                          <p:val>
                                            <p:strVal val="#ppt_y"/>
                                          </p:val>
                                        </p:tav>
                                      </p:tavLst>
                                    </p:anim>
                                  </p:childTnLst>
                                </p:cTn>
                              </p:par>
                              <p:par>
                                <p:cTn id="45" presetID="2" presetClass="entr" presetSubtype="1" decel="100000" fill="hold" grpId="0" nodeType="withEffect">
                                  <p:stCondLst>
                                    <p:cond delay="0"/>
                                  </p:stCondLst>
                                  <p:childTnLst>
                                    <p:set>
                                      <p:cBhvr>
                                        <p:cTn id="46" dur="1" fill="hold">
                                          <p:stCondLst>
                                            <p:cond delay="0"/>
                                          </p:stCondLst>
                                        </p:cTn>
                                        <p:tgtEl>
                                          <p:spTgt spid="34">
                                            <p:txEl>
                                              <p:pRg st="0" end="0"/>
                                            </p:txEl>
                                          </p:spTgt>
                                        </p:tgtEl>
                                        <p:attrNameLst>
                                          <p:attrName>style.visibility</p:attrName>
                                        </p:attrNameLst>
                                      </p:cBhvr>
                                      <p:to>
                                        <p:strVal val="visible"/>
                                      </p:to>
                                    </p:set>
                                    <p:anim calcmode="lin" valueType="num">
                                      <p:cBhvr additive="base">
                                        <p:cTn id="47" dur="10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48" dur="1000" fill="hold"/>
                                        <p:tgtEl>
                                          <p:spTgt spid="34">
                                            <p:txEl>
                                              <p:pRg st="0" end="0"/>
                                            </p:txEl>
                                          </p:spTgt>
                                        </p:tgtEl>
                                        <p:attrNameLst>
                                          <p:attrName>ppt_y</p:attrName>
                                        </p:attrNameLst>
                                      </p:cBhvr>
                                      <p:tavLst>
                                        <p:tav tm="0">
                                          <p:val>
                                            <p:strVal val="0-#ppt_h/2"/>
                                          </p:val>
                                        </p:tav>
                                        <p:tav tm="100000">
                                          <p:val>
                                            <p:strVal val="#ppt_y"/>
                                          </p:val>
                                        </p:tav>
                                      </p:tavLst>
                                    </p:anim>
                                  </p:childTnLst>
                                </p:cTn>
                              </p:par>
                              <p:par>
                                <p:cTn id="49" presetID="2" presetClass="entr" presetSubtype="1"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1000" fill="hold"/>
                                        <p:tgtEl>
                                          <p:spTgt spid="10"/>
                                        </p:tgtEl>
                                        <p:attrNameLst>
                                          <p:attrName>ppt_x</p:attrName>
                                        </p:attrNameLst>
                                      </p:cBhvr>
                                      <p:tavLst>
                                        <p:tav tm="0">
                                          <p:val>
                                            <p:strVal val="#ppt_x"/>
                                          </p:val>
                                        </p:tav>
                                        <p:tav tm="100000">
                                          <p:val>
                                            <p:strVal val="#ppt_x"/>
                                          </p:val>
                                        </p:tav>
                                      </p:tavLst>
                                    </p:anim>
                                    <p:anim calcmode="lin" valueType="num">
                                      <p:cBhvr additive="base">
                                        <p:cTn id="52" dur="1000" fill="hold"/>
                                        <p:tgtEl>
                                          <p:spTgt spid="10"/>
                                        </p:tgtEl>
                                        <p:attrNameLst>
                                          <p:attrName>ppt_y</p:attrName>
                                        </p:attrNameLst>
                                      </p:cBhvr>
                                      <p:tavLst>
                                        <p:tav tm="0">
                                          <p:val>
                                            <p:strVal val="0-#ppt_h/2"/>
                                          </p:val>
                                        </p:tav>
                                        <p:tav tm="100000">
                                          <p:val>
                                            <p:strVal val="#ppt_y"/>
                                          </p:val>
                                        </p:tav>
                                      </p:tavLst>
                                    </p:anim>
                                  </p:childTnLst>
                                </p:cTn>
                              </p:par>
                              <p:par>
                                <p:cTn id="53" presetID="45" presetClass="entr" presetSubtype="0" fill="hold" grpId="1" nodeType="withEffect">
                                  <p:stCondLst>
                                    <p:cond delay="0"/>
                                  </p:stCondLst>
                                  <p:childTnLst>
                                    <p:set>
                                      <p:cBhvr>
                                        <p:cTn id="54" dur="1" fill="hold">
                                          <p:stCondLst>
                                            <p:cond delay="0"/>
                                          </p:stCondLst>
                                        </p:cTn>
                                        <p:tgtEl>
                                          <p:spTgt spid="33">
                                            <p:txEl>
                                              <p:pRg st="0" end="0"/>
                                            </p:txEl>
                                          </p:spTgt>
                                        </p:tgtEl>
                                        <p:attrNameLst>
                                          <p:attrName>style.visibility</p:attrName>
                                        </p:attrNameLst>
                                      </p:cBhvr>
                                      <p:to>
                                        <p:strVal val="visible"/>
                                      </p:to>
                                    </p:set>
                                    <p:animEffect transition="in" filter="fade">
                                      <p:cBhvr>
                                        <p:cTn id="55" dur="1000"/>
                                        <p:tgtEl>
                                          <p:spTgt spid="33">
                                            <p:txEl>
                                              <p:pRg st="0" end="0"/>
                                            </p:txEl>
                                          </p:spTgt>
                                        </p:tgtEl>
                                      </p:cBhvr>
                                    </p:animEffect>
                                    <p:anim calcmode="lin" valueType="num">
                                      <p:cBhvr>
                                        <p:cTn id="56" dur="1000" fill="hold"/>
                                        <p:tgtEl>
                                          <p:spTgt spid="33">
                                            <p:txEl>
                                              <p:pRg st="0" end="0"/>
                                            </p:txEl>
                                          </p:spTgt>
                                        </p:tgtEl>
                                        <p:attrNameLst>
                                          <p:attrName>ppt_w</p:attrName>
                                        </p:attrNameLst>
                                      </p:cBhvr>
                                      <p:tavLst>
                                        <p:tav tm="0" fmla="#ppt_w*sin(2.5*pi*$)">
                                          <p:val>
                                            <p:fltVal val="0"/>
                                          </p:val>
                                        </p:tav>
                                        <p:tav tm="100000">
                                          <p:val>
                                            <p:fltVal val="1"/>
                                          </p:val>
                                        </p:tav>
                                      </p:tavLst>
                                    </p:anim>
                                    <p:anim calcmode="lin" valueType="num">
                                      <p:cBhvr>
                                        <p:cTn id="57" dur="1000" fill="hold"/>
                                        <p:tgtEl>
                                          <p:spTgt spid="33">
                                            <p:txEl>
                                              <p:pRg st="0" end="0"/>
                                            </p:txEl>
                                          </p:spTgt>
                                        </p:tgtEl>
                                        <p:attrNameLst>
                                          <p:attrName>ppt_h</p:attrName>
                                        </p:attrNameLst>
                                      </p:cBhvr>
                                      <p:tavLst>
                                        <p:tav tm="0">
                                          <p:val>
                                            <p:strVal val="#ppt_h"/>
                                          </p:val>
                                        </p:tav>
                                        <p:tav tm="100000">
                                          <p:val>
                                            <p:strVal val="#ppt_h"/>
                                          </p:val>
                                        </p:tav>
                                      </p:tavLst>
                                    </p:anim>
                                  </p:childTnLst>
                                </p:cTn>
                              </p:par>
                              <p:par>
                                <p:cTn id="58" presetID="45" presetClass="entr" presetSubtype="0" fill="hold" grpId="1" nodeType="withEffect">
                                  <p:stCondLst>
                                    <p:cond delay="0"/>
                                  </p:stCondLst>
                                  <p:childTnLst>
                                    <p:set>
                                      <p:cBhvr>
                                        <p:cTn id="59" dur="1" fill="hold">
                                          <p:stCondLst>
                                            <p:cond delay="0"/>
                                          </p:stCondLst>
                                        </p:cTn>
                                        <p:tgtEl>
                                          <p:spTgt spid="34">
                                            <p:txEl>
                                              <p:pRg st="0" end="0"/>
                                            </p:txEl>
                                          </p:spTgt>
                                        </p:tgtEl>
                                        <p:attrNameLst>
                                          <p:attrName>style.visibility</p:attrName>
                                        </p:attrNameLst>
                                      </p:cBhvr>
                                      <p:to>
                                        <p:strVal val="visible"/>
                                      </p:to>
                                    </p:set>
                                    <p:animEffect transition="in" filter="fade">
                                      <p:cBhvr>
                                        <p:cTn id="60" dur="1000"/>
                                        <p:tgtEl>
                                          <p:spTgt spid="34">
                                            <p:txEl>
                                              <p:pRg st="0" end="0"/>
                                            </p:txEl>
                                          </p:spTgt>
                                        </p:tgtEl>
                                      </p:cBhvr>
                                    </p:animEffect>
                                    <p:anim calcmode="lin" valueType="num">
                                      <p:cBhvr>
                                        <p:cTn id="61" dur="1000" fill="hold"/>
                                        <p:tgtEl>
                                          <p:spTgt spid="34">
                                            <p:txEl>
                                              <p:pRg st="0" end="0"/>
                                            </p:txEl>
                                          </p:spTgt>
                                        </p:tgtEl>
                                        <p:attrNameLst>
                                          <p:attrName>ppt_w</p:attrName>
                                        </p:attrNameLst>
                                      </p:cBhvr>
                                      <p:tavLst>
                                        <p:tav tm="0" fmla="#ppt_w*sin(2.5*pi*$)">
                                          <p:val>
                                            <p:fltVal val="0"/>
                                          </p:val>
                                        </p:tav>
                                        <p:tav tm="100000">
                                          <p:val>
                                            <p:fltVal val="1"/>
                                          </p:val>
                                        </p:tav>
                                      </p:tavLst>
                                    </p:anim>
                                    <p:anim calcmode="lin" valueType="num">
                                      <p:cBhvr>
                                        <p:cTn id="62" dur="1000" fill="hold"/>
                                        <p:tgtEl>
                                          <p:spTgt spid="34">
                                            <p:txEl>
                                              <p:pRg st="0" end="0"/>
                                            </p:txEl>
                                          </p:spTgt>
                                        </p:tgtEl>
                                        <p:attrNameLst>
                                          <p:attrName>ppt_h</p:attrName>
                                        </p:attrNameLst>
                                      </p:cBhvr>
                                      <p:tavLst>
                                        <p:tav tm="0">
                                          <p:val>
                                            <p:strVal val="#ppt_h"/>
                                          </p:val>
                                        </p:tav>
                                        <p:tav tm="100000">
                                          <p:val>
                                            <p:strVal val="#ppt_h"/>
                                          </p:val>
                                        </p:tav>
                                      </p:tavLst>
                                    </p:anim>
                                  </p:childTnLst>
                                </p:cTn>
                              </p:par>
                              <p:par>
                                <p:cTn id="63" presetID="45" presetClass="entr" presetSubtype="0" fill="hold" grpId="1" nodeType="with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1000"/>
                                        <p:tgtEl>
                                          <p:spTgt spid="10"/>
                                        </p:tgtEl>
                                      </p:cBhvr>
                                    </p:animEffect>
                                    <p:anim calcmode="lin" valueType="num">
                                      <p:cBhvr>
                                        <p:cTn id="66" dur="1000" fill="hold"/>
                                        <p:tgtEl>
                                          <p:spTgt spid="10"/>
                                        </p:tgtEl>
                                        <p:attrNameLst>
                                          <p:attrName>ppt_w</p:attrName>
                                        </p:attrNameLst>
                                      </p:cBhvr>
                                      <p:tavLst>
                                        <p:tav tm="0" fmla="#ppt_w*sin(2.5*pi*$)">
                                          <p:val>
                                            <p:fltVal val="0"/>
                                          </p:val>
                                        </p:tav>
                                        <p:tav tm="100000">
                                          <p:val>
                                            <p:fltVal val="1"/>
                                          </p:val>
                                        </p:tav>
                                      </p:tavLst>
                                    </p:anim>
                                    <p:anim calcmode="lin" valueType="num">
                                      <p:cBhvr>
                                        <p:cTn id="67" dur="1000" fill="hold"/>
                                        <p:tgtEl>
                                          <p:spTgt spid="10"/>
                                        </p:tgtEl>
                                        <p:attrNameLst>
                                          <p:attrName>ppt_h</p:attrName>
                                        </p:attrNameLst>
                                      </p:cBhvr>
                                      <p:tavLst>
                                        <p:tav tm="0">
                                          <p:val>
                                            <p:strVal val="#ppt_h"/>
                                          </p:val>
                                        </p:tav>
                                        <p:tav tm="100000">
                                          <p:val>
                                            <p:strVal val="#ppt_h"/>
                                          </p:val>
                                        </p:tav>
                                      </p:tavLst>
                                    </p:anim>
                                  </p:childTnLst>
                                </p:cTn>
                              </p:par>
                            </p:childTnLst>
                          </p:cTn>
                        </p:par>
                        <p:par>
                          <p:cTn id="68" fill="hold">
                            <p:stCondLst>
                              <p:cond delay="3000"/>
                            </p:stCondLst>
                            <p:childTnLst>
                              <p:par>
                                <p:cTn id="69" presetID="2" presetClass="entr" presetSubtype="1" decel="100000" fill="hold" grpId="0" nodeType="afterEffect">
                                  <p:stCondLst>
                                    <p:cond delay="0"/>
                                  </p:stCondLst>
                                  <p:childTnLst>
                                    <p:set>
                                      <p:cBhvr>
                                        <p:cTn id="70" dur="1" fill="hold">
                                          <p:stCondLst>
                                            <p:cond delay="0"/>
                                          </p:stCondLst>
                                        </p:cTn>
                                        <p:tgtEl>
                                          <p:spTgt spid="31">
                                            <p:txEl>
                                              <p:pRg st="0" end="0"/>
                                            </p:txEl>
                                          </p:spTgt>
                                        </p:tgtEl>
                                        <p:attrNameLst>
                                          <p:attrName>style.visibility</p:attrName>
                                        </p:attrNameLst>
                                      </p:cBhvr>
                                      <p:to>
                                        <p:strVal val="visible"/>
                                      </p:to>
                                    </p:set>
                                    <p:anim calcmode="lin" valueType="num">
                                      <p:cBhvr additive="base">
                                        <p:cTn id="71" dur="10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72" dur="1000" fill="hold"/>
                                        <p:tgtEl>
                                          <p:spTgt spid="31">
                                            <p:txEl>
                                              <p:pRg st="0" end="0"/>
                                            </p:txEl>
                                          </p:spTgt>
                                        </p:tgtEl>
                                        <p:attrNameLst>
                                          <p:attrName>ppt_y</p:attrName>
                                        </p:attrNameLst>
                                      </p:cBhvr>
                                      <p:tavLst>
                                        <p:tav tm="0">
                                          <p:val>
                                            <p:strVal val="0-#ppt_h/2"/>
                                          </p:val>
                                        </p:tav>
                                        <p:tav tm="100000">
                                          <p:val>
                                            <p:strVal val="#ppt_y"/>
                                          </p:val>
                                        </p:tav>
                                      </p:tavLst>
                                    </p:anim>
                                  </p:childTnLst>
                                </p:cTn>
                              </p:par>
                              <p:par>
                                <p:cTn id="73" presetID="2" presetClass="entr" presetSubtype="1" decel="100000" fill="hold" grpId="0" nodeType="withEffect">
                                  <p:stCondLst>
                                    <p:cond delay="0"/>
                                  </p:stCondLst>
                                  <p:childTnLst>
                                    <p:set>
                                      <p:cBhvr>
                                        <p:cTn id="74" dur="1" fill="hold">
                                          <p:stCondLst>
                                            <p:cond delay="0"/>
                                          </p:stCondLst>
                                        </p:cTn>
                                        <p:tgtEl>
                                          <p:spTgt spid="32">
                                            <p:txEl>
                                              <p:pRg st="0" end="0"/>
                                            </p:txEl>
                                          </p:spTgt>
                                        </p:tgtEl>
                                        <p:attrNameLst>
                                          <p:attrName>style.visibility</p:attrName>
                                        </p:attrNameLst>
                                      </p:cBhvr>
                                      <p:to>
                                        <p:strVal val="visible"/>
                                      </p:to>
                                    </p:set>
                                    <p:anim calcmode="lin" valueType="num">
                                      <p:cBhvr additive="base">
                                        <p:cTn id="75"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76" dur="1000" fill="hold"/>
                                        <p:tgtEl>
                                          <p:spTgt spid="32">
                                            <p:txEl>
                                              <p:pRg st="0" end="0"/>
                                            </p:txEl>
                                          </p:spTgt>
                                        </p:tgtEl>
                                        <p:attrNameLst>
                                          <p:attrName>ppt_y</p:attrName>
                                        </p:attrNameLst>
                                      </p:cBhvr>
                                      <p:tavLst>
                                        <p:tav tm="0">
                                          <p:val>
                                            <p:strVal val="0-#ppt_h/2"/>
                                          </p:val>
                                        </p:tav>
                                        <p:tav tm="100000">
                                          <p:val>
                                            <p:strVal val="#ppt_y"/>
                                          </p:val>
                                        </p:tav>
                                      </p:tavLst>
                                    </p:anim>
                                  </p:childTnLst>
                                </p:cTn>
                              </p:par>
                              <p:par>
                                <p:cTn id="77" presetID="2" presetClass="entr" presetSubtype="1" decel="100000" fill="hold" grpId="0" nodeType="withEffect">
                                  <p:stCondLst>
                                    <p:cond delay="0"/>
                                  </p:stCondLst>
                                  <p:childTnLst>
                                    <p:set>
                                      <p:cBhvr>
                                        <p:cTn id="78" dur="1" fill="hold">
                                          <p:stCondLst>
                                            <p:cond delay="0"/>
                                          </p:stCondLst>
                                        </p:cTn>
                                        <p:tgtEl>
                                          <p:spTgt spid="9"/>
                                        </p:tgtEl>
                                        <p:attrNameLst>
                                          <p:attrName>style.visibility</p:attrName>
                                        </p:attrNameLst>
                                      </p:cBhvr>
                                      <p:to>
                                        <p:strVal val="visible"/>
                                      </p:to>
                                    </p:set>
                                    <p:anim calcmode="lin" valueType="num">
                                      <p:cBhvr additive="base">
                                        <p:cTn id="79" dur="1000" fill="hold"/>
                                        <p:tgtEl>
                                          <p:spTgt spid="9"/>
                                        </p:tgtEl>
                                        <p:attrNameLst>
                                          <p:attrName>ppt_x</p:attrName>
                                        </p:attrNameLst>
                                      </p:cBhvr>
                                      <p:tavLst>
                                        <p:tav tm="0">
                                          <p:val>
                                            <p:strVal val="#ppt_x"/>
                                          </p:val>
                                        </p:tav>
                                        <p:tav tm="100000">
                                          <p:val>
                                            <p:strVal val="#ppt_x"/>
                                          </p:val>
                                        </p:tav>
                                      </p:tavLst>
                                    </p:anim>
                                    <p:anim calcmode="lin" valueType="num">
                                      <p:cBhvr additive="base">
                                        <p:cTn id="80" dur="1000" fill="hold"/>
                                        <p:tgtEl>
                                          <p:spTgt spid="9"/>
                                        </p:tgtEl>
                                        <p:attrNameLst>
                                          <p:attrName>ppt_y</p:attrName>
                                        </p:attrNameLst>
                                      </p:cBhvr>
                                      <p:tavLst>
                                        <p:tav tm="0">
                                          <p:val>
                                            <p:strVal val="0-#ppt_h/2"/>
                                          </p:val>
                                        </p:tav>
                                        <p:tav tm="100000">
                                          <p:val>
                                            <p:strVal val="#ppt_y"/>
                                          </p:val>
                                        </p:tav>
                                      </p:tavLst>
                                    </p:anim>
                                  </p:childTnLst>
                                </p:cTn>
                              </p:par>
                              <p:par>
                                <p:cTn id="81" presetID="45" presetClass="entr" presetSubtype="0" fill="hold" grpId="1" nodeType="withEffect">
                                  <p:stCondLst>
                                    <p:cond delay="0"/>
                                  </p:stCondLst>
                                  <p:childTnLst>
                                    <p:set>
                                      <p:cBhvr>
                                        <p:cTn id="82" dur="1" fill="hold">
                                          <p:stCondLst>
                                            <p:cond delay="0"/>
                                          </p:stCondLst>
                                        </p:cTn>
                                        <p:tgtEl>
                                          <p:spTgt spid="31">
                                            <p:txEl>
                                              <p:pRg st="0" end="0"/>
                                            </p:txEl>
                                          </p:spTgt>
                                        </p:tgtEl>
                                        <p:attrNameLst>
                                          <p:attrName>style.visibility</p:attrName>
                                        </p:attrNameLst>
                                      </p:cBhvr>
                                      <p:to>
                                        <p:strVal val="visible"/>
                                      </p:to>
                                    </p:set>
                                    <p:animEffect transition="in" filter="fade">
                                      <p:cBhvr>
                                        <p:cTn id="83" dur="1000"/>
                                        <p:tgtEl>
                                          <p:spTgt spid="31">
                                            <p:txEl>
                                              <p:pRg st="0" end="0"/>
                                            </p:txEl>
                                          </p:spTgt>
                                        </p:tgtEl>
                                      </p:cBhvr>
                                    </p:animEffect>
                                    <p:anim calcmode="lin" valueType="num">
                                      <p:cBhvr>
                                        <p:cTn id="84" dur="1000" fill="hold"/>
                                        <p:tgtEl>
                                          <p:spTgt spid="31">
                                            <p:txEl>
                                              <p:pRg st="0" end="0"/>
                                            </p:txEl>
                                          </p:spTgt>
                                        </p:tgtEl>
                                        <p:attrNameLst>
                                          <p:attrName>ppt_w</p:attrName>
                                        </p:attrNameLst>
                                      </p:cBhvr>
                                      <p:tavLst>
                                        <p:tav tm="0" fmla="#ppt_w*sin(2.5*pi*$)">
                                          <p:val>
                                            <p:fltVal val="0"/>
                                          </p:val>
                                        </p:tav>
                                        <p:tav tm="100000">
                                          <p:val>
                                            <p:fltVal val="1"/>
                                          </p:val>
                                        </p:tav>
                                      </p:tavLst>
                                    </p:anim>
                                    <p:anim calcmode="lin" valueType="num">
                                      <p:cBhvr>
                                        <p:cTn id="85" dur="1000" fill="hold"/>
                                        <p:tgtEl>
                                          <p:spTgt spid="31">
                                            <p:txEl>
                                              <p:pRg st="0" end="0"/>
                                            </p:txEl>
                                          </p:spTgt>
                                        </p:tgtEl>
                                        <p:attrNameLst>
                                          <p:attrName>ppt_h</p:attrName>
                                        </p:attrNameLst>
                                      </p:cBhvr>
                                      <p:tavLst>
                                        <p:tav tm="0">
                                          <p:val>
                                            <p:strVal val="#ppt_h"/>
                                          </p:val>
                                        </p:tav>
                                        <p:tav tm="100000">
                                          <p:val>
                                            <p:strVal val="#ppt_h"/>
                                          </p:val>
                                        </p:tav>
                                      </p:tavLst>
                                    </p:anim>
                                  </p:childTnLst>
                                </p:cTn>
                              </p:par>
                              <p:par>
                                <p:cTn id="86" presetID="45" presetClass="entr" presetSubtype="0" fill="hold" grpId="1" nodeType="withEffect">
                                  <p:stCondLst>
                                    <p:cond delay="0"/>
                                  </p:stCondLst>
                                  <p:childTnLst>
                                    <p:set>
                                      <p:cBhvr>
                                        <p:cTn id="87" dur="1" fill="hold">
                                          <p:stCondLst>
                                            <p:cond delay="0"/>
                                          </p:stCondLst>
                                        </p:cTn>
                                        <p:tgtEl>
                                          <p:spTgt spid="32">
                                            <p:txEl>
                                              <p:pRg st="0" end="0"/>
                                            </p:txEl>
                                          </p:spTgt>
                                        </p:tgtEl>
                                        <p:attrNameLst>
                                          <p:attrName>style.visibility</p:attrName>
                                        </p:attrNameLst>
                                      </p:cBhvr>
                                      <p:to>
                                        <p:strVal val="visible"/>
                                      </p:to>
                                    </p:set>
                                    <p:animEffect transition="in" filter="fade">
                                      <p:cBhvr>
                                        <p:cTn id="88" dur="1000"/>
                                        <p:tgtEl>
                                          <p:spTgt spid="32">
                                            <p:txEl>
                                              <p:pRg st="0" end="0"/>
                                            </p:txEl>
                                          </p:spTgt>
                                        </p:tgtEl>
                                      </p:cBhvr>
                                    </p:animEffect>
                                    <p:anim calcmode="lin" valueType="num">
                                      <p:cBhvr>
                                        <p:cTn id="89" dur="1000" fill="hold"/>
                                        <p:tgtEl>
                                          <p:spTgt spid="32">
                                            <p:txEl>
                                              <p:pRg st="0" end="0"/>
                                            </p:txEl>
                                          </p:spTgt>
                                        </p:tgtEl>
                                        <p:attrNameLst>
                                          <p:attrName>ppt_w</p:attrName>
                                        </p:attrNameLst>
                                      </p:cBhvr>
                                      <p:tavLst>
                                        <p:tav tm="0" fmla="#ppt_w*sin(2.5*pi*$)">
                                          <p:val>
                                            <p:fltVal val="0"/>
                                          </p:val>
                                        </p:tav>
                                        <p:tav tm="100000">
                                          <p:val>
                                            <p:fltVal val="1"/>
                                          </p:val>
                                        </p:tav>
                                      </p:tavLst>
                                    </p:anim>
                                    <p:anim calcmode="lin" valueType="num">
                                      <p:cBhvr>
                                        <p:cTn id="90" dur="1000" fill="hold"/>
                                        <p:tgtEl>
                                          <p:spTgt spid="32">
                                            <p:txEl>
                                              <p:pRg st="0" end="0"/>
                                            </p:txEl>
                                          </p:spTgt>
                                        </p:tgtEl>
                                        <p:attrNameLst>
                                          <p:attrName>ppt_h</p:attrName>
                                        </p:attrNameLst>
                                      </p:cBhvr>
                                      <p:tavLst>
                                        <p:tav tm="0">
                                          <p:val>
                                            <p:strVal val="#ppt_h"/>
                                          </p:val>
                                        </p:tav>
                                        <p:tav tm="100000">
                                          <p:val>
                                            <p:strVal val="#ppt_h"/>
                                          </p:val>
                                        </p:tav>
                                      </p:tavLst>
                                    </p:anim>
                                  </p:childTnLst>
                                </p:cTn>
                              </p:par>
                              <p:par>
                                <p:cTn id="91" presetID="45" presetClass="entr" presetSubtype="0" fill="hold" grpId="1" nodeType="withEffect">
                                  <p:stCondLst>
                                    <p:cond delay="0"/>
                                  </p:stCondLst>
                                  <p:childTnLst>
                                    <p:set>
                                      <p:cBhvr>
                                        <p:cTn id="92" dur="1" fill="hold">
                                          <p:stCondLst>
                                            <p:cond delay="0"/>
                                          </p:stCondLst>
                                        </p:cTn>
                                        <p:tgtEl>
                                          <p:spTgt spid="9"/>
                                        </p:tgtEl>
                                        <p:attrNameLst>
                                          <p:attrName>style.visibility</p:attrName>
                                        </p:attrNameLst>
                                      </p:cBhvr>
                                      <p:to>
                                        <p:strVal val="visible"/>
                                      </p:to>
                                    </p:set>
                                    <p:animEffect transition="in" filter="fade">
                                      <p:cBhvr>
                                        <p:cTn id="93" dur="1000"/>
                                        <p:tgtEl>
                                          <p:spTgt spid="9"/>
                                        </p:tgtEl>
                                      </p:cBhvr>
                                    </p:animEffect>
                                    <p:anim calcmode="lin" valueType="num">
                                      <p:cBhvr>
                                        <p:cTn id="94" dur="1000" fill="hold"/>
                                        <p:tgtEl>
                                          <p:spTgt spid="9"/>
                                        </p:tgtEl>
                                        <p:attrNameLst>
                                          <p:attrName>ppt_w</p:attrName>
                                        </p:attrNameLst>
                                      </p:cBhvr>
                                      <p:tavLst>
                                        <p:tav tm="0" fmla="#ppt_w*sin(2.5*pi*$)">
                                          <p:val>
                                            <p:fltVal val="0"/>
                                          </p:val>
                                        </p:tav>
                                        <p:tav tm="100000">
                                          <p:val>
                                            <p:fltVal val="1"/>
                                          </p:val>
                                        </p:tav>
                                      </p:tavLst>
                                    </p:anim>
                                    <p:anim calcmode="lin" valueType="num">
                                      <p:cBhvr>
                                        <p:cTn id="95" dur="1000" fill="hold"/>
                                        <p:tgtEl>
                                          <p:spTgt spid="9"/>
                                        </p:tgtEl>
                                        <p:attrNameLst>
                                          <p:attrName>ppt_h</p:attrName>
                                        </p:attrNameLst>
                                      </p:cBhvr>
                                      <p:tavLst>
                                        <p:tav tm="0">
                                          <p:val>
                                            <p:strVal val="#ppt_h"/>
                                          </p:val>
                                        </p:tav>
                                        <p:tav tm="100000">
                                          <p:val>
                                            <p:strVal val="#ppt_h"/>
                                          </p:val>
                                        </p:tav>
                                      </p:tavLst>
                                    </p:anim>
                                  </p:childTnLst>
                                </p:cTn>
                              </p:par>
                            </p:childTnLst>
                          </p:cTn>
                        </p:par>
                        <p:par>
                          <p:cTn id="96" fill="hold">
                            <p:stCondLst>
                              <p:cond delay="4000"/>
                            </p:stCondLst>
                            <p:childTnLst>
                              <p:par>
                                <p:cTn id="97" presetID="2" presetClass="entr" presetSubtype="1" decel="100000" fill="hold" grpId="0" nodeType="afterEffect">
                                  <p:stCondLst>
                                    <p:cond delay="0"/>
                                  </p:stCondLst>
                                  <p:childTnLst>
                                    <p:set>
                                      <p:cBhvr>
                                        <p:cTn id="98" dur="1" fill="hold">
                                          <p:stCondLst>
                                            <p:cond delay="0"/>
                                          </p:stCondLst>
                                        </p:cTn>
                                        <p:tgtEl>
                                          <p:spTgt spid="37">
                                            <p:txEl>
                                              <p:pRg st="0" end="0"/>
                                            </p:txEl>
                                          </p:spTgt>
                                        </p:tgtEl>
                                        <p:attrNameLst>
                                          <p:attrName>style.visibility</p:attrName>
                                        </p:attrNameLst>
                                      </p:cBhvr>
                                      <p:to>
                                        <p:strVal val="visible"/>
                                      </p:to>
                                    </p:set>
                                    <p:anim calcmode="lin" valueType="num">
                                      <p:cBhvr additive="base">
                                        <p:cTn id="99" dur="1000" fill="hold"/>
                                        <p:tgtEl>
                                          <p:spTgt spid="37">
                                            <p:txEl>
                                              <p:pRg st="0" end="0"/>
                                            </p:txEl>
                                          </p:spTgt>
                                        </p:tgtEl>
                                        <p:attrNameLst>
                                          <p:attrName>ppt_x</p:attrName>
                                        </p:attrNameLst>
                                      </p:cBhvr>
                                      <p:tavLst>
                                        <p:tav tm="0">
                                          <p:val>
                                            <p:strVal val="#ppt_x"/>
                                          </p:val>
                                        </p:tav>
                                        <p:tav tm="100000">
                                          <p:val>
                                            <p:strVal val="#ppt_x"/>
                                          </p:val>
                                        </p:tav>
                                      </p:tavLst>
                                    </p:anim>
                                    <p:anim calcmode="lin" valueType="num">
                                      <p:cBhvr additive="base">
                                        <p:cTn id="100" dur="1000" fill="hold"/>
                                        <p:tgtEl>
                                          <p:spTgt spid="37">
                                            <p:txEl>
                                              <p:pRg st="0" end="0"/>
                                            </p:txEl>
                                          </p:spTgt>
                                        </p:tgtEl>
                                        <p:attrNameLst>
                                          <p:attrName>ppt_y</p:attrName>
                                        </p:attrNameLst>
                                      </p:cBhvr>
                                      <p:tavLst>
                                        <p:tav tm="0">
                                          <p:val>
                                            <p:strVal val="0-#ppt_h/2"/>
                                          </p:val>
                                        </p:tav>
                                        <p:tav tm="100000">
                                          <p:val>
                                            <p:strVal val="#ppt_y"/>
                                          </p:val>
                                        </p:tav>
                                      </p:tavLst>
                                    </p:anim>
                                  </p:childTnLst>
                                </p:cTn>
                              </p:par>
                              <p:par>
                                <p:cTn id="101" presetID="2" presetClass="entr" presetSubtype="1" decel="100000" fill="hold" grpId="0" nodeType="withEffect">
                                  <p:stCondLst>
                                    <p:cond delay="0"/>
                                  </p:stCondLst>
                                  <p:childTnLst>
                                    <p:set>
                                      <p:cBhvr>
                                        <p:cTn id="102" dur="1" fill="hold">
                                          <p:stCondLst>
                                            <p:cond delay="0"/>
                                          </p:stCondLst>
                                        </p:cTn>
                                        <p:tgtEl>
                                          <p:spTgt spid="14"/>
                                        </p:tgtEl>
                                        <p:attrNameLst>
                                          <p:attrName>style.visibility</p:attrName>
                                        </p:attrNameLst>
                                      </p:cBhvr>
                                      <p:to>
                                        <p:strVal val="visible"/>
                                      </p:to>
                                    </p:set>
                                    <p:anim calcmode="lin" valueType="num">
                                      <p:cBhvr additive="base">
                                        <p:cTn id="103" dur="1000" fill="hold"/>
                                        <p:tgtEl>
                                          <p:spTgt spid="14"/>
                                        </p:tgtEl>
                                        <p:attrNameLst>
                                          <p:attrName>ppt_x</p:attrName>
                                        </p:attrNameLst>
                                      </p:cBhvr>
                                      <p:tavLst>
                                        <p:tav tm="0">
                                          <p:val>
                                            <p:strVal val="#ppt_x"/>
                                          </p:val>
                                        </p:tav>
                                        <p:tav tm="100000">
                                          <p:val>
                                            <p:strVal val="#ppt_x"/>
                                          </p:val>
                                        </p:tav>
                                      </p:tavLst>
                                    </p:anim>
                                    <p:anim calcmode="lin" valueType="num">
                                      <p:cBhvr additive="base">
                                        <p:cTn id="104" dur="1000" fill="hold"/>
                                        <p:tgtEl>
                                          <p:spTgt spid="14"/>
                                        </p:tgtEl>
                                        <p:attrNameLst>
                                          <p:attrName>ppt_y</p:attrName>
                                        </p:attrNameLst>
                                      </p:cBhvr>
                                      <p:tavLst>
                                        <p:tav tm="0">
                                          <p:val>
                                            <p:strVal val="0-#ppt_h/2"/>
                                          </p:val>
                                        </p:tav>
                                        <p:tav tm="100000">
                                          <p:val>
                                            <p:strVal val="#ppt_y"/>
                                          </p:val>
                                        </p:tav>
                                      </p:tavLst>
                                    </p:anim>
                                  </p:childTnLst>
                                </p:cTn>
                              </p:par>
                              <p:par>
                                <p:cTn id="105" presetID="45" presetClass="entr" presetSubtype="0" fill="hold" grpId="1" nodeType="withEffect">
                                  <p:stCondLst>
                                    <p:cond delay="0"/>
                                  </p:stCondLst>
                                  <p:childTnLst>
                                    <p:set>
                                      <p:cBhvr>
                                        <p:cTn id="106" dur="1" fill="hold">
                                          <p:stCondLst>
                                            <p:cond delay="0"/>
                                          </p:stCondLst>
                                        </p:cTn>
                                        <p:tgtEl>
                                          <p:spTgt spid="37">
                                            <p:txEl>
                                              <p:pRg st="0" end="0"/>
                                            </p:txEl>
                                          </p:spTgt>
                                        </p:tgtEl>
                                        <p:attrNameLst>
                                          <p:attrName>style.visibility</p:attrName>
                                        </p:attrNameLst>
                                      </p:cBhvr>
                                      <p:to>
                                        <p:strVal val="visible"/>
                                      </p:to>
                                    </p:set>
                                    <p:animEffect transition="in" filter="fade">
                                      <p:cBhvr>
                                        <p:cTn id="107" dur="1000"/>
                                        <p:tgtEl>
                                          <p:spTgt spid="37">
                                            <p:txEl>
                                              <p:pRg st="0" end="0"/>
                                            </p:txEl>
                                          </p:spTgt>
                                        </p:tgtEl>
                                      </p:cBhvr>
                                    </p:animEffect>
                                    <p:anim calcmode="lin" valueType="num">
                                      <p:cBhvr>
                                        <p:cTn id="108" dur="1000" fill="hold"/>
                                        <p:tgtEl>
                                          <p:spTgt spid="37">
                                            <p:txEl>
                                              <p:pRg st="0" end="0"/>
                                            </p:txEl>
                                          </p:spTgt>
                                        </p:tgtEl>
                                        <p:attrNameLst>
                                          <p:attrName>ppt_w</p:attrName>
                                        </p:attrNameLst>
                                      </p:cBhvr>
                                      <p:tavLst>
                                        <p:tav tm="0" fmla="#ppt_w*sin(2.5*pi*$)">
                                          <p:val>
                                            <p:fltVal val="0"/>
                                          </p:val>
                                        </p:tav>
                                        <p:tav tm="100000">
                                          <p:val>
                                            <p:fltVal val="1"/>
                                          </p:val>
                                        </p:tav>
                                      </p:tavLst>
                                    </p:anim>
                                    <p:anim calcmode="lin" valueType="num">
                                      <p:cBhvr>
                                        <p:cTn id="109" dur="1000" fill="hold"/>
                                        <p:tgtEl>
                                          <p:spTgt spid="37">
                                            <p:txEl>
                                              <p:pRg st="0" end="0"/>
                                            </p:txEl>
                                          </p:spTgt>
                                        </p:tgtEl>
                                        <p:attrNameLst>
                                          <p:attrName>ppt_h</p:attrName>
                                        </p:attrNameLst>
                                      </p:cBhvr>
                                      <p:tavLst>
                                        <p:tav tm="0">
                                          <p:val>
                                            <p:strVal val="#ppt_h"/>
                                          </p:val>
                                        </p:tav>
                                        <p:tav tm="100000">
                                          <p:val>
                                            <p:strVal val="#ppt_h"/>
                                          </p:val>
                                        </p:tav>
                                      </p:tavLst>
                                    </p:anim>
                                  </p:childTnLst>
                                </p:cTn>
                              </p:par>
                              <p:par>
                                <p:cTn id="110" presetID="45" presetClass="entr" presetSubtype="0" fill="hold" grpId="1" nodeType="withEffect">
                                  <p:stCondLst>
                                    <p:cond delay="0"/>
                                  </p:stCondLst>
                                  <p:childTnLst>
                                    <p:set>
                                      <p:cBhvr>
                                        <p:cTn id="111" dur="1" fill="hold">
                                          <p:stCondLst>
                                            <p:cond delay="0"/>
                                          </p:stCondLst>
                                        </p:cTn>
                                        <p:tgtEl>
                                          <p:spTgt spid="14"/>
                                        </p:tgtEl>
                                        <p:attrNameLst>
                                          <p:attrName>style.visibility</p:attrName>
                                        </p:attrNameLst>
                                      </p:cBhvr>
                                      <p:to>
                                        <p:strVal val="visible"/>
                                      </p:to>
                                    </p:set>
                                    <p:animEffect transition="in" filter="fade">
                                      <p:cBhvr>
                                        <p:cTn id="112" dur="1000"/>
                                        <p:tgtEl>
                                          <p:spTgt spid="14"/>
                                        </p:tgtEl>
                                      </p:cBhvr>
                                    </p:animEffect>
                                    <p:anim calcmode="lin" valueType="num">
                                      <p:cBhvr>
                                        <p:cTn id="113" dur="1000" fill="hold"/>
                                        <p:tgtEl>
                                          <p:spTgt spid="14"/>
                                        </p:tgtEl>
                                        <p:attrNameLst>
                                          <p:attrName>ppt_w</p:attrName>
                                        </p:attrNameLst>
                                      </p:cBhvr>
                                      <p:tavLst>
                                        <p:tav tm="0" fmla="#ppt_w*sin(2.5*pi*$)">
                                          <p:val>
                                            <p:fltVal val="0"/>
                                          </p:val>
                                        </p:tav>
                                        <p:tav tm="100000">
                                          <p:val>
                                            <p:fltVal val="1"/>
                                          </p:val>
                                        </p:tav>
                                      </p:tavLst>
                                    </p:anim>
                                    <p:anim calcmode="lin" valueType="num">
                                      <p:cBhvr>
                                        <p:cTn id="114" dur="1000" fill="hold"/>
                                        <p:tgtEl>
                                          <p:spTgt spid="14"/>
                                        </p:tgtEl>
                                        <p:attrNameLst>
                                          <p:attrName>ppt_h</p:attrName>
                                        </p:attrNameLst>
                                      </p:cBhvr>
                                      <p:tavLst>
                                        <p:tav tm="0">
                                          <p:val>
                                            <p:strVal val="#ppt_h"/>
                                          </p:val>
                                        </p:tav>
                                        <p:tav tm="100000">
                                          <p:val>
                                            <p:strVal val="#ppt_h"/>
                                          </p:val>
                                        </p:tav>
                                      </p:tavLst>
                                    </p:anim>
                                  </p:childTnLst>
                                </p:cTn>
                              </p:par>
                            </p:childTnLst>
                          </p:cTn>
                        </p:par>
                        <p:par>
                          <p:cTn id="115" fill="hold">
                            <p:stCondLst>
                              <p:cond delay="5000"/>
                            </p:stCondLst>
                            <p:childTnLst>
                              <p:par>
                                <p:cTn id="116" presetID="2" presetClass="entr" presetSubtype="1" decel="100000" fill="hold" grpId="0" nodeType="afterEffect">
                                  <p:stCondLst>
                                    <p:cond delay="0"/>
                                  </p:stCondLst>
                                  <p:childTnLst>
                                    <p:set>
                                      <p:cBhvr>
                                        <p:cTn id="117" dur="1" fill="hold">
                                          <p:stCondLst>
                                            <p:cond delay="0"/>
                                          </p:stCondLst>
                                        </p:cTn>
                                        <p:tgtEl>
                                          <p:spTgt spid="35">
                                            <p:txEl>
                                              <p:pRg st="0" end="0"/>
                                            </p:txEl>
                                          </p:spTgt>
                                        </p:tgtEl>
                                        <p:attrNameLst>
                                          <p:attrName>style.visibility</p:attrName>
                                        </p:attrNameLst>
                                      </p:cBhvr>
                                      <p:to>
                                        <p:strVal val="visible"/>
                                      </p:to>
                                    </p:set>
                                    <p:anim calcmode="lin" valueType="num">
                                      <p:cBhvr additive="base">
                                        <p:cTn id="118" dur="10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19" dur="1000" fill="hold"/>
                                        <p:tgtEl>
                                          <p:spTgt spid="35">
                                            <p:txEl>
                                              <p:pRg st="0" end="0"/>
                                            </p:txEl>
                                          </p:spTgt>
                                        </p:tgtEl>
                                        <p:attrNameLst>
                                          <p:attrName>ppt_y</p:attrName>
                                        </p:attrNameLst>
                                      </p:cBhvr>
                                      <p:tavLst>
                                        <p:tav tm="0">
                                          <p:val>
                                            <p:strVal val="0-#ppt_h/2"/>
                                          </p:val>
                                        </p:tav>
                                        <p:tav tm="100000">
                                          <p:val>
                                            <p:strVal val="#ppt_y"/>
                                          </p:val>
                                        </p:tav>
                                      </p:tavLst>
                                    </p:anim>
                                  </p:childTnLst>
                                </p:cTn>
                              </p:par>
                              <p:par>
                                <p:cTn id="120" presetID="2" presetClass="entr" presetSubtype="1" decel="100000" fill="hold" grpId="0" nodeType="withEffect">
                                  <p:stCondLst>
                                    <p:cond delay="0"/>
                                  </p:stCondLst>
                                  <p:childTnLst>
                                    <p:set>
                                      <p:cBhvr>
                                        <p:cTn id="121" dur="1" fill="hold">
                                          <p:stCondLst>
                                            <p:cond delay="0"/>
                                          </p:stCondLst>
                                        </p:cTn>
                                        <p:tgtEl>
                                          <p:spTgt spid="11"/>
                                        </p:tgtEl>
                                        <p:attrNameLst>
                                          <p:attrName>style.visibility</p:attrName>
                                        </p:attrNameLst>
                                      </p:cBhvr>
                                      <p:to>
                                        <p:strVal val="visible"/>
                                      </p:to>
                                    </p:set>
                                    <p:anim calcmode="lin" valueType="num">
                                      <p:cBhvr additive="base">
                                        <p:cTn id="122" dur="1000" fill="hold"/>
                                        <p:tgtEl>
                                          <p:spTgt spid="11"/>
                                        </p:tgtEl>
                                        <p:attrNameLst>
                                          <p:attrName>ppt_x</p:attrName>
                                        </p:attrNameLst>
                                      </p:cBhvr>
                                      <p:tavLst>
                                        <p:tav tm="0">
                                          <p:val>
                                            <p:strVal val="#ppt_x"/>
                                          </p:val>
                                        </p:tav>
                                        <p:tav tm="100000">
                                          <p:val>
                                            <p:strVal val="#ppt_x"/>
                                          </p:val>
                                        </p:tav>
                                      </p:tavLst>
                                    </p:anim>
                                    <p:anim calcmode="lin" valueType="num">
                                      <p:cBhvr additive="base">
                                        <p:cTn id="123" dur="1000" fill="hold"/>
                                        <p:tgtEl>
                                          <p:spTgt spid="11"/>
                                        </p:tgtEl>
                                        <p:attrNameLst>
                                          <p:attrName>ppt_y</p:attrName>
                                        </p:attrNameLst>
                                      </p:cBhvr>
                                      <p:tavLst>
                                        <p:tav tm="0">
                                          <p:val>
                                            <p:strVal val="0-#ppt_h/2"/>
                                          </p:val>
                                        </p:tav>
                                        <p:tav tm="100000">
                                          <p:val>
                                            <p:strVal val="#ppt_y"/>
                                          </p:val>
                                        </p:tav>
                                      </p:tavLst>
                                    </p:anim>
                                  </p:childTnLst>
                                </p:cTn>
                              </p:par>
                              <p:par>
                                <p:cTn id="124" presetID="45" presetClass="entr" presetSubtype="0" fill="hold" grpId="1" nodeType="withEffect">
                                  <p:stCondLst>
                                    <p:cond delay="0"/>
                                  </p:stCondLst>
                                  <p:childTnLst>
                                    <p:set>
                                      <p:cBhvr>
                                        <p:cTn id="125" dur="1" fill="hold">
                                          <p:stCondLst>
                                            <p:cond delay="0"/>
                                          </p:stCondLst>
                                        </p:cTn>
                                        <p:tgtEl>
                                          <p:spTgt spid="35">
                                            <p:txEl>
                                              <p:pRg st="0" end="0"/>
                                            </p:txEl>
                                          </p:spTgt>
                                        </p:tgtEl>
                                        <p:attrNameLst>
                                          <p:attrName>style.visibility</p:attrName>
                                        </p:attrNameLst>
                                      </p:cBhvr>
                                      <p:to>
                                        <p:strVal val="visible"/>
                                      </p:to>
                                    </p:set>
                                    <p:animEffect transition="in" filter="fade">
                                      <p:cBhvr>
                                        <p:cTn id="126" dur="1000"/>
                                        <p:tgtEl>
                                          <p:spTgt spid="35">
                                            <p:txEl>
                                              <p:pRg st="0" end="0"/>
                                            </p:txEl>
                                          </p:spTgt>
                                        </p:tgtEl>
                                      </p:cBhvr>
                                    </p:animEffect>
                                    <p:anim calcmode="lin" valueType="num">
                                      <p:cBhvr>
                                        <p:cTn id="127" dur="1000" fill="hold"/>
                                        <p:tgtEl>
                                          <p:spTgt spid="35">
                                            <p:txEl>
                                              <p:pRg st="0" end="0"/>
                                            </p:txEl>
                                          </p:spTgt>
                                        </p:tgtEl>
                                        <p:attrNameLst>
                                          <p:attrName>ppt_w</p:attrName>
                                        </p:attrNameLst>
                                      </p:cBhvr>
                                      <p:tavLst>
                                        <p:tav tm="0" fmla="#ppt_w*sin(2.5*pi*$)">
                                          <p:val>
                                            <p:fltVal val="0"/>
                                          </p:val>
                                        </p:tav>
                                        <p:tav tm="100000">
                                          <p:val>
                                            <p:fltVal val="1"/>
                                          </p:val>
                                        </p:tav>
                                      </p:tavLst>
                                    </p:anim>
                                    <p:anim calcmode="lin" valueType="num">
                                      <p:cBhvr>
                                        <p:cTn id="128" dur="1000" fill="hold"/>
                                        <p:tgtEl>
                                          <p:spTgt spid="35">
                                            <p:txEl>
                                              <p:pRg st="0" end="0"/>
                                            </p:txEl>
                                          </p:spTgt>
                                        </p:tgtEl>
                                        <p:attrNameLst>
                                          <p:attrName>ppt_h</p:attrName>
                                        </p:attrNameLst>
                                      </p:cBhvr>
                                      <p:tavLst>
                                        <p:tav tm="0">
                                          <p:val>
                                            <p:strVal val="#ppt_h"/>
                                          </p:val>
                                        </p:tav>
                                        <p:tav tm="100000">
                                          <p:val>
                                            <p:strVal val="#ppt_h"/>
                                          </p:val>
                                        </p:tav>
                                      </p:tavLst>
                                    </p:anim>
                                  </p:childTnLst>
                                </p:cTn>
                              </p:par>
                              <p:par>
                                <p:cTn id="129" presetID="45" presetClass="entr" presetSubtype="0" fill="hold" grpId="1" nodeType="withEffect">
                                  <p:stCondLst>
                                    <p:cond delay="0"/>
                                  </p:stCondLst>
                                  <p:childTnLst>
                                    <p:set>
                                      <p:cBhvr>
                                        <p:cTn id="130" dur="1" fill="hold">
                                          <p:stCondLst>
                                            <p:cond delay="0"/>
                                          </p:stCondLst>
                                        </p:cTn>
                                        <p:tgtEl>
                                          <p:spTgt spid="11"/>
                                        </p:tgtEl>
                                        <p:attrNameLst>
                                          <p:attrName>style.visibility</p:attrName>
                                        </p:attrNameLst>
                                      </p:cBhvr>
                                      <p:to>
                                        <p:strVal val="visible"/>
                                      </p:to>
                                    </p:set>
                                    <p:animEffect transition="in" filter="fade">
                                      <p:cBhvr>
                                        <p:cTn id="131" dur="1000"/>
                                        <p:tgtEl>
                                          <p:spTgt spid="11"/>
                                        </p:tgtEl>
                                      </p:cBhvr>
                                    </p:animEffect>
                                    <p:anim calcmode="lin" valueType="num">
                                      <p:cBhvr>
                                        <p:cTn id="132" dur="1000" fill="hold"/>
                                        <p:tgtEl>
                                          <p:spTgt spid="11"/>
                                        </p:tgtEl>
                                        <p:attrNameLst>
                                          <p:attrName>ppt_w</p:attrName>
                                        </p:attrNameLst>
                                      </p:cBhvr>
                                      <p:tavLst>
                                        <p:tav tm="0" fmla="#ppt_w*sin(2.5*pi*$)">
                                          <p:val>
                                            <p:fltVal val="0"/>
                                          </p:val>
                                        </p:tav>
                                        <p:tav tm="100000">
                                          <p:val>
                                            <p:fltVal val="1"/>
                                          </p:val>
                                        </p:tav>
                                      </p:tavLst>
                                    </p:anim>
                                    <p:anim calcmode="lin" valueType="num">
                                      <p:cBhvr>
                                        <p:cTn id="133" dur="1000" fill="hold"/>
                                        <p:tgtEl>
                                          <p:spTgt spid="11"/>
                                        </p:tgtEl>
                                        <p:attrNameLst>
                                          <p:attrName>ppt_h</p:attrName>
                                        </p:attrNameLst>
                                      </p:cBhvr>
                                      <p:tavLst>
                                        <p:tav tm="0">
                                          <p:val>
                                            <p:strVal val="#ppt_h"/>
                                          </p:val>
                                        </p:tav>
                                        <p:tav tm="100000">
                                          <p:val>
                                            <p:strVal val="#ppt_h"/>
                                          </p:val>
                                        </p:tav>
                                      </p:tavLst>
                                    </p:anim>
                                  </p:childTnLst>
                                </p:cTn>
                              </p:par>
                            </p:childTnLst>
                          </p:cTn>
                        </p:par>
                        <p:par>
                          <p:cTn id="134" fill="hold">
                            <p:stCondLst>
                              <p:cond delay="6000"/>
                            </p:stCondLst>
                            <p:childTnLst>
                              <p:par>
                                <p:cTn id="135" presetID="2" presetClass="entr" presetSubtype="1" decel="100000" fill="hold" grpId="0" nodeType="afterEffect">
                                  <p:stCondLst>
                                    <p:cond delay="0"/>
                                  </p:stCondLst>
                                  <p:childTnLst>
                                    <p:set>
                                      <p:cBhvr>
                                        <p:cTn id="136" dur="1" fill="hold">
                                          <p:stCondLst>
                                            <p:cond delay="0"/>
                                          </p:stCondLst>
                                        </p:cTn>
                                        <p:tgtEl>
                                          <p:spTgt spid="38">
                                            <p:txEl>
                                              <p:pRg st="0" end="0"/>
                                            </p:txEl>
                                          </p:spTgt>
                                        </p:tgtEl>
                                        <p:attrNameLst>
                                          <p:attrName>style.visibility</p:attrName>
                                        </p:attrNameLst>
                                      </p:cBhvr>
                                      <p:to>
                                        <p:strVal val="visible"/>
                                      </p:to>
                                    </p:set>
                                    <p:anim calcmode="lin" valueType="num">
                                      <p:cBhvr additive="base">
                                        <p:cTn id="137" dur="10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138" dur="1000" fill="hold"/>
                                        <p:tgtEl>
                                          <p:spTgt spid="38">
                                            <p:txEl>
                                              <p:pRg st="0" end="0"/>
                                            </p:txEl>
                                          </p:spTgt>
                                        </p:tgtEl>
                                        <p:attrNameLst>
                                          <p:attrName>ppt_y</p:attrName>
                                        </p:attrNameLst>
                                      </p:cBhvr>
                                      <p:tavLst>
                                        <p:tav tm="0">
                                          <p:val>
                                            <p:strVal val="0-#ppt_h/2"/>
                                          </p:val>
                                        </p:tav>
                                        <p:tav tm="100000">
                                          <p:val>
                                            <p:strVal val="#ppt_y"/>
                                          </p:val>
                                        </p:tav>
                                      </p:tavLst>
                                    </p:anim>
                                  </p:childTnLst>
                                </p:cTn>
                              </p:par>
                              <p:par>
                                <p:cTn id="139" presetID="2" presetClass="entr" presetSubtype="1" decel="100000" fill="hold" grpId="0" nodeType="withEffect">
                                  <p:stCondLst>
                                    <p:cond delay="0"/>
                                  </p:stCondLst>
                                  <p:childTnLst>
                                    <p:set>
                                      <p:cBhvr>
                                        <p:cTn id="140" dur="1" fill="hold">
                                          <p:stCondLst>
                                            <p:cond delay="0"/>
                                          </p:stCondLst>
                                        </p:cTn>
                                        <p:tgtEl>
                                          <p:spTgt spid="13"/>
                                        </p:tgtEl>
                                        <p:attrNameLst>
                                          <p:attrName>style.visibility</p:attrName>
                                        </p:attrNameLst>
                                      </p:cBhvr>
                                      <p:to>
                                        <p:strVal val="visible"/>
                                      </p:to>
                                    </p:set>
                                    <p:anim calcmode="lin" valueType="num">
                                      <p:cBhvr additive="base">
                                        <p:cTn id="141" dur="1000" fill="hold"/>
                                        <p:tgtEl>
                                          <p:spTgt spid="13"/>
                                        </p:tgtEl>
                                        <p:attrNameLst>
                                          <p:attrName>ppt_x</p:attrName>
                                        </p:attrNameLst>
                                      </p:cBhvr>
                                      <p:tavLst>
                                        <p:tav tm="0">
                                          <p:val>
                                            <p:strVal val="#ppt_x"/>
                                          </p:val>
                                        </p:tav>
                                        <p:tav tm="100000">
                                          <p:val>
                                            <p:strVal val="#ppt_x"/>
                                          </p:val>
                                        </p:tav>
                                      </p:tavLst>
                                    </p:anim>
                                    <p:anim calcmode="lin" valueType="num">
                                      <p:cBhvr additive="base">
                                        <p:cTn id="142" dur="1000" fill="hold"/>
                                        <p:tgtEl>
                                          <p:spTgt spid="13"/>
                                        </p:tgtEl>
                                        <p:attrNameLst>
                                          <p:attrName>ppt_y</p:attrName>
                                        </p:attrNameLst>
                                      </p:cBhvr>
                                      <p:tavLst>
                                        <p:tav tm="0">
                                          <p:val>
                                            <p:strVal val="0-#ppt_h/2"/>
                                          </p:val>
                                        </p:tav>
                                        <p:tav tm="100000">
                                          <p:val>
                                            <p:strVal val="#ppt_y"/>
                                          </p:val>
                                        </p:tav>
                                      </p:tavLst>
                                    </p:anim>
                                  </p:childTnLst>
                                </p:cTn>
                              </p:par>
                              <p:par>
                                <p:cTn id="143" presetID="45" presetClass="entr" presetSubtype="0" fill="hold" grpId="1" nodeType="withEffect">
                                  <p:stCondLst>
                                    <p:cond delay="0"/>
                                  </p:stCondLst>
                                  <p:childTnLst>
                                    <p:set>
                                      <p:cBhvr>
                                        <p:cTn id="144" dur="1" fill="hold">
                                          <p:stCondLst>
                                            <p:cond delay="0"/>
                                          </p:stCondLst>
                                        </p:cTn>
                                        <p:tgtEl>
                                          <p:spTgt spid="38">
                                            <p:txEl>
                                              <p:pRg st="0" end="0"/>
                                            </p:txEl>
                                          </p:spTgt>
                                        </p:tgtEl>
                                        <p:attrNameLst>
                                          <p:attrName>style.visibility</p:attrName>
                                        </p:attrNameLst>
                                      </p:cBhvr>
                                      <p:to>
                                        <p:strVal val="visible"/>
                                      </p:to>
                                    </p:set>
                                    <p:animEffect transition="in" filter="fade">
                                      <p:cBhvr>
                                        <p:cTn id="145" dur="1000"/>
                                        <p:tgtEl>
                                          <p:spTgt spid="38">
                                            <p:txEl>
                                              <p:pRg st="0" end="0"/>
                                            </p:txEl>
                                          </p:spTgt>
                                        </p:tgtEl>
                                      </p:cBhvr>
                                    </p:animEffect>
                                    <p:anim calcmode="lin" valueType="num">
                                      <p:cBhvr>
                                        <p:cTn id="146" dur="1000" fill="hold"/>
                                        <p:tgtEl>
                                          <p:spTgt spid="38">
                                            <p:txEl>
                                              <p:pRg st="0" end="0"/>
                                            </p:txEl>
                                          </p:spTgt>
                                        </p:tgtEl>
                                        <p:attrNameLst>
                                          <p:attrName>ppt_w</p:attrName>
                                        </p:attrNameLst>
                                      </p:cBhvr>
                                      <p:tavLst>
                                        <p:tav tm="0" fmla="#ppt_w*sin(2.5*pi*$)">
                                          <p:val>
                                            <p:fltVal val="0"/>
                                          </p:val>
                                        </p:tav>
                                        <p:tav tm="100000">
                                          <p:val>
                                            <p:fltVal val="1"/>
                                          </p:val>
                                        </p:tav>
                                      </p:tavLst>
                                    </p:anim>
                                    <p:anim calcmode="lin" valueType="num">
                                      <p:cBhvr>
                                        <p:cTn id="147" dur="1000" fill="hold"/>
                                        <p:tgtEl>
                                          <p:spTgt spid="38">
                                            <p:txEl>
                                              <p:pRg st="0" end="0"/>
                                            </p:txEl>
                                          </p:spTgt>
                                        </p:tgtEl>
                                        <p:attrNameLst>
                                          <p:attrName>ppt_h</p:attrName>
                                        </p:attrNameLst>
                                      </p:cBhvr>
                                      <p:tavLst>
                                        <p:tav tm="0">
                                          <p:val>
                                            <p:strVal val="#ppt_h"/>
                                          </p:val>
                                        </p:tav>
                                        <p:tav tm="100000">
                                          <p:val>
                                            <p:strVal val="#ppt_h"/>
                                          </p:val>
                                        </p:tav>
                                      </p:tavLst>
                                    </p:anim>
                                  </p:childTnLst>
                                </p:cTn>
                              </p:par>
                              <p:par>
                                <p:cTn id="148" presetID="45" presetClass="entr" presetSubtype="0" fill="hold" grpId="1" nodeType="withEffect">
                                  <p:stCondLst>
                                    <p:cond delay="0"/>
                                  </p:stCondLst>
                                  <p:childTnLst>
                                    <p:set>
                                      <p:cBhvr>
                                        <p:cTn id="149" dur="1" fill="hold">
                                          <p:stCondLst>
                                            <p:cond delay="0"/>
                                          </p:stCondLst>
                                        </p:cTn>
                                        <p:tgtEl>
                                          <p:spTgt spid="13"/>
                                        </p:tgtEl>
                                        <p:attrNameLst>
                                          <p:attrName>style.visibility</p:attrName>
                                        </p:attrNameLst>
                                      </p:cBhvr>
                                      <p:to>
                                        <p:strVal val="visible"/>
                                      </p:to>
                                    </p:set>
                                    <p:animEffect transition="in" filter="fade">
                                      <p:cBhvr>
                                        <p:cTn id="150" dur="1000"/>
                                        <p:tgtEl>
                                          <p:spTgt spid="13"/>
                                        </p:tgtEl>
                                      </p:cBhvr>
                                    </p:animEffect>
                                    <p:anim calcmode="lin" valueType="num">
                                      <p:cBhvr>
                                        <p:cTn id="151" dur="1000" fill="hold"/>
                                        <p:tgtEl>
                                          <p:spTgt spid="13"/>
                                        </p:tgtEl>
                                        <p:attrNameLst>
                                          <p:attrName>ppt_w</p:attrName>
                                        </p:attrNameLst>
                                      </p:cBhvr>
                                      <p:tavLst>
                                        <p:tav tm="0" fmla="#ppt_w*sin(2.5*pi*$)">
                                          <p:val>
                                            <p:fltVal val="0"/>
                                          </p:val>
                                        </p:tav>
                                        <p:tav tm="100000">
                                          <p:val>
                                            <p:fltVal val="1"/>
                                          </p:val>
                                        </p:tav>
                                      </p:tavLst>
                                    </p:anim>
                                    <p:anim calcmode="lin" valueType="num">
                                      <p:cBhvr>
                                        <p:cTn id="152" dur="1000" fill="hold"/>
                                        <p:tgtEl>
                                          <p:spTgt spid="13"/>
                                        </p:tgtEl>
                                        <p:attrNameLst>
                                          <p:attrName>ppt_h</p:attrName>
                                        </p:attrNameLst>
                                      </p:cBhvr>
                                      <p:tavLst>
                                        <p:tav tm="0">
                                          <p:val>
                                            <p:strVal val="#ppt_h"/>
                                          </p:val>
                                        </p:tav>
                                        <p:tav tm="100000">
                                          <p:val>
                                            <p:strVal val="#ppt_h"/>
                                          </p:val>
                                        </p:tav>
                                      </p:tavLst>
                                    </p:anim>
                                  </p:childTnLst>
                                </p:cTn>
                              </p:par>
                            </p:childTnLst>
                          </p:cTn>
                        </p:par>
                        <p:par>
                          <p:cTn id="153" fill="hold">
                            <p:stCondLst>
                              <p:cond delay="7000"/>
                            </p:stCondLst>
                            <p:childTnLst>
                              <p:par>
                                <p:cTn id="154" presetID="2" presetClass="entr" presetSubtype="1" decel="100000" fill="hold" grpId="0" nodeType="afterEffect">
                                  <p:stCondLst>
                                    <p:cond delay="0"/>
                                  </p:stCondLst>
                                  <p:childTnLst>
                                    <p:set>
                                      <p:cBhvr>
                                        <p:cTn id="155" dur="1" fill="hold">
                                          <p:stCondLst>
                                            <p:cond delay="0"/>
                                          </p:stCondLst>
                                        </p:cTn>
                                        <p:tgtEl>
                                          <p:spTgt spid="36">
                                            <p:txEl>
                                              <p:pRg st="0" end="0"/>
                                            </p:txEl>
                                          </p:spTgt>
                                        </p:tgtEl>
                                        <p:attrNameLst>
                                          <p:attrName>style.visibility</p:attrName>
                                        </p:attrNameLst>
                                      </p:cBhvr>
                                      <p:to>
                                        <p:strVal val="visible"/>
                                      </p:to>
                                    </p:set>
                                    <p:anim calcmode="lin" valueType="num">
                                      <p:cBhvr additive="base">
                                        <p:cTn id="156" dur="10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157" dur="1000" fill="hold"/>
                                        <p:tgtEl>
                                          <p:spTgt spid="36">
                                            <p:txEl>
                                              <p:pRg st="0" end="0"/>
                                            </p:txEl>
                                          </p:spTgt>
                                        </p:tgtEl>
                                        <p:attrNameLst>
                                          <p:attrName>ppt_y</p:attrName>
                                        </p:attrNameLst>
                                      </p:cBhvr>
                                      <p:tavLst>
                                        <p:tav tm="0">
                                          <p:val>
                                            <p:strVal val="0-#ppt_h/2"/>
                                          </p:val>
                                        </p:tav>
                                        <p:tav tm="100000">
                                          <p:val>
                                            <p:strVal val="#ppt_y"/>
                                          </p:val>
                                        </p:tav>
                                      </p:tavLst>
                                    </p:anim>
                                  </p:childTnLst>
                                </p:cTn>
                              </p:par>
                              <p:par>
                                <p:cTn id="158" presetID="2" presetClass="entr" presetSubtype="1" decel="100000" fill="hold" grpId="0" nodeType="withEffect">
                                  <p:stCondLst>
                                    <p:cond delay="0"/>
                                  </p:stCondLst>
                                  <p:childTnLst>
                                    <p:set>
                                      <p:cBhvr>
                                        <p:cTn id="159" dur="1" fill="hold">
                                          <p:stCondLst>
                                            <p:cond delay="0"/>
                                          </p:stCondLst>
                                        </p:cTn>
                                        <p:tgtEl>
                                          <p:spTgt spid="12"/>
                                        </p:tgtEl>
                                        <p:attrNameLst>
                                          <p:attrName>style.visibility</p:attrName>
                                        </p:attrNameLst>
                                      </p:cBhvr>
                                      <p:to>
                                        <p:strVal val="visible"/>
                                      </p:to>
                                    </p:set>
                                    <p:anim calcmode="lin" valueType="num">
                                      <p:cBhvr additive="base">
                                        <p:cTn id="160" dur="1000" fill="hold"/>
                                        <p:tgtEl>
                                          <p:spTgt spid="12"/>
                                        </p:tgtEl>
                                        <p:attrNameLst>
                                          <p:attrName>ppt_x</p:attrName>
                                        </p:attrNameLst>
                                      </p:cBhvr>
                                      <p:tavLst>
                                        <p:tav tm="0">
                                          <p:val>
                                            <p:strVal val="#ppt_x"/>
                                          </p:val>
                                        </p:tav>
                                        <p:tav tm="100000">
                                          <p:val>
                                            <p:strVal val="#ppt_x"/>
                                          </p:val>
                                        </p:tav>
                                      </p:tavLst>
                                    </p:anim>
                                    <p:anim calcmode="lin" valueType="num">
                                      <p:cBhvr additive="base">
                                        <p:cTn id="161" dur="1000" fill="hold"/>
                                        <p:tgtEl>
                                          <p:spTgt spid="12"/>
                                        </p:tgtEl>
                                        <p:attrNameLst>
                                          <p:attrName>ppt_y</p:attrName>
                                        </p:attrNameLst>
                                      </p:cBhvr>
                                      <p:tavLst>
                                        <p:tav tm="0">
                                          <p:val>
                                            <p:strVal val="0-#ppt_h/2"/>
                                          </p:val>
                                        </p:tav>
                                        <p:tav tm="100000">
                                          <p:val>
                                            <p:strVal val="#ppt_y"/>
                                          </p:val>
                                        </p:tav>
                                      </p:tavLst>
                                    </p:anim>
                                  </p:childTnLst>
                                </p:cTn>
                              </p:par>
                              <p:par>
                                <p:cTn id="162" presetID="45" presetClass="entr" presetSubtype="0" fill="hold" grpId="1" nodeType="withEffect">
                                  <p:stCondLst>
                                    <p:cond delay="0"/>
                                  </p:stCondLst>
                                  <p:childTnLst>
                                    <p:set>
                                      <p:cBhvr>
                                        <p:cTn id="163" dur="1" fill="hold">
                                          <p:stCondLst>
                                            <p:cond delay="0"/>
                                          </p:stCondLst>
                                        </p:cTn>
                                        <p:tgtEl>
                                          <p:spTgt spid="36">
                                            <p:txEl>
                                              <p:pRg st="0" end="0"/>
                                            </p:txEl>
                                          </p:spTgt>
                                        </p:tgtEl>
                                        <p:attrNameLst>
                                          <p:attrName>style.visibility</p:attrName>
                                        </p:attrNameLst>
                                      </p:cBhvr>
                                      <p:to>
                                        <p:strVal val="visible"/>
                                      </p:to>
                                    </p:set>
                                    <p:animEffect transition="in" filter="fade">
                                      <p:cBhvr>
                                        <p:cTn id="164" dur="1000"/>
                                        <p:tgtEl>
                                          <p:spTgt spid="36">
                                            <p:txEl>
                                              <p:pRg st="0" end="0"/>
                                            </p:txEl>
                                          </p:spTgt>
                                        </p:tgtEl>
                                      </p:cBhvr>
                                    </p:animEffect>
                                    <p:anim calcmode="lin" valueType="num">
                                      <p:cBhvr>
                                        <p:cTn id="165" dur="1000" fill="hold"/>
                                        <p:tgtEl>
                                          <p:spTgt spid="36">
                                            <p:txEl>
                                              <p:pRg st="0" end="0"/>
                                            </p:txEl>
                                          </p:spTgt>
                                        </p:tgtEl>
                                        <p:attrNameLst>
                                          <p:attrName>ppt_w</p:attrName>
                                        </p:attrNameLst>
                                      </p:cBhvr>
                                      <p:tavLst>
                                        <p:tav tm="0" fmla="#ppt_w*sin(2.5*pi*$)">
                                          <p:val>
                                            <p:fltVal val="0"/>
                                          </p:val>
                                        </p:tav>
                                        <p:tav tm="100000">
                                          <p:val>
                                            <p:fltVal val="1"/>
                                          </p:val>
                                        </p:tav>
                                      </p:tavLst>
                                    </p:anim>
                                    <p:anim calcmode="lin" valueType="num">
                                      <p:cBhvr>
                                        <p:cTn id="166" dur="1000" fill="hold"/>
                                        <p:tgtEl>
                                          <p:spTgt spid="36">
                                            <p:txEl>
                                              <p:pRg st="0" end="0"/>
                                            </p:txEl>
                                          </p:spTgt>
                                        </p:tgtEl>
                                        <p:attrNameLst>
                                          <p:attrName>ppt_h</p:attrName>
                                        </p:attrNameLst>
                                      </p:cBhvr>
                                      <p:tavLst>
                                        <p:tav tm="0">
                                          <p:val>
                                            <p:strVal val="#ppt_h"/>
                                          </p:val>
                                        </p:tav>
                                        <p:tav tm="100000">
                                          <p:val>
                                            <p:strVal val="#ppt_h"/>
                                          </p:val>
                                        </p:tav>
                                      </p:tavLst>
                                    </p:anim>
                                  </p:childTnLst>
                                </p:cTn>
                              </p:par>
                              <p:par>
                                <p:cTn id="167" presetID="45" presetClass="entr" presetSubtype="0" fill="hold" grpId="1" nodeType="withEffect">
                                  <p:stCondLst>
                                    <p:cond delay="0"/>
                                  </p:stCondLst>
                                  <p:childTnLst>
                                    <p:set>
                                      <p:cBhvr>
                                        <p:cTn id="168" dur="1" fill="hold">
                                          <p:stCondLst>
                                            <p:cond delay="0"/>
                                          </p:stCondLst>
                                        </p:cTn>
                                        <p:tgtEl>
                                          <p:spTgt spid="12"/>
                                        </p:tgtEl>
                                        <p:attrNameLst>
                                          <p:attrName>style.visibility</p:attrName>
                                        </p:attrNameLst>
                                      </p:cBhvr>
                                      <p:to>
                                        <p:strVal val="visible"/>
                                      </p:to>
                                    </p:set>
                                    <p:animEffect transition="in" filter="fade">
                                      <p:cBhvr>
                                        <p:cTn id="169" dur="1000"/>
                                        <p:tgtEl>
                                          <p:spTgt spid="12"/>
                                        </p:tgtEl>
                                      </p:cBhvr>
                                    </p:animEffect>
                                    <p:anim calcmode="lin" valueType="num">
                                      <p:cBhvr>
                                        <p:cTn id="170" dur="1000" fill="hold"/>
                                        <p:tgtEl>
                                          <p:spTgt spid="12"/>
                                        </p:tgtEl>
                                        <p:attrNameLst>
                                          <p:attrName>ppt_w</p:attrName>
                                        </p:attrNameLst>
                                      </p:cBhvr>
                                      <p:tavLst>
                                        <p:tav tm="0" fmla="#ppt_w*sin(2.5*pi*$)">
                                          <p:val>
                                            <p:fltVal val="0"/>
                                          </p:val>
                                        </p:tav>
                                        <p:tav tm="100000">
                                          <p:val>
                                            <p:fltVal val="1"/>
                                          </p:val>
                                        </p:tav>
                                      </p:tavLst>
                                    </p:anim>
                                    <p:anim calcmode="lin" valueType="num">
                                      <p:cBhvr>
                                        <p:cTn id="171" dur="1000" fill="hold"/>
                                        <p:tgtEl>
                                          <p:spTgt spid="12"/>
                                        </p:tgtEl>
                                        <p:attrNameLst>
                                          <p:attrName>ppt_h</p:attrName>
                                        </p:attrNameLst>
                                      </p:cBhvr>
                                      <p:tavLst>
                                        <p:tav tm="0">
                                          <p:val>
                                            <p:strVal val="#ppt_h"/>
                                          </p:val>
                                        </p:tav>
                                        <p:tav tm="100000">
                                          <p:val>
                                            <p:strVal val="#ppt_h"/>
                                          </p:val>
                                        </p:tav>
                                      </p:tavLst>
                                    </p:anim>
                                  </p:childTnLst>
                                </p:cTn>
                              </p:par>
                            </p:childTnLst>
                          </p:cTn>
                        </p:par>
                        <p:par>
                          <p:cTn id="172" fill="hold">
                            <p:stCondLst>
                              <p:cond delay="8000"/>
                            </p:stCondLst>
                            <p:childTnLst>
                              <p:par>
                                <p:cTn id="173" presetID="53" presetClass="entr" presetSubtype="528" fill="hold" grpId="0" nodeType="afterEffect">
                                  <p:stCondLst>
                                    <p:cond delay="0"/>
                                  </p:stCondLst>
                                  <p:childTnLst>
                                    <p:set>
                                      <p:cBhvr>
                                        <p:cTn id="174" dur="1" fill="hold">
                                          <p:stCondLst>
                                            <p:cond delay="0"/>
                                          </p:stCondLst>
                                        </p:cTn>
                                        <p:tgtEl>
                                          <p:spTgt spid="24"/>
                                        </p:tgtEl>
                                        <p:attrNameLst>
                                          <p:attrName>style.visibility</p:attrName>
                                        </p:attrNameLst>
                                      </p:cBhvr>
                                      <p:to>
                                        <p:strVal val="visible"/>
                                      </p:to>
                                    </p:set>
                                    <p:anim calcmode="lin" valueType="num">
                                      <p:cBhvr>
                                        <p:cTn id="175" dur="500" fill="hold"/>
                                        <p:tgtEl>
                                          <p:spTgt spid="24"/>
                                        </p:tgtEl>
                                        <p:attrNameLst>
                                          <p:attrName>ppt_w</p:attrName>
                                        </p:attrNameLst>
                                      </p:cBhvr>
                                      <p:tavLst>
                                        <p:tav tm="0">
                                          <p:val>
                                            <p:fltVal val="0"/>
                                          </p:val>
                                        </p:tav>
                                        <p:tav tm="100000">
                                          <p:val>
                                            <p:strVal val="#ppt_w"/>
                                          </p:val>
                                        </p:tav>
                                      </p:tavLst>
                                    </p:anim>
                                    <p:anim calcmode="lin" valueType="num">
                                      <p:cBhvr>
                                        <p:cTn id="176" dur="500" fill="hold"/>
                                        <p:tgtEl>
                                          <p:spTgt spid="24"/>
                                        </p:tgtEl>
                                        <p:attrNameLst>
                                          <p:attrName>ppt_h</p:attrName>
                                        </p:attrNameLst>
                                      </p:cBhvr>
                                      <p:tavLst>
                                        <p:tav tm="0">
                                          <p:val>
                                            <p:fltVal val="0"/>
                                          </p:val>
                                        </p:tav>
                                        <p:tav tm="100000">
                                          <p:val>
                                            <p:strVal val="#ppt_h"/>
                                          </p:val>
                                        </p:tav>
                                      </p:tavLst>
                                    </p:anim>
                                    <p:animEffect transition="in" filter="fade">
                                      <p:cBhvr>
                                        <p:cTn id="177" dur="500"/>
                                        <p:tgtEl>
                                          <p:spTgt spid="24"/>
                                        </p:tgtEl>
                                      </p:cBhvr>
                                    </p:animEffect>
                                    <p:anim calcmode="lin" valueType="num">
                                      <p:cBhvr>
                                        <p:cTn id="178" dur="500" fill="hold"/>
                                        <p:tgtEl>
                                          <p:spTgt spid="24"/>
                                        </p:tgtEl>
                                        <p:attrNameLst>
                                          <p:attrName>ppt_x</p:attrName>
                                        </p:attrNameLst>
                                      </p:cBhvr>
                                      <p:tavLst>
                                        <p:tav tm="0">
                                          <p:val>
                                            <p:fltVal val="0.5"/>
                                          </p:val>
                                        </p:tav>
                                        <p:tav tm="100000">
                                          <p:val>
                                            <p:strVal val="#ppt_x"/>
                                          </p:val>
                                        </p:tav>
                                      </p:tavLst>
                                    </p:anim>
                                    <p:anim calcmode="lin" valueType="num">
                                      <p:cBhvr>
                                        <p:cTn id="179" dur="500" fill="hold"/>
                                        <p:tgtEl>
                                          <p:spTgt spid="24"/>
                                        </p:tgtEl>
                                        <p:attrNameLst>
                                          <p:attrName>ppt_y</p:attrName>
                                        </p:attrNameLst>
                                      </p:cBhvr>
                                      <p:tavLst>
                                        <p:tav tm="0">
                                          <p:val>
                                            <p:fltVal val="0.5"/>
                                          </p:val>
                                        </p:tav>
                                        <p:tav tm="100000">
                                          <p:val>
                                            <p:strVal val="#ppt_y"/>
                                          </p:val>
                                        </p:tav>
                                      </p:tavLst>
                                    </p:anim>
                                  </p:childTnLst>
                                </p:cTn>
                              </p:par>
                              <p:par>
                                <p:cTn id="180" presetID="53" presetClass="entr" presetSubtype="528" fill="hold" grpId="0" nodeType="withEffect">
                                  <p:stCondLst>
                                    <p:cond delay="100"/>
                                  </p:stCondLst>
                                  <p:childTnLst>
                                    <p:set>
                                      <p:cBhvr>
                                        <p:cTn id="181" dur="1" fill="hold">
                                          <p:stCondLst>
                                            <p:cond delay="0"/>
                                          </p:stCondLst>
                                        </p:cTn>
                                        <p:tgtEl>
                                          <p:spTgt spid="15"/>
                                        </p:tgtEl>
                                        <p:attrNameLst>
                                          <p:attrName>style.visibility</p:attrName>
                                        </p:attrNameLst>
                                      </p:cBhvr>
                                      <p:to>
                                        <p:strVal val="visible"/>
                                      </p:to>
                                    </p:set>
                                    <p:anim calcmode="lin" valueType="num">
                                      <p:cBhvr>
                                        <p:cTn id="182" dur="500" fill="hold"/>
                                        <p:tgtEl>
                                          <p:spTgt spid="15"/>
                                        </p:tgtEl>
                                        <p:attrNameLst>
                                          <p:attrName>ppt_w</p:attrName>
                                        </p:attrNameLst>
                                      </p:cBhvr>
                                      <p:tavLst>
                                        <p:tav tm="0">
                                          <p:val>
                                            <p:fltVal val="0"/>
                                          </p:val>
                                        </p:tav>
                                        <p:tav tm="100000">
                                          <p:val>
                                            <p:strVal val="#ppt_w"/>
                                          </p:val>
                                        </p:tav>
                                      </p:tavLst>
                                    </p:anim>
                                    <p:anim calcmode="lin" valueType="num">
                                      <p:cBhvr>
                                        <p:cTn id="183" dur="500" fill="hold"/>
                                        <p:tgtEl>
                                          <p:spTgt spid="15"/>
                                        </p:tgtEl>
                                        <p:attrNameLst>
                                          <p:attrName>ppt_h</p:attrName>
                                        </p:attrNameLst>
                                      </p:cBhvr>
                                      <p:tavLst>
                                        <p:tav tm="0">
                                          <p:val>
                                            <p:fltVal val="0"/>
                                          </p:val>
                                        </p:tav>
                                        <p:tav tm="100000">
                                          <p:val>
                                            <p:strVal val="#ppt_h"/>
                                          </p:val>
                                        </p:tav>
                                      </p:tavLst>
                                    </p:anim>
                                    <p:animEffect transition="in" filter="fade">
                                      <p:cBhvr>
                                        <p:cTn id="184" dur="500"/>
                                        <p:tgtEl>
                                          <p:spTgt spid="15"/>
                                        </p:tgtEl>
                                      </p:cBhvr>
                                    </p:animEffect>
                                    <p:anim calcmode="lin" valueType="num">
                                      <p:cBhvr>
                                        <p:cTn id="185" dur="500" fill="hold"/>
                                        <p:tgtEl>
                                          <p:spTgt spid="15"/>
                                        </p:tgtEl>
                                        <p:attrNameLst>
                                          <p:attrName>ppt_x</p:attrName>
                                        </p:attrNameLst>
                                      </p:cBhvr>
                                      <p:tavLst>
                                        <p:tav tm="0">
                                          <p:val>
                                            <p:fltVal val="0.5"/>
                                          </p:val>
                                        </p:tav>
                                        <p:tav tm="100000">
                                          <p:val>
                                            <p:strVal val="#ppt_x"/>
                                          </p:val>
                                        </p:tav>
                                      </p:tavLst>
                                    </p:anim>
                                    <p:anim calcmode="lin" valueType="num">
                                      <p:cBhvr>
                                        <p:cTn id="186" dur="500" fill="hold"/>
                                        <p:tgtEl>
                                          <p:spTgt spid="15"/>
                                        </p:tgtEl>
                                        <p:attrNameLst>
                                          <p:attrName>ppt_y</p:attrName>
                                        </p:attrNameLst>
                                      </p:cBhvr>
                                      <p:tavLst>
                                        <p:tav tm="0">
                                          <p:val>
                                            <p:fltVal val="0.5"/>
                                          </p:val>
                                        </p:tav>
                                        <p:tav tm="100000">
                                          <p:val>
                                            <p:strVal val="#ppt_y"/>
                                          </p:val>
                                        </p:tav>
                                      </p:tavLst>
                                    </p:anim>
                                  </p:childTnLst>
                                </p:cTn>
                              </p:par>
                              <p:par>
                                <p:cTn id="187" presetID="53" presetClass="entr" presetSubtype="528" fill="hold" grpId="0" nodeType="withEffect">
                                  <p:stCondLst>
                                    <p:cond delay="200"/>
                                  </p:stCondLst>
                                  <p:childTnLst>
                                    <p:set>
                                      <p:cBhvr>
                                        <p:cTn id="188" dur="1" fill="hold">
                                          <p:stCondLst>
                                            <p:cond delay="0"/>
                                          </p:stCondLst>
                                        </p:cTn>
                                        <p:tgtEl>
                                          <p:spTgt spid="17"/>
                                        </p:tgtEl>
                                        <p:attrNameLst>
                                          <p:attrName>style.visibility</p:attrName>
                                        </p:attrNameLst>
                                      </p:cBhvr>
                                      <p:to>
                                        <p:strVal val="visible"/>
                                      </p:to>
                                    </p:set>
                                    <p:anim calcmode="lin" valueType="num">
                                      <p:cBhvr>
                                        <p:cTn id="189" dur="500" fill="hold"/>
                                        <p:tgtEl>
                                          <p:spTgt spid="17"/>
                                        </p:tgtEl>
                                        <p:attrNameLst>
                                          <p:attrName>ppt_w</p:attrName>
                                        </p:attrNameLst>
                                      </p:cBhvr>
                                      <p:tavLst>
                                        <p:tav tm="0">
                                          <p:val>
                                            <p:fltVal val="0"/>
                                          </p:val>
                                        </p:tav>
                                        <p:tav tm="100000">
                                          <p:val>
                                            <p:strVal val="#ppt_w"/>
                                          </p:val>
                                        </p:tav>
                                      </p:tavLst>
                                    </p:anim>
                                    <p:anim calcmode="lin" valueType="num">
                                      <p:cBhvr>
                                        <p:cTn id="190" dur="500" fill="hold"/>
                                        <p:tgtEl>
                                          <p:spTgt spid="17"/>
                                        </p:tgtEl>
                                        <p:attrNameLst>
                                          <p:attrName>ppt_h</p:attrName>
                                        </p:attrNameLst>
                                      </p:cBhvr>
                                      <p:tavLst>
                                        <p:tav tm="0">
                                          <p:val>
                                            <p:fltVal val="0"/>
                                          </p:val>
                                        </p:tav>
                                        <p:tav tm="100000">
                                          <p:val>
                                            <p:strVal val="#ppt_h"/>
                                          </p:val>
                                        </p:tav>
                                      </p:tavLst>
                                    </p:anim>
                                    <p:animEffect transition="in" filter="fade">
                                      <p:cBhvr>
                                        <p:cTn id="191" dur="500"/>
                                        <p:tgtEl>
                                          <p:spTgt spid="17"/>
                                        </p:tgtEl>
                                      </p:cBhvr>
                                    </p:animEffect>
                                    <p:anim calcmode="lin" valueType="num">
                                      <p:cBhvr>
                                        <p:cTn id="192" dur="500" fill="hold"/>
                                        <p:tgtEl>
                                          <p:spTgt spid="17"/>
                                        </p:tgtEl>
                                        <p:attrNameLst>
                                          <p:attrName>ppt_x</p:attrName>
                                        </p:attrNameLst>
                                      </p:cBhvr>
                                      <p:tavLst>
                                        <p:tav tm="0">
                                          <p:val>
                                            <p:fltVal val="0.5"/>
                                          </p:val>
                                        </p:tav>
                                        <p:tav tm="100000">
                                          <p:val>
                                            <p:strVal val="#ppt_x"/>
                                          </p:val>
                                        </p:tav>
                                      </p:tavLst>
                                    </p:anim>
                                    <p:anim calcmode="lin" valueType="num">
                                      <p:cBhvr>
                                        <p:cTn id="193" dur="500" fill="hold"/>
                                        <p:tgtEl>
                                          <p:spTgt spid="17"/>
                                        </p:tgtEl>
                                        <p:attrNameLst>
                                          <p:attrName>ppt_y</p:attrName>
                                        </p:attrNameLst>
                                      </p:cBhvr>
                                      <p:tavLst>
                                        <p:tav tm="0">
                                          <p:val>
                                            <p:fltVal val="0.5"/>
                                          </p:val>
                                        </p:tav>
                                        <p:tav tm="100000">
                                          <p:val>
                                            <p:strVal val="#ppt_y"/>
                                          </p:val>
                                        </p:tav>
                                      </p:tavLst>
                                    </p:anim>
                                  </p:childTnLst>
                                </p:cTn>
                              </p:par>
                              <p:par>
                                <p:cTn id="194" presetID="53" presetClass="entr" presetSubtype="528" fill="hold" grpId="0" nodeType="withEffect">
                                  <p:stCondLst>
                                    <p:cond delay="300"/>
                                  </p:stCondLst>
                                  <p:childTnLst>
                                    <p:set>
                                      <p:cBhvr>
                                        <p:cTn id="195" dur="1" fill="hold">
                                          <p:stCondLst>
                                            <p:cond delay="0"/>
                                          </p:stCondLst>
                                        </p:cTn>
                                        <p:tgtEl>
                                          <p:spTgt spid="27"/>
                                        </p:tgtEl>
                                        <p:attrNameLst>
                                          <p:attrName>style.visibility</p:attrName>
                                        </p:attrNameLst>
                                      </p:cBhvr>
                                      <p:to>
                                        <p:strVal val="visible"/>
                                      </p:to>
                                    </p:set>
                                    <p:anim calcmode="lin" valueType="num">
                                      <p:cBhvr>
                                        <p:cTn id="196" dur="500" fill="hold"/>
                                        <p:tgtEl>
                                          <p:spTgt spid="27"/>
                                        </p:tgtEl>
                                        <p:attrNameLst>
                                          <p:attrName>ppt_w</p:attrName>
                                        </p:attrNameLst>
                                      </p:cBhvr>
                                      <p:tavLst>
                                        <p:tav tm="0">
                                          <p:val>
                                            <p:fltVal val="0"/>
                                          </p:val>
                                        </p:tav>
                                        <p:tav tm="100000">
                                          <p:val>
                                            <p:strVal val="#ppt_w"/>
                                          </p:val>
                                        </p:tav>
                                      </p:tavLst>
                                    </p:anim>
                                    <p:anim calcmode="lin" valueType="num">
                                      <p:cBhvr>
                                        <p:cTn id="197" dur="500" fill="hold"/>
                                        <p:tgtEl>
                                          <p:spTgt spid="27"/>
                                        </p:tgtEl>
                                        <p:attrNameLst>
                                          <p:attrName>ppt_h</p:attrName>
                                        </p:attrNameLst>
                                      </p:cBhvr>
                                      <p:tavLst>
                                        <p:tav tm="0">
                                          <p:val>
                                            <p:fltVal val="0"/>
                                          </p:val>
                                        </p:tav>
                                        <p:tav tm="100000">
                                          <p:val>
                                            <p:strVal val="#ppt_h"/>
                                          </p:val>
                                        </p:tav>
                                      </p:tavLst>
                                    </p:anim>
                                    <p:animEffect transition="in" filter="fade">
                                      <p:cBhvr>
                                        <p:cTn id="198" dur="500"/>
                                        <p:tgtEl>
                                          <p:spTgt spid="27"/>
                                        </p:tgtEl>
                                      </p:cBhvr>
                                    </p:animEffect>
                                    <p:anim calcmode="lin" valueType="num">
                                      <p:cBhvr>
                                        <p:cTn id="199" dur="500" fill="hold"/>
                                        <p:tgtEl>
                                          <p:spTgt spid="27"/>
                                        </p:tgtEl>
                                        <p:attrNameLst>
                                          <p:attrName>ppt_x</p:attrName>
                                        </p:attrNameLst>
                                      </p:cBhvr>
                                      <p:tavLst>
                                        <p:tav tm="0">
                                          <p:val>
                                            <p:fltVal val="0.5"/>
                                          </p:val>
                                        </p:tav>
                                        <p:tav tm="100000">
                                          <p:val>
                                            <p:strVal val="#ppt_x"/>
                                          </p:val>
                                        </p:tav>
                                      </p:tavLst>
                                    </p:anim>
                                    <p:anim calcmode="lin" valueType="num">
                                      <p:cBhvr>
                                        <p:cTn id="200" dur="500" fill="hold"/>
                                        <p:tgtEl>
                                          <p:spTgt spid="27"/>
                                        </p:tgtEl>
                                        <p:attrNameLst>
                                          <p:attrName>ppt_y</p:attrName>
                                        </p:attrNameLst>
                                      </p:cBhvr>
                                      <p:tavLst>
                                        <p:tav tm="0">
                                          <p:val>
                                            <p:fltVal val="0.5"/>
                                          </p:val>
                                        </p:tav>
                                        <p:tav tm="100000">
                                          <p:val>
                                            <p:strVal val="#ppt_y"/>
                                          </p:val>
                                        </p:tav>
                                      </p:tavLst>
                                    </p:anim>
                                  </p:childTnLst>
                                </p:cTn>
                              </p:par>
                              <p:par>
                                <p:cTn id="201" presetID="53" presetClass="entr" presetSubtype="528" fill="hold" grpId="0" nodeType="withEffect">
                                  <p:stCondLst>
                                    <p:cond delay="400"/>
                                  </p:stCondLst>
                                  <p:childTnLst>
                                    <p:set>
                                      <p:cBhvr>
                                        <p:cTn id="202" dur="1" fill="hold">
                                          <p:stCondLst>
                                            <p:cond delay="0"/>
                                          </p:stCondLst>
                                        </p:cTn>
                                        <p:tgtEl>
                                          <p:spTgt spid="25"/>
                                        </p:tgtEl>
                                        <p:attrNameLst>
                                          <p:attrName>style.visibility</p:attrName>
                                        </p:attrNameLst>
                                      </p:cBhvr>
                                      <p:to>
                                        <p:strVal val="visible"/>
                                      </p:to>
                                    </p:set>
                                    <p:anim calcmode="lin" valueType="num">
                                      <p:cBhvr>
                                        <p:cTn id="203" dur="500" fill="hold"/>
                                        <p:tgtEl>
                                          <p:spTgt spid="25"/>
                                        </p:tgtEl>
                                        <p:attrNameLst>
                                          <p:attrName>ppt_w</p:attrName>
                                        </p:attrNameLst>
                                      </p:cBhvr>
                                      <p:tavLst>
                                        <p:tav tm="0">
                                          <p:val>
                                            <p:fltVal val="0"/>
                                          </p:val>
                                        </p:tav>
                                        <p:tav tm="100000">
                                          <p:val>
                                            <p:strVal val="#ppt_w"/>
                                          </p:val>
                                        </p:tav>
                                      </p:tavLst>
                                    </p:anim>
                                    <p:anim calcmode="lin" valueType="num">
                                      <p:cBhvr>
                                        <p:cTn id="204" dur="500" fill="hold"/>
                                        <p:tgtEl>
                                          <p:spTgt spid="25"/>
                                        </p:tgtEl>
                                        <p:attrNameLst>
                                          <p:attrName>ppt_h</p:attrName>
                                        </p:attrNameLst>
                                      </p:cBhvr>
                                      <p:tavLst>
                                        <p:tav tm="0">
                                          <p:val>
                                            <p:fltVal val="0"/>
                                          </p:val>
                                        </p:tav>
                                        <p:tav tm="100000">
                                          <p:val>
                                            <p:strVal val="#ppt_h"/>
                                          </p:val>
                                        </p:tav>
                                      </p:tavLst>
                                    </p:anim>
                                    <p:animEffect transition="in" filter="fade">
                                      <p:cBhvr>
                                        <p:cTn id="205" dur="500"/>
                                        <p:tgtEl>
                                          <p:spTgt spid="25"/>
                                        </p:tgtEl>
                                      </p:cBhvr>
                                    </p:animEffect>
                                    <p:anim calcmode="lin" valueType="num">
                                      <p:cBhvr>
                                        <p:cTn id="206" dur="500" fill="hold"/>
                                        <p:tgtEl>
                                          <p:spTgt spid="25"/>
                                        </p:tgtEl>
                                        <p:attrNameLst>
                                          <p:attrName>ppt_x</p:attrName>
                                        </p:attrNameLst>
                                      </p:cBhvr>
                                      <p:tavLst>
                                        <p:tav tm="0">
                                          <p:val>
                                            <p:fltVal val="0.5"/>
                                          </p:val>
                                        </p:tav>
                                        <p:tav tm="100000">
                                          <p:val>
                                            <p:strVal val="#ppt_x"/>
                                          </p:val>
                                        </p:tav>
                                      </p:tavLst>
                                    </p:anim>
                                    <p:anim calcmode="lin" valueType="num">
                                      <p:cBhvr>
                                        <p:cTn id="207" dur="500" fill="hold"/>
                                        <p:tgtEl>
                                          <p:spTgt spid="25"/>
                                        </p:tgtEl>
                                        <p:attrNameLst>
                                          <p:attrName>ppt_y</p:attrName>
                                        </p:attrNameLst>
                                      </p:cBhvr>
                                      <p:tavLst>
                                        <p:tav tm="0">
                                          <p:val>
                                            <p:fltVal val="0.5"/>
                                          </p:val>
                                        </p:tav>
                                        <p:tav tm="100000">
                                          <p:val>
                                            <p:strVal val="#ppt_y"/>
                                          </p:val>
                                        </p:tav>
                                      </p:tavLst>
                                    </p:anim>
                                  </p:childTnLst>
                                </p:cTn>
                              </p:par>
                              <p:par>
                                <p:cTn id="208" presetID="53" presetClass="entr" presetSubtype="528" fill="hold" grpId="0" nodeType="withEffect">
                                  <p:stCondLst>
                                    <p:cond delay="500"/>
                                  </p:stCondLst>
                                  <p:childTnLst>
                                    <p:set>
                                      <p:cBhvr>
                                        <p:cTn id="209" dur="1" fill="hold">
                                          <p:stCondLst>
                                            <p:cond delay="0"/>
                                          </p:stCondLst>
                                        </p:cTn>
                                        <p:tgtEl>
                                          <p:spTgt spid="16"/>
                                        </p:tgtEl>
                                        <p:attrNameLst>
                                          <p:attrName>style.visibility</p:attrName>
                                        </p:attrNameLst>
                                      </p:cBhvr>
                                      <p:to>
                                        <p:strVal val="visible"/>
                                      </p:to>
                                    </p:set>
                                    <p:anim calcmode="lin" valueType="num">
                                      <p:cBhvr>
                                        <p:cTn id="210" dur="500" fill="hold"/>
                                        <p:tgtEl>
                                          <p:spTgt spid="16"/>
                                        </p:tgtEl>
                                        <p:attrNameLst>
                                          <p:attrName>ppt_w</p:attrName>
                                        </p:attrNameLst>
                                      </p:cBhvr>
                                      <p:tavLst>
                                        <p:tav tm="0">
                                          <p:val>
                                            <p:fltVal val="0"/>
                                          </p:val>
                                        </p:tav>
                                        <p:tav tm="100000">
                                          <p:val>
                                            <p:strVal val="#ppt_w"/>
                                          </p:val>
                                        </p:tav>
                                      </p:tavLst>
                                    </p:anim>
                                    <p:anim calcmode="lin" valueType="num">
                                      <p:cBhvr>
                                        <p:cTn id="211" dur="500" fill="hold"/>
                                        <p:tgtEl>
                                          <p:spTgt spid="16"/>
                                        </p:tgtEl>
                                        <p:attrNameLst>
                                          <p:attrName>ppt_h</p:attrName>
                                        </p:attrNameLst>
                                      </p:cBhvr>
                                      <p:tavLst>
                                        <p:tav tm="0">
                                          <p:val>
                                            <p:fltVal val="0"/>
                                          </p:val>
                                        </p:tav>
                                        <p:tav tm="100000">
                                          <p:val>
                                            <p:strVal val="#ppt_h"/>
                                          </p:val>
                                        </p:tav>
                                      </p:tavLst>
                                    </p:anim>
                                    <p:animEffect transition="in" filter="fade">
                                      <p:cBhvr>
                                        <p:cTn id="212" dur="500"/>
                                        <p:tgtEl>
                                          <p:spTgt spid="16"/>
                                        </p:tgtEl>
                                      </p:cBhvr>
                                    </p:animEffect>
                                    <p:anim calcmode="lin" valueType="num">
                                      <p:cBhvr>
                                        <p:cTn id="213" dur="500" fill="hold"/>
                                        <p:tgtEl>
                                          <p:spTgt spid="16"/>
                                        </p:tgtEl>
                                        <p:attrNameLst>
                                          <p:attrName>ppt_x</p:attrName>
                                        </p:attrNameLst>
                                      </p:cBhvr>
                                      <p:tavLst>
                                        <p:tav tm="0">
                                          <p:val>
                                            <p:fltVal val="0.5"/>
                                          </p:val>
                                        </p:tav>
                                        <p:tav tm="100000">
                                          <p:val>
                                            <p:strVal val="#ppt_x"/>
                                          </p:val>
                                        </p:tav>
                                      </p:tavLst>
                                    </p:anim>
                                    <p:anim calcmode="lin" valueType="num">
                                      <p:cBhvr>
                                        <p:cTn id="214" dur="500" fill="hold"/>
                                        <p:tgtEl>
                                          <p:spTgt spid="16"/>
                                        </p:tgtEl>
                                        <p:attrNameLst>
                                          <p:attrName>ppt_y</p:attrName>
                                        </p:attrNameLst>
                                      </p:cBhvr>
                                      <p:tavLst>
                                        <p:tav tm="0">
                                          <p:val>
                                            <p:fltVal val="0.5"/>
                                          </p:val>
                                        </p:tav>
                                        <p:tav tm="100000">
                                          <p:val>
                                            <p:strVal val="#ppt_y"/>
                                          </p:val>
                                        </p:tav>
                                      </p:tavLst>
                                    </p:anim>
                                  </p:childTnLst>
                                </p:cTn>
                              </p:par>
                              <p:par>
                                <p:cTn id="215" presetID="53" presetClass="entr" presetSubtype="528" fill="hold" grpId="0" nodeType="withEffect">
                                  <p:stCondLst>
                                    <p:cond delay="600"/>
                                  </p:stCondLst>
                                  <p:childTnLst>
                                    <p:set>
                                      <p:cBhvr>
                                        <p:cTn id="216" dur="1" fill="hold">
                                          <p:stCondLst>
                                            <p:cond delay="0"/>
                                          </p:stCondLst>
                                        </p:cTn>
                                        <p:tgtEl>
                                          <p:spTgt spid="23"/>
                                        </p:tgtEl>
                                        <p:attrNameLst>
                                          <p:attrName>style.visibility</p:attrName>
                                        </p:attrNameLst>
                                      </p:cBhvr>
                                      <p:to>
                                        <p:strVal val="visible"/>
                                      </p:to>
                                    </p:set>
                                    <p:anim calcmode="lin" valueType="num">
                                      <p:cBhvr>
                                        <p:cTn id="217" dur="500" fill="hold"/>
                                        <p:tgtEl>
                                          <p:spTgt spid="23"/>
                                        </p:tgtEl>
                                        <p:attrNameLst>
                                          <p:attrName>ppt_w</p:attrName>
                                        </p:attrNameLst>
                                      </p:cBhvr>
                                      <p:tavLst>
                                        <p:tav tm="0">
                                          <p:val>
                                            <p:fltVal val="0"/>
                                          </p:val>
                                        </p:tav>
                                        <p:tav tm="100000">
                                          <p:val>
                                            <p:strVal val="#ppt_w"/>
                                          </p:val>
                                        </p:tav>
                                      </p:tavLst>
                                    </p:anim>
                                    <p:anim calcmode="lin" valueType="num">
                                      <p:cBhvr>
                                        <p:cTn id="218" dur="500" fill="hold"/>
                                        <p:tgtEl>
                                          <p:spTgt spid="23"/>
                                        </p:tgtEl>
                                        <p:attrNameLst>
                                          <p:attrName>ppt_h</p:attrName>
                                        </p:attrNameLst>
                                      </p:cBhvr>
                                      <p:tavLst>
                                        <p:tav tm="0">
                                          <p:val>
                                            <p:fltVal val="0"/>
                                          </p:val>
                                        </p:tav>
                                        <p:tav tm="100000">
                                          <p:val>
                                            <p:strVal val="#ppt_h"/>
                                          </p:val>
                                        </p:tav>
                                      </p:tavLst>
                                    </p:anim>
                                    <p:animEffect transition="in" filter="fade">
                                      <p:cBhvr>
                                        <p:cTn id="219" dur="500"/>
                                        <p:tgtEl>
                                          <p:spTgt spid="23"/>
                                        </p:tgtEl>
                                      </p:cBhvr>
                                    </p:animEffect>
                                    <p:anim calcmode="lin" valueType="num">
                                      <p:cBhvr>
                                        <p:cTn id="220" dur="500" fill="hold"/>
                                        <p:tgtEl>
                                          <p:spTgt spid="23"/>
                                        </p:tgtEl>
                                        <p:attrNameLst>
                                          <p:attrName>ppt_x</p:attrName>
                                        </p:attrNameLst>
                                      </p:cBhvr>
                                      <p:tavLst>
                                        <p:tav tm="0">
                                          <p:val>
                                            <p:fltVal val="0.5"/>
                                          </p:val>
                                        </p:tav>
                                        <p:tav tm="100000">
                                          <p:val>
                                            <p:strVal val="#ppt_x"/>
                                          </p:val>
                                        </p:tav>
                                      </p:tavLst>
                                    </p:anim>
                                    <p:anim calcmode="lin" valueType="num">
                                      <p:cBhvr>
                                        <p:cTn id="221" dur="500" fill="hold"/>
                                        <p:tgtEl>
                                          <p:spTgt spid="23"/>
                                        </p:tgtEl>
                                        <p:attrNameLst>
                                          <p:attrName>ppt_y</p:attrName>
                                        </p:attrNameLst>
                                      </p:cBhvr>
                                      <p:tavLst>
                                        <p:tav tm="0">
                                          <p:val>
                                            <p:fltVal val="0.5"/>
                                          </p:val>
                                        </p:tav>
                                        <p:tav tm="100000">
                                          <p:val>
                                            <p:strVal val="#ppt_y"/>
                                          </p:val>
                                        </p:tav>
                                      </p:tavLst>
                                    </p:anim>
                                  </p:childTnLst>
                                </p:cTn>
                              </p:par>
                              <p:par>
                                <p:cTn id="222" presetID="53" presetClass="entr" presetSubtype="528" fill="hold" grpId="0" nodeType="withEffect">
                                  <p:stCondLst>
                                    <p:cond delay="700"/>
                                  </p:stCondLst>
                                  <p:childTnLst>
                                    <p:set>
                                      <p:cBhvr>
                                        <p:cTn id="223" dur="1" fill="hold">
                                          <p:stCondLst>
                                            <p:cond delay="0"/>
                                          </p:stCondLst>
                                        </p:cTn>
                                        <p:tgtEl>
                                          <p:spTgt spid="18"/>
                                        </p:tgtEl>
                                        <p:attrNameLst>
                                          <p:attrName>style.visibility</p:attrName>
                                        </p:attrNameLst>
                                      </p:cBhvr>
                                      <p:to>
                                        <p:strVal val="visible"/>
                                      </p:to>
                                    </p:set>
                                    <p:anim calcmode="lin" valueType="num">
                                      <p:cBhvr>
                                        <p:cTn id="224" dur="500" fill="hold"/>
                                        <p:tgtEl>
                                          <p:spTgt spid="18"/>
                                        </p:tgtEl>
                                        <p:attrNameLst>
                                          <p:attrName>ppt_w</p:attrName>
                                        </p:attrNameLst>
                                      </p:cBhvr>
                                      <p:tavLst>
                                        <p:tav tm="0">
                                          <p:val>
                                            <p:fltVal val="0"/>
                                          </p:val>
                                        </p:tav>
                                        <p:tav tm="100000">
                                          <p:val>
                                            <p:strVal val="#ppt_w"/>
                                          </p:val>
                                        </p:tav>
                                      </p:tavLst>
                                    </p:anim>
                                    <p:anim calcmode="lin" valueType="num">
                                      <p:cBhvr>
                                        <p:cTn id="225" dur="500" fill="hold"/>
                                        <p:tgtEl>
                                          <p:spTgt spid="18"/>
                                        </p:tgtEl>
                                        <p:attrNameLst>
                                          <p:attrName>ppt_h</p:attrName>
                                        </p:attrNameLst>
                                      </p:cBhvr>
                                      <p:tavLst>
                                        <p:tav tm="0">
                                          <p:val>
                                            <p:fltVal val="0"/>
                                          </p:val>
                                        </p:tav>
                                        <p:tav tm="100000">
                                          <p:val>
                                            <p:strVal val="#ppt_h"/>
                                          </p:val>
                                        </p:tav>
                                      </p:tavLst>
                                    </p:anim>
                                    <p:animEffect transition="in" filter="fade">
                                      <p:cBhvr>
                                        <p:cTn id="226" dur="500"/>
                                        <p:tgtEl>
                                          <p:spTgt spid="18"/>
                                        </p:tgtEl>
                                      </p:cBhvr>
                                    </p:animEffect>
                                    <p:anim calcmode="lin" valueType="num">
                                      <p:cBhvr>
                                        <p:cTn id="227" dur="500" fill="hold"/>
                                        <p:tgtEl>
                                          <p:spTgt spid="18"/>
                                        </p:tgtEl>
                                        <p:attrNameLst>
                                          <p:attrName>ppt_x</p:attrName>
                                        </p:attrNameLst>
                                      </p:cBhvr>
                                      <p:tavLst>
                                        <p:tav tm="0">
                                          <p:val>
                                            <p:fltVal val="0.5"/>
                                          </p:val>
                                        </p:tav>
                                        <p:tav tm="100000">
                                          <p:val>
                                            <p:strVal val="#ppt_x"/>
                                          </p:val>
                                        </p:tav>
                                      </p:tavLst>
                                    </p:anim>
                                    <p:anim calcmode="lin" valueType="num">
                                      <p:cBhvr>
                                        <p:cTn id="228" dur="500" fill="hold"/>
                                        <p:tgtEl>
                                          <p:spTgt spid="18"/>
                                        </p:tgtEl>
                                        <p:attrNameLst>
                                          <p:attrName>ppt_y</p:attrName>
                                        </p:attrNameLst>
                                      </p:cBhvr>
                                      <p:tavLst>
                                        <p:tav tm="0">
                                          <p:val>
                                            <p:fltVal val="0.5"/>
                                          </p:val>
                                        </p:tav>
                                        <p:tav tm="100000">
                                          <p:val>
                                            <p:strVal val="#ppt_y"/>
                                          </p:val>
                                        </p:tav>
                                      </p:tavLst>
                                    </p:anim>
                                  </p:childTnLst>
                                </p:cTn>
                              </p:par>
                              <p:par>
                                <p:cTn id="229" presetID="53" presetClass="entr" presetSubtype="528" fill="hold" grpId="0" nodeType="withEffect">
                                  <p:stCondLst>
                                    <p:cond delay="800"/>
                                  </p:stCondLst>
                                  <p:childTnLst>
                                    <p:set>
                                      <p:cBhvr>
                                        <p:cTn id="230" dur="1" fill="hold">
                                          <p:stCondLst>
                                            <p:cond delay="0"/>
                                          </p:stCondLst>
                                        </p:cTn>
                                        <p:tgtEl>
                                          <p:spTgt spid="26"/>
                                        </p:tgtEl>
                                        <p:attrNameLst>
                                          <p:attrName>style.visibility</p:attrName>
                                        </p:attrNameLst>
                                      </p:cBhvr>
                                      <p:to>
                                        <p:strVal val="visible"/>
                                      </p:to>
                                    </p:set>
                                    <p:anim calcmode="lin" valueType="num">
                                      <p:cBhvr>
                                        <p:cTn id="231" dur="500" fill="hold"/>
                                        <p:tgtEl>
                                          <p:spTgt spid="26"/>
                                        </p:tgtEl>
                                        <p:attrNameLst>
                                          <p:attrName>ppt_w</p:attrName>
                                        </p:attrNameLst>
                                      </p:cBhvr>
                                      <p:tavLst>
                                        <p:tav tm="0">
                                          <p:val>
                                            <p:fltVal val="0"/>
                                          </p:val>
                                        </p:tav>
                                        <p:tav tm="100000">
                                          <p:val>
                                            <p:strVal val="#ppt_w"/>
                                          </p:val>
                                        </p:tav>
                                      </p:tavLst>
                                    </p:anim>
                                    <p:anim calcmode="lin" valueType="num">
                                      <p:cBhvr>
                                        <p:cTn id="232" dur="500" fill="hold"/>
                                        <p:tgtEl>
                                          <p:spTgt spid="26"/>
                                        </p:tgtEl>
                                        <p:attrNameLst>
                                          <p:attrName>ppt_h</p:attrName>
                                        </p:attrNameLst>
                                      </p:cBhvr>
                                      <p:tavLst>
                                        <p:tav tm="0">
                                          <p:val>
                                            <p:fltVal val="0"/>
                                          </p:val>
                                        </p:tav>
                                        <p:tav tm="100000">
                                          <p:val>
                                            <p:strVal val="#ppt_h"/>
                                          </p:val>
                                        </p:tav>
                                      </p:tavLst>
                                    </p:anim>
                                    <p:animEffect transition="in" filter="fade">
                                      <p:cBhvr>
                                        <p:cTn id="233" dur="500"/>
                                        <p:tgtEl>
                                          <p:spTgt spid="26"/>
                                        </p:tgtEl>
                                      </p:cBhvr>
                                    </p:animEffect>
                                    <p:anim calcmode="lin" valueType="num">
                                      <p:cBhvr>
                                        <p:cTn id="234" dur="500" fill="hold"/>
                                        <p:tgtEl>
                                          <p:spTgt spid="26"/>
                                        </p:tgtEl>
                                        <p:attrNameLst>
                                          <p:attrName>ppt_x</p:attrName>
                                        </p:attrNameLst>
                                      </p:cBhvr>
                                      <p:tavLst>
                                        <p:tav tm="0">
                                          <p:val>
                                            <p:fltVal val="0.5"/>
                                          </p:val>
                                        </p:tav>
                                        <p:tav tm="100000">
                                          <p:val>
                                            <p:strVal val="#ppt_x"/>
                                          </p:val>
                                        </p:tav>
                                      </p:tavLst>
                                    </p:anim>
                                    <p:anim calcmode="lin" valueType="num">
                                      <p:cBhvr>
                                        <p:cTn id="235" dur="500" fill="hold"/>
                                        <p:tgtEl>
                                          <p:spTgt spid="26"/>
                                        </p:tgtEl>
                                        <p:attrNameLst>
                                          <p:attrName>ppt_y</p:attrName>
                                        </p:attrNameLst>
                                      </p:cBhvr>
                                      <p:tavLst>
                                        <p:tav tm="0">
                                          <p:val>
                                            <p:fltVal val="0.5"/>
                                          </p:val>
                                        </p:tav>
                                        <p:tav tm="100000">
                                          <p:val>
                                            <p:strVal val="#ppt_y"/>
                                          </p:val>
                                        </p:tav>
                                      </p:tavLst>
                                    </p:anim>
                                  </p:childTnLst>
                                </p:cTn>
                              </p:par>
                              <p:par>
                                <p:cTn id="236" presetID="53" presetClass="entr" presetSubtype="528" fill="hold" grpId="0" nodeType="withEffect">
                                  <p:stCondLst>
                                    <p:cond delay="900"/>
                                  </p:stCondLst>
                                  <p:childTnLst>
                                    <p:set>
                                      <p:cBhvr>
                                        <p:cTn id="237" dur="1" fill="hold">
                                          <p:stCondLst>
                                            <p:cond delay="0"/>
                                          </p:stCondLst>
                                        </p:cTn>
                                        <p:tgtEl>
                                          <p:spTgt spid="21"/>
                                        </p:tgtEl>
                                        <p:attrNameLst>
                                          <p:attrName>style.visibility</p:attrName>
                                        </p:attrNameLst>
                                      </p:cBhvr>
                                      <p:to>
                                        <p:strVal val="visible"/>
                                      </p:to>
                                    </p:set>
                                    <p:anim calcmode="lin" valueType="num">
                                      <p:cBhvr>
                                        <p:cTn id="238" dur="500" fill="hold"/>
                                        <p:tgtEl>
                                          <p:spTgt spid="21"/>
                                        </p:tgtEl>
                                        <p:attrNameLst>
                                          <p:attrName>ppt_w</p:attrName>
                                        </p:attrNameLst>
                                      </p:cBhvr>
                                      <p:tavLst>
                                        <p:tav tm="0">
                                          <p:val>
                                            <p:fltVal val="0"/>
                                          </p:val>
                                        </p:tav>
                                        <p:tav tm="100000">
                                          <p:val>
                                            <p:strVal val="#ppt_w"/>
                                          </p:val>
                                        </p:tav>
                                      </p:tavLst>
                                    </p:anim>
                                    <p:anim calcmode="lin" valueType="num">
                                      <p:cBhvr>
                                        <p:cTn id="239" dur="500" fill="hold"/>
                                        <p:tgtEl>
                                          <p:spTgt spid="21"/>
                                        </p:tgtEl>
                                        <p:attrNameLst>
                                          <p:attrName>ppt_h</p:attrName>
                                        </p:attrNameLst>
                                      </p:cBhvr>
                                      <p:tavLst>
                                        <p:tav tm="0">
                                          <p:val>
                                            <p:fltVal val="0"/>
                                          </p:val>
                                        </p:tav>
                                        <p:tav tm="100000">
                                          <p:val>
                                            <p:strVal val="#ppt_h"/>
                                          </p:val>
                                        </p:tav>
                                      </p:tavLst>
                                    </p:anim>
                                    <p:animEffect transition="in" filter="fade">
                                      <p:cBhvr>
                                        <p:cTn id="240" dur="500"/>
                                        <p:tgtEl>
                                          <p:spTgt spid="21"/>
                                        </p:tgtEl>
                                      </p:cBhvr>
                                    </p:animEffect>
                                    <p:anim calcmode="lin" valueType="num">
                                      <p:cBhvr>
                                        <p:cTn id="241" dur="500" fill="hold"/>
                                        <p:tgtEl>
                                          <p:spTgt spid="21"/>
                                        </p:tgtEl>
                                        <p:attrNameLst>
                                          <p:attrName>ppt_x</p:attrName>
                                        </p:attrNameLst>
                                      </p:cBhvr>
                                      <p:tavLst>
                                        <p:tav tm="0">
                                          <p:val>
                                            <p:fltVal val="0.5"/>
                                          </p:val>
                                        </p:tav>
                                        <p:tav tm="100000">
                                          <p:val>
                                            <p:strVal val="#ppt_x"/>
                                          </p:val>
                                        </p:tav>
                                      </p:tavLst>
                                    </p:anim>
                                    <p:anim calcmode="lin" valueType="num">
                                      <p:cBhvr>
                                        <p:cTn id="242" dur="500" fill="hold"/>
                                        <p:tgtEl>
                                          <p:spTgt spid="21"/>
                                        </p:tgtEl>
                                        <p:attrNameLst>
                                          <p:attrName>ppt_y</p:attrName>
                                        </p:attrNameLst>
                                      </p:cBhvr>
                                      <p:tavLst>
                                        <p:tav tm="0">
                                          <p:val>
                                            <p:fltVal val="0.5"/>
                                          </p:val>
                                        </p:tav>
                                        <p:tav tm="100000">
                                          <p:val>
                                            <p:strVal val="#ppt_y"/>
                                          </p:val>
                                        </p:tav>
                                      </p:tavLst>
                                    </p:anim>
                                  </p:childTnLst>
                                </p:cTn>
                              </p:par>
                              <p:par>
                                <p:cTn id="243" presetID="53" presetClass="entr" presetSubtype="528" fill="hold" grpId="0" nodeType="withEffect">
                                  <p:stCondLst>
                                    <p:cond delay="1000"/>
                                  </p:stCondLst>
                                  <p:childTnLst>
                                    <p:set>
                                      <p:cBhvr>
                                        <p:cTn id="244" dur="1" fill="hold">
                                          <p:stCondLst>
                                            <p:cond delay="0"/>
                                          </p:stCondLst>
                                        </p:cTn>
                                        <p:tgtEl>
                                          <p:spTgt spid="22"/>
                                        </p:tgtEl>
                                        <p:attrNameLst>
                                          <p:attrName>style.visibility</p:attrName>
                                        </p:attrNameLst>
                                      </p:cBhvr>
                                      <p:to>
                                        <p:strVal val="visible"/>
                                      </p:to>
                                    </p:set>
                                    <p:anim calcmode="lin" valueType="num">
                                      <p:cBhvr>
                                        <p:cTn id="245" dur="500" fill="hold"/>
                                        <p:tgtEl>
                                          <p:spTgt spid="22"/>
                                        </p:tgtEl>
                                        <p:attrNameLst>
                                          <p:attrName>ppt_w</p:attrName>
                                        </p:attrNameLst>
                                      </p:cBhvr>
                                      <p:tavLst>
                                        <p:tav tm="0">
                                          <p:val>
                                            <p:fltVal val="0"/>
                                          </p:val>
                                        </p:tav>
                                        <p:tav tm="100000">
                                          <p:val>
                                            <p:strVal val="#ppt_w"/>
                                          </p:val>
                                        </p:tav>
                                      </p:tavLst>
                                    </p:anim>
                                    <p:anim calcmode="lin" valueType="num">
                                      <p:cBhvr>
                                        <p:cTn id="246" dur="500" fill="hold"/>
                                        <p:tgtEl>
                                          <p:spTgt spid="22"/>
                                        </p:tgtEl>
                                        <p:attrNameLst>
                                          <p:attrName>ppt_h</p:attrName>
                                        </p:attrNameLst>
                                      </p:cBhvr>
                                      <p:tavLst>
                                        <p:tav tm="0">
                                          <p:val>
                                            <p:fltVal val="0"/>
                                          </p:val>
                                        </p:tav>
                                        <p:tav tm="100000">
                                          <p:val>
                                            <p:strVal val="#ppt_h"/>
                                          </p:val>
                                        </p:tav>
                                      </p:tavLst>
                                    </p:anim>
                                    <p:animEffect transition="in" filter="fade">
                                      <p:cBhvr>
                                        <p:cTn id="247" dur="500"/>
                                        <p:tgtEl>
                                          <p:spTgt spid="22"/>
                                        </p:tgtEl>
                                      </p:cBhvr>
                                    </p:animEffect>
                                    <p:anim calcmode="lin" valueType="num">
                                      <p:cBhvr>
                                        <p:cTn id="248" dur="500" fill="hold"/>
                                        <p:tgtEl>
                                          <p:spTgt spid="22"/>
                                        </p:tgtEl>
                                        <p:attrNameLst>
                                          <p:attrName>ppt_x</p:attrName>
                                        </p:attrNameLst>
                                      </p:cBhvr>
                                      <p:tavLst>
                                        <p:tav tm="0">
                                          <p:val>
                                            <p:fltVal val="0.5"/>
                                          </p:val>
                                        </p:tav>
                                        <p:tav tm="100000">
                                          <p:val>
                                            <p:strVal val="#ppt_x"/>
                                          </p:val>
                                        </p:tav>
                                      </p:tavLst>
                                    </p:anim>
                                    <p:anim calcmode="lin" valueType="num">
                                      <p:cBhvr>
                                        <p:cTn id="249" dur="500" fill="hold"/>
                                        <p:tgtEl>
                                          <p:spTgt spid="22"/>
                                        </p:tgtEl>
                                        <p:attrNameLst>
                                          <p:attrName>ppt_y</p:attrName>
                                        </p:attrNameLst>
                                      </p:cBhvr>
                                      <p:tavLst>
                                        <p:tav tm="0">
                                          <p:val>
                                            <p:fltVal val="0.5"/>
                                          </p:val>
                                        </p:tav>
                                        <p:tav tm="100000">
                                          <p:val>
                                            <p:strVal val="#ppt_y"/>
                                          </p:val>
                                        </p:tav>
                                      </p:tavLst>
                                    </p:anim>
                                  </p:childTnLst>
                                </p:cTn>
                              </p:par>
                              <p:par>
                                <p:cTn id="250" presetID="53" presetClass="entr" presetSubtype="528" fill="hold" grpId="0" nodeType="withEffect">
                                  <p:stCondLst>
                                    <p:cond delay="1100"/>
                                  </p:stCondLst>
                                  <p:childTnLst>
                                    <p:set>
                                      <p:cBhvr>
                                        <p:cTn id="251" dur="1" fill="hold">
                                          <p:stCondLst>
                                            <p:cond delay="0"/>
                                          </p:stCondLst>
                                        </p:cTn>
                                        <p:tgtEl>
                                          <p:spTgt spid="19"/>
                                        </p:tgtEl>
                                        <p:attrNameLst>
                                          <p:attrName>style.visibility</p:attrName>
                                        </p:attrNameLst>
                                      </p:cBhvr>
                                      <p:to>
                                        <p:strVal val="visible"/>
                                      </p:to>
                                    </p:set>
                                    <p:anim calcmode="lin" valueType="num">
                                      <p:cBhvr>
                                        <p:cTn id="252" dur="500" fill="hold"/>
                                        <p:tgtEl>
                                          <p:spTgt spid="19"/>
                                        </p:tgtEl>
                                        <p:attrNameLst>
                                          <p:attrName>ppt_w</p:attrName>
                                        </p:attrNameLst>
                                      </p:cBhvr>
                                      <p:tavLst>
                                        <p:tav tm="0">
                                          <p:val>
                                            <p:fltVal val="0"/>
                                          </p:val>
                                        </p:tav>
                                        <p:tav tm="100000">
                                          <p:val>
                                            <p:strVal val="#ppt_w"/>
                                          </p:val>
                                        </p:tav>
                                      </p:tavLst>
                                    </p:anim>
                                    <p:anim calcmode="lin" valueType="num">
                                      <p:cBhvr>
                                        <p:cTn id="253" dur="500" fill="hold"/>
                                        <p:tgtEl>
                                          <p:spTgt spid="19"/>
                                        </p:tgtEl>
                                        <p:attrNameLst>
                                          <p:attrName>ppt_h</p:attrName>
                                        </p:attrNameLst>
                                      </p:cBhvr>
                                      <p:tavLst>
                                        <p:tav tm="0">
                                          <p:val>
                                            <p:fltVal val="0"/>
                                          </p:val>
                                        </p:tav>
                                        <p:tav tm="100000">
                                          <p:val>
                                            <p:strVal val="#ppt_h"/>
                                          </p:val>
                                        </p:tav>
                                      </p:tavLst>
                                    </p:anim>
                                    <p:animEffect transition="in" filter="fade">
                                      <p:cBhvr>
                                        <p:cTn id="254" dur="500"/>
                                        <p:tgtEl>
                                          <p:spTgt spid="19"/>
                                        </p:tgtEl>
                                      </p:cBhvr>
                                    </p:animEffect>
                                    <p:anim calcmode="lin" valueType="num">
                                      <p:cBhvr>
                                        <p:cTn id="255" dur="500" fill="hold"/>
                                        <p:tgtEl>
                                          <p:spTgt spid="19"/>
                                        </p:tgtEl>
                                        <p:attrNameLst>
                                          <p:attrName>ppt_x</p:attrName>
                                        </p:attrNameLst>
                                      </p:cBhvr>
                                      <p:tavLst>
                                        <p:tav tm="0">
                                          <p:val>
                                            <p:fltVal val="0.5"/>
                                          </p:val>
                                        </p:tav>
                                        <p:tav tm="100000">
                                          <p:val>
                                            <p:strVal val="#ppt_x"/>
                                          </p:val>
                                        </p:tav>
                                      </p:tavLst>
                                    </p:anim>
                                    <p:anim calcmode="lin" valueType="num">
                                      <p:cBhvr>
                                        <p:cTn id="256" dur="500" fill="hold"/>
                                        <p:tgtEl>
                                          <p:spTgt spid="19"/>
                                        </p:tgtEl>
                                        <p:attrNameLst>
                                          <p:attrName>ppt_y</p:attrName>
                                        </p:attrNameLst>
                                      </p:cBhvr>
                                      <p:tavLst>
                                        <p:tav tm="0">
                                          <p:val>
                                            <p:fltVal val="0.5"/>
                                          </p:val>
                                        </p:tav>
                                        <p:tav tm="100000">
                                          <p:val>
                                            <p:strVal val="#ppt_y"/>
                                          </p:val>
                                        </p:tav>
                                      </p:tavLst>
                                    </p:anim>
                                  </p:childTnLst>
                                </p:cTn>
                              </p:par>
                              <p:par>
                                <p:cTn id="257" presetID="53" presetClass="entr" presetSubtype="528" fill="hold" grpId="0" nodeType="withEffect">
                                  <p:stCondLst>
                                    <p:cond delay="1200"/>
                                  </p:stCondLst>
                                  <p:childTnLst>
                                    <p:set>
                                      <p:cBhvr>
                                        <p:cTn id="258" dur="1" fill="hold">
                                          <p:stCondLst>
                                            <p:cond delay="0"/>
                                          </p:stCondLst>
                                        </p:cTn>
                                        <p:tgtEl>
                                          <p:spTgt spid="20"/>
                                        </p:tgtEl>
                                        <p:attrNameLst>
                                          <p:attrName>style.visibility</p:attrName>
                                        </p:attrNameLst>
                                      </p:cBhvr>
                                      <p:to>
                                        <p:strVal val="visible"/>
                                      </p:to>
                                    </p:set>
                                    <p:anim calcmode="lin" valueType="num">
                                      <p:cBhvr>
                                        <p:cTn id="259" dur="500" fill="hold"/>
                                        <p:tgtEl>
                                          <p:spTgt spid="20"/>
                                        </p:tgtEl>
                                        <p:attrNameLst>
                                          <p:attrName>ppt_w</p:attrName>
                                        </p:attrNameLst>
                                      </p:cBhvr>
                                      <p:tavLst>
                                        <p:tav tm="0">
                                          <p:val>
                                            <p:fltVal val="0"/>
                                          </p:val>
                                        </p:tav>
                                        <p:tav tm="100000">
                                          <p:val>
                                            <p:strVal val="#ppt_w"/>
                                          </p:val>
                                        </p:tav>
                                      </p:tavLst>
                                    </p:anim>
                                    <p:anim calcmode="lin" valueType="num">
                                      <p:cBhvr>
                                        <p:cTn id="260" dur="500" fill="hold"/>
                                        <p:tgtEl>
                                          <p:spTgt spid="20"/>
                                        </p:tgtEl>
                                        <p:attrNameLst>
                                          <p:attrName>ppt_h</p:attrName>
                                        </p:attrNameLst>
                                      </p:cBhvr>
                                      <p:tavLst>
                                        <p:tav tm="0">
                                          <p:val>
                                            <p:fltVal val="0"/>
                                          </p:val>
                                        </p:tav>
                                        <p:tav tm="100000">
                                          <p:val>
                                            <p:strVal val="#ppt_h"/>
                                          </p:val>
                                        </p:tav>
                                      </p:tavLst>
                                    </p:anim>
                                    <p:animEffect transition="in" filter="fade">
                                      <p:cBhvr>
                                        <p:cTn id="261" dur="500"/>
                                        <p:tgtEl>
                                          <p:spTgt spid="20"/>
                                        </p:tgtEl>
                                      </p:cBhvr>
                                    </p:animEffect>
                                    <p:anim calcmode="lin" valueType="num">
                                      <p:cBhvr>
                                        <p:cTn id="262" dur="500" fill="hold"/>
                                        <p:tgtEl>
                                          <p:spTgt spid="20"/>
                                        </p:tgtEl>
                                        <p:attrNameLst>
                                          <p:attrName>ppt_x</p:attrName>
                                        </p:attrNameLst>
                                      </p:cBhvr>
                                      <p:tavLst>
                                        <p:tav tm="0">
                                          <p:val>
                                            <p:fltVal val="0.5"/>
                                          </p:val>
                                        </p:tav>
                                        <p:tav tm="100000">
                                          <p:val>
                                            <p:strVal val="#ppt_x"/>
                                          </p:val>
                                        </p:tav>
                                      </p:tavLst>
                                    </p:anim>
                                    <p:anim calcmode="lin" valueType="num">
                                      <p:cBhvr>
                                        <p:cTn id="263" dur="500" fill="hold"/>
                                        <p:tgtEl>
                                          <p:spTgt spid="20"/>
                                        </p:tgtEl>
                                        <p:attrNameLst>
                                          <p:attrName>ppt_y</p:attrName>
                                        </p:attrNameLst>
                                      </p:cBhvr>
                                      <p:tavLst>
                                        <p:tav tm="0">
                                          <p:val>
                                            <p:fltVal val="0.5"/>
                                          </p:val>
                                        </p:tav>
                                        <p:tav tm="100000">
                                          <p:val>
                                            <p:strVal val="#ppt_y"/>
                                          </p:val>
                                        </p:tav>
                                      </p:tavLst>
                                    </p:anim>
                                  </p:childTnLst>
                                </p:cTn>
                              </p:par>
                            </p:childTnLst>
                          </p:cTn>
                        </p:par>
                        <p:par>
                          <p:cTn id="264" fill="hold">
                            <p:stCondLst>
                              <p:cond delay="9700"/>
                            </p:stCondLst>
                            <p:childTnLst>
                              <p:par>
                                <p:cTn id="265" presetID="2" presetClass="entr" presetSubtype="4" decel="100000" fill="hold" grpId="0" nodeType="afterEffect">
                                  <p:stCondLst>
                                    <p:cond delay="500"/>
                                  </p:stCondLst>
                                  <p:iterate type="wd">
                                    <p:tmPct val="10000"/>
                                  </p:iterate>
                                  <p:childTnLst>
                                    <p:set>
                                      <p:cBhvr>
                                        <p:cTn id="266" dur="1" fill="hold">
                                          <p:stCondLst>
                                            <p:cond delay="0"/>
                                          </p:stCondLst>
                                        </p:cTn>
                                        <p:tgtEl>
                                          <p:spTgt spid="40"/>
                                        </p:tgtEl>
                                        <p:attrNameLst>
                                          <p:attrName>style.visibility</p:attrName>
                                        </p:attrNameLst>
                                      </p:cBhvr>
                                      <p:to>
                                        <p:strVal val="visible"/>
                                      </p:to>
                                    </p:set>
                                    <p:anim calcmode="lin" valueType="num">
                                      <p:cBhvr additive="base">
                                        <p:cTn id="267" dur="500" fill="hold"/>
                                        <p:tgtEl>
                                          <p:spTgt spid="40"/>
                                        </p:tgtEl>
                                        <p:attrNameLst>
                                          <p:attrName>ppt_x</p:attrName>
                                        </p:attrNameLst>
                                      </p:cBhvr>
                                      <p:tavLst>
                                        <p:tav tm="0">
                                          <p:val>
                                            <p:strVal val="#ppt_x"/>
                                          </p:val>
                                        </p:tav>
                                        <p:tav tm="100000">
                                          <p:val>
                                            <p:strVal val="#ppt_x"/>
                                          </p:val>
                                        </p:tav>
                                      </p:tavLst>
                                    </p:anim>
                                    <p:anim calcmode="lin" valueType="num">
                                      <p:cBhvr additive="base">
                                        <p:cTn id="268" dur="500" fill="hold"/>
                                        <p:tgtEl>
                                          <p:spTgt spid="40"/>
                                        </p:tgtEl>
                                        <p:attrNameLst>
                                          <p:attrName>ppt_y</p:attrName>
                                        </p:attrNameLst>
                                      </p:cBhvr>
                                      <p:tavLst>
                                        <p:tav tm="0">
                                          <p:val>
                                            <p:strVal val="1+#ppt_h/2"/>
                                          </p:val>
                                        </p:tav>
                                        <p:tav tm="100000">
                                          <p:val>
                                            <p:strVal val="#ppt_y"/>
                                          </p:val>
                                        </p:tav>
                                      </p:tavLst>
                                    </p:anim>
                                  </p:childTnLst>
                                </p:cTn>
                              </p:par>
                              <p:par>
                                <p:cTn id="269" presetID="2" presetClass="entr" presetSubtype="4" decel="100000" fill="hold" grpId="0" nodeType="withEffect">
                                  <p:stCondLst>
                                    <p:cond delay="750"/>
                                  </p:stCondLst>
                                  <p:childTnLst>
                                    <p:set>
                                      <p:cBhvr>
                                        <p:cTn id="270" dur="1" fill="hold">
                                          <p:stCondLst>
                                            <p:cond delay="0"/>
                                          </p:stCondLst>
                                        </p:cTn>
                                        <p:tgtEl>
                                          <p:spTgt spid="39">
                                            <p:txEl>
                                              <p:pRg st="0" end="0"/>
                                            </p:txEl>
                                          </p:spTgt>
                                        </p:tgtEl>
                                        <p:attrNameLst>
                                          <p:attrName>style.visibility</p:attrName>
                                        </p:attrNameLst>
                                      </p:cBhvr>
                                      <p:to>
                                        <p:strVal val="visible"/>
                                      </p:to>
                                    </p:set>
                                    <p:anim calcmode="lin" valueType="num">
                                      <p:cBhvr additive="base">
                                        <p:cTn id="271" dur="50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272" dur="500" fill="hold"/>
                                        <p:tgtEl>
                                          <p:spTgt spid="3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7" grpId="0" animBg="1"/>
      <p:bldP spid="24"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5" grpId="1" animBg="1"/>
      <p:bldP spid="9" grpId="0" animBg="1"/>
      <p:bldP spid="9" grpId="1" animBg="1"/>
      <p:bldP spid="11" grpId="0" animBg="1"/>
      <p:bldP spid="11" grpId="1" animBg="1"/>
      <p:bldP spid="12" grpId="0" animBg="1"/>
      <p:bldP spid="12" grpId="1" animBg="1"/>
      <p:bldP spid="13" grpId="0" animBg="1"/>
      <p:bldP spid="13" grpId="1" animBg="1"/>
      <p:bldP spid="14" grpId="0" animBg="1"/>
      <p:bldP spid="14" grpId="1" animBg="1"/>
      <p:bldP spid="15" grpId="0" animBg="1"/>
      <p:bldP spid="16" grpId="0" animBg="1"/>
      <p:bldP spid="18" grpId="0" animBg="1"/>
      <p:bldP spid="19" grpId="0" animBg="1"/>
      <p:bldP spid="20" grpId="0" animBg="1"/>
      <p:bldP spid="21" grpId="0" animBg="1"/>
      <p:bldP spid="22" grpId="0" animBg="1"/>
      <p:bldP spid="23" grpId="0" animBg="1"/>
      <p:bldP spid="25" grpId="0" animBg="1"/>
      <p:bldP spid="26" grpId="0" animBg="1"/>
      <p:bldP spid="27" grpId="0" animBg="1"/>
      <p:bldP spid="29" grpId="0" build="p">
        <p:tmplLst>
          <p:tmpl lvl="1">
            <p:tnLst>
              <p:par>
                <p:cTn presetID="2" presetClass="entr" presetSubtype="1"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1000" fill="hold"/>
                        <p:tgtEl>
                          <p:spTgt spid="29"/>
                        </p:tgtEl>
                        <p:attrNameLst>
                          <p:attrName>ppt_x</p:attrName>
                        </p:attrNameLst>
                      </p:cBhvr>
                      <p:tavLst>
                        <p:tav tm="0">
                          <p:val>
                            <p:strVal val="#ppt_x"/>
                          </p:val>
                        </p:tav>
                        <p:tav tm="100000">
                          <p:val>
                            <p:strVal val="#ppt_x"/>
                          </p:val>
                        </p:tav>
                      </p:tavLst>
                    </p:anim>
                    <p:anim calcmode="lin" valueType="num">
                      <p:cBhvr additive="base">
                        <p:cTn dur="1000" fill="hold"/>
                        <p:tgtEl>
                          <p:spTgt spid="29"/>
                        </p:tgtEl>
                        <p:attrNameLst>
                          <p:attrName>ppt_y</p:attrName>
                        </p:attrNameLst>
                      </p:cBhvr>
                      <p:tavLst>
                        <p:tav tm="0">
                          <p:val>
                            <p:strVal val="0-#ppt_h/2"/>
                          </p:val>
                        </p:tav>
                        <p:tav tm="100000">
                          <p:val>
                            <p:strVal val="#ppt_y"/>
                          </p:val>
                        </p:tav>
                      </p:tavLst>
                    </p:anim>
                  </p:childTnLst>
                </p:cTn>
              </p:par>
            </p:tnLst>
          </p:tmpl>
        </p:tmplLst>
      </p:bldP>
      <p:bldP spid="29" grpId="1" build="p">
        <p:tmplLst>
          <p:tmpl lvl="1">
            <p:tnLst>
              <p:par>
                <p:cTn presetID="45" presetClass="entr" presetSubtype="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1000"/>
                        <p:tgtEl>
                          <p:spTgt spid="29"/>
                        </p:tgtEl>
                      </p:cBhvr>
                    </p:animEffect>
                    <p:anim calcmode="lin" valueType="num">
                      <p:cBhvr>
                        <p:cTn dur="1000" fill="hold"/>
                        <p:tgtEl>
                          <p:spTgt spid="29"/>
                        </p:tgtEl>
                        <p:attrNameLst>
                          <p:attrName>ppt_w</p:attrName>
                        </p:attrNameLst>
                      </p:cBhvr>
                      <p:tavLst>
                        <p:tav tm="0" fmla="#ppt_w*sin(2.5*pi*$)">
                          <p:val>
                            <p:fltVal val="0"/>
                          </p:val>
                        </p:tav>
                        <p:tav tm="100000">
                          <p:val>
                            <p:fltVal val="1"/>
                          </p:val>
                        </p:tav>
                      </p:tavLst>
                    </p:anim>
                    <p:anim calcmode="lin" valueType="num">
                      <p:cBhvr>
                        <p:cTn dur="1000" fill="hold"/>
                        <p:tgtEl>
                          <p:spTgt spid="29"/>
                        </p:tgtEl>
                        <p:attrNameLst>
                          <p:attrName>ppt_h</p:attrName>
                        </p:attrNameLst>
                      </p:cBhvr>
                      <p:tavLst>
                        <p:tav tm="0">
                          <p:val>
                            <p:strVal val="#ppt_h"/>
                          </p:val>
                        </p:tav>
                        <p:tav tm="100000">
                          <p:val>
                            <p:strVal val="#ppt_h"/>
                          </p:val>
                        </p:tav>
                      </p:tavLst>
                    </p:anim>
                  </p:childTnLst>
                </p:cTn>
              </p:par>
            </p:tnLst>
          </p:tmpl>
        </p:tmplLst>
      </p:bldP>
      <p:bldP spid="30" grpId="0" build="p">
        <p:tmplLst>
          <p:tmpl lvl="1">
            <p:tnLst>
              <p:par>
                <p:cTn presetID="2" presetClass="entr" presetSubtype="1" decel="10000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1000" fill="hold"/>
                        <p:tgtEl>
                          <p:spTgt spid="30"/>
                        </p:tgtEl>
                        <p:attrNameLst>
                          <p:attrName>ppt_x</p:attrName>
                        </p:attrNameLst>
                      </p:cBhvr>
                      <p:tavLst>
                        <p:tav tm="0">
                          <p:val>
                            <p:strVal val="#ppt_x"/>
                          </p:val>
                        </p:tav>
                        <p:tav tm="100000">
                          <p:val>
                            <p:strVal val="#ppt_x"/>
                          </p:val>
                        </p:tav>
                      </p:tavLst>
                    </p:anim>
                    <p:anim calcmode="lin" valueType="num">
                      <p:cBhvr additive="base">
                        <p:cTn dur="1000" fill="hold"/>
                        <p:tgtEl>
                          <p:spTgt spid="30"/>
                        </p:tgtEl>
                        <p:attrNameLst>
                          <p:attrName>ppt_y</p:attrName>
                        </p:attrNameLst>
                      </p:cBhvr>
                      <p:tavLst>
                        <p:tav tm="0">
                          <p:val>
                            <p:strVal val="0-#ppt_h/2"/>
                          </p:val>
                        </p:tav>
                        <p:tav tm="100000">
                          <p:val>
                            <p:strVal val="#ppt_y"/>
                          </p:val>
                        </p:tav>
                      </p:tavLst>
                    </p:anim>
                  </p:childTnLst>
                </p:cTn>
              </p:par>
            </p:tnLst>
          </p:tmpl>
        </p:tmplLst>
      </p:bldP>
      <p:bldP spid="30" grpId="1" build="p">
        <p:tmplLst>
          <p:tmpl lvl="1">
            <p:tnLst>
              <p:par>
                <p:cTn presetID="45" presetClass="entr" presetSubtype="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fade">
                      <p:cBhvr>
                        <p:cTn dur="1000"/>
                        <p:tgtEl>
                          <p:spTgt spid="30"/>
                        </p:tgtEl>
                      </p:cBhvr>
                    </p:animEffect>
                    <p:anim calcmode="lin" valueType="num">
                      <p:cBhvr>
                        <p:cTn dur="1000" fill="hold"/>
                        <p:tgtEl>
                          <p:spTgt spid="30"/>
                        </p:tgtEl>
                        <p:attrNameLst>
                          <p:attrName>ppt_w</p:attrName>
                        </p:attrNameLst>
                      </p:cBhvr>
                      <p:tavLst>
                        <p:tav tm="0" fmla="#ppt_w*sin(2.5*pi*$)">
                          <p:val>
                            <p:fltVal val="0"/>
                          </p:val>
                        </p:tav>
                        <p:tav tm="100000">
                          <p:val>
                            <p:fltVal val="1"/>
                          </p:val>
                        </p:tav>
                      </p:tavLst>
                    </p:anim>
                    <p:anim calcmode="lin" valueType="num">
                      <p:cBhvr>
                        <p:cTn dur="1000" fill="hold"/>
                        <p:tgtEl>
                          <p:spTgt spid="30"/>
                        </p:tgtEl>
                        <p:attrNameLst>
                          <p:attrName>ppt_h</p:attrName>
                        </p:attrNameLst>
                      </p:cBhvr>
                      <p:tavLst>
                        <p:tav tm="0">
                          <p:val>
                            <p:strVal val="#ppt_h"/>
                          </p:val>
                        </p:tav>
                        <p:tav tm="100000">
                          <p:val>
                            <p:strVal val="#ppt_h"/>
                          </p:val>
                        </p:tav>
                      </p:tavLst>
                    </p:anim>
                  </p:childTnLst>
                </p:cTn>
              </p:par>
            </p:tnLst>
          </p:tmpl>
        </p:tmplLst>
      </p:bldP>
      <p:bldP spid="31" grpId="0" build="p">
        <p:tmplLst>
          <p:tmpl lvl="1">
            <p:tnLst>
              <p:par>
                <p:cTn presetID="2" presetClass="entr" presetSubtype="1" decel="10000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1000" fill="hold"/>
                        <p:tgtEl>
                          <p:spTgt spid="31"/>
                        </p:tgtEl>
                        <p:attrNameLst>
                          <p:attrName>ppt_x</p:attrName>
                        </p:attrNameLst>
                      </p:cBhvr>
                      <p:tavLst>
                        <p:tav tm="0">
                          <p:val>
                            <p:strVal val="#ppt_x"/>
                          </p:val>
                        </p:tav>
                        <p:tav tm="100000">
                          <p:val>
                            <p:strVal val="#ppt_x"/>
                          </p:val>
                        </p:tav>
                      </p:tavLst>
                    </p:anim>
                    <p:anim calcmode="lin" valueType="num">
                      <p:cBhvr additive="base">
                        <p:cTn dur="1000" fill="hold"/>
                        <p:tgtEl>
                          <p:spTgt spid="31"/>
                        </p:tgtEl>
                        <p:attrNameLst>
                          <p:attrName>ppt_y</p:attrName>
                        </p:attrNameLst>
                      </p:cBhvr>
                      <p:tavLst>
                        <p:tav tm="0">
                          <p:val>
                            <p:strVal val="0-#ppt_h/2"/>
                          </p:val>
                        </p:tav>
                        <p:tav tm="100000">
                          <p:val>
                            <p:strVal val="#ppt_y"/>
                          </p:val>
                        </p:tav>
                      </p:tavLst>
                    </p:anim>
                  </p:childTnLst>
                </p:cTn>
              </p:par>
            </p:tnLst>
          </p:tmpl>
        </p:tmplLst>
      </p:bldP>
      <p:bldP spid="31" grpId="1" build="p">
        <p:tmplLst>
          <p:tmpl lvl="1">
            <p:tnLst>
              <p:par>
                <p:cTn presetID="45"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1000"/>
                        <p:tgtEl>
                          <p:spTgt spid="31"/>
                        </p:tgtEl>
                      </p:cBhvr>
                    </p:animEffect>
                    <p:anim calcmode="lin" valueType="num">
                      <p:cBhvr>
                        <p:cTn dur="1000" fill="hold"/>
                        <p:tgtEl>
                          <p:spTgt spid="31"/>
                        </p:tgtEl>
                        <p:attrNameLst>
                          <p:attrName>ppt_w</p:attrName>
                        </p:attrNameLst>
                      </p:cBhvr>
                      <p:tavLst>
                        <p:tav tm="0" fmla="#ppt_w*sin(2.5*pi*$)">
                          <p:val>
                            <p:fltVal val="0"/>
                          </p:val>
                        </p:tav>
                        <p:tav tm="100000">
                          <p:val>
                            <p:fltVal val="1"/>
                          </p:val>
                        </p:tav>
                      </p:tavLst>
                    </p:anim>
                    <p:anim calcmode="lin" valueType="num">
                      <p:cBhvr>
                        <p:cTn dur="1000" fill="hold"/>
                        <p:tgtEl>
                          <p:spTgt spid="31"/>
                        </p:tgtEl>
                        <p:attrNameLst>
                          <p:attrName>ppt_h</p:attrName>
                        </p:attrNameLst>
                      </p:cBhvr>
                      <p:tavLst>
                        <p:tav tm="0">
                          <p:val>
                            <p:strVal val="#ppt_h"/>
                          </p:val>
                        </p:tav>
                        <p:tav tm="100000">
                          <p:val>
                            <p:strVal val="#ppt_h"/>
                          </p:val>
                        </p:tav>
                      </p:tavLst>
                    </p:anim>
                  </p:childTnLst>
                </p:cTn>
              </p:par>
            </p:tnLst>
          </p:tmpl>
        </p:tmplLst>
      </p:bldP>
      <p:bldP spid="32" grpId="0" build="p">
        <p:tmplLst>
          <p:tmpl lvl="1">
            <p:tnLst>
              <p:par>
                <p:cTn presetID="2" presetClass="entr" presetSubtype="1" decel="10000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1000" fill="hold"/>
                        <p:tgtEl>
                          <p:spTgt spid="32"/>
                        </p:tgtEl>
                        <p:attrNameLst>
                          <p:attrName>ppt_x</p:attrName>
                        </p:attrNameLst>
                      </p:cBhvr>
                      <p:tavLst>
                        <p:tav tm="0">
                          <p:val>
                            <p:strVal val="#ppt_x"/>
                          </p:val>
                        </p:tav>
                        <p:tav tm="100000">
                          <p:val>
                            <p:strVal val="#ppt_x"/>
                          </p:val>
                        </p:tav>
                      </p:tavLst>
                    </p:anim>
                    <p:anim calcmode="lin" valueType="num">
                      <p:cBhvr additive="base">
                        <p:cTn dur="1000" fill="hold"/>
                        <p:tgtEl>
                          <p:spTgt spid="32"/>
                        </p:tgtEl>
                        <p:attrNameLst>
                          <p:attrName>ppt_y</p:attrName>
                        </p:attrNameLst>
                      </p:cBhvr>
                      <p:tavLst>
                        <p:tav tm="0">
                          <p:val>
                            <p:strVal val="0-#ppt_h/2"/>
                          </p:val>
                        </p:tav>
                        <p:tav tm="100000">
                          <p:val>
                            <p:strVal val="#ppt_y"/>
                          </p:val>
                        </p:tav>
                      </p:tavLst>
                    </p:anim>
                  </p:childTnLst>
                </p:cTn>
              </p:par>
            </p:tnLst>
          </p:tmpl>
        </p:tmplLst>
      </p:bldP>
      <p:bldP spid="32" grpId="1" build="p">
        <p:tmplLst>
          <p:tmpl lvl="1">
            <p:tnLst>
              <p:par>
                <p:cTn presetID="45"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1000"/>
                        <p:tgtEl>
                          <p:spTgt spid="32"/>
                        </p:tgtEl>
                      </p:cBhvr>
                    </p:animEffect>
                    <p:anim calcmode="lin" valueType="num">
                      <p:cBhvr>
                        <p:cTn dur="1000" fill="hold"/>
                        <p:tgtEl>
                          <p:spTgt spid="32"/>
                        </p:tgtEl>
                        <p:attrNameLst>
                          <p:attrName>ppt_w</p:attrName>
                        </p:attrNameLst>
                      </p:cBhvr>
                      <p:tavLst>
                        <p:tav tm="0" fmla="#ppt_w*sin(2.5*pi*$)">
                          <p:val>
                            <p:fltVal val="0"/>
                          </p:val>
                        </p:tav>
                        <p:tav tm="100000">
                          <p:val>
                            <p:fltVal val="1"/>
                          </p:val>
                        </p:tav>
                      </p:tavLst>
                    </p:anim>
                    <p:anim calcmode="lin" valueType="num">
                      <p:cBhvr>
                        <p:cTn dur="1000" fill="hold"/>
                        <p:tgtEl>
                          <p:spTgt spid="32"/>
                        </p:tgtEl>
                        <p:attrNameLst>
                          <p:attrName>ppt_h</p:attrName>
                        </p:attrNameLst>
                      </p:cBhvr>
                      <p:tavLst>
                        <p:tav tm="0">
                          <p:val>
                            <p:strVal val="#ppt_h"/>
                          </p:val>
                        </p:tav>
                        <p:tav tm="100000">
                          <p:val>
                            <p:strVal val="#ppt_h"/>
                          </p:val>
                        </p:tav>
                      </p:tavLst>
                    </p:anim>
                  </p:childTnLst>
                </p:cTn>
              </p:par>
            </p:tnLst>
          </p:tmpl>
        </p:tmplLst>
      </p:bldP>
      <p:bldP spid="33" grpId="0" build="p">
        <p:tmplLst>
          <p:tmpl lvl="1">
            <p:tnLst>
              <p:par>
                <p:cTn presetID="2" presetClass="entr" presetSubtype="1"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1000" fill="hold"/>
                        <p:tgtEl>
                          <p:spTgt spid="33"/>
                        </p:tgtEl>
                        <p:attrNameLst>
                          <p:attrName>ppt_x</p:attrName>
                        </p:attrNameLst>
                      </p:cBhvr>
                      <p:tavLst>
                        <p:tav tm="0">
                          <p:val>
                            <p:strVal val="#ppt_x"/>
                          </p:val>
                        </p:tav>
                        <p:tav tm="100000">
                          <p:val>
                            <p:strVal val="#ppt_x"/>
                          </p:val>
                        </p:tav>
                      </p:tavLst>
                    </p:anim>
                    <p:anim calcmode="lin" valueType="num">
                      <p:cBhvr additive="base">
                        <p:cTn dur="1000" fill="hold"/>
                        <p:tgtEl>
                          <p:spTgt spid="33"/>
                        </p:tgtEl>
                        <p:attrNameLst>
                          <p:attrName>ppt_y</p:attrName>
                        </p:attrNameLst>
                      </p:cBhvr>
                      <p:tavLst>
                        <p:tav tm="0">
                          <p:val>
                            <p:strVal val="0-#ppt_h/2"/>
                          </p:val>
                        </p:tav>
                        <p:tav tm="100000">
                          <p:val>
                            <p:strVal val="#ppt_y"/>
                          </p:val>
                        </p:tav>
                      </p:tavLst>
                    </p:anim>
                  </p:childTnLst>
                </p:cTn>
              </p:par>
            </p:tnLst>
          </p:tmpl>
        </p:tmplLst>
      </p:bldP>
      <p:bldP spid="33" grpId="1" build="p">
        <p:tmplLst>
          <p:tmpl lvl="1">
            <p:tnLst>
              <p:par>
                <p:cTn presetID="45"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1000"/>
                        <p:tgtEl>
                          <p:spTgt spid="33"/>
                        </p:tgtEl>
                      </p:cBhvr>
                    </p:animEffect>
                    <p:anim calcmode="lin" valueType="num">
                      <p:cBhvr>
                        <p:cTn dur="1000" fill="hold"/>
                        <p:tgtEl>
                          <p:spTgt spid="33"/>
                        </p:tgtEl>
                        <p:attrNameLst>
                          <p:attrName>ppt_w</p:attrName>
                        </p:attrNameLst>
                      </p:cBhvr>
                      <p:tavLst>
                        <p:tav tm="0" fmla="#ppt_w*sin(2.5*pi*$)">
                          <p:val>
                            <p:fltVal val="0"/>
                          </p:val>
                        </p:tav>
                        <p:tav tm="100000">
                          <p:val>
                            <p:fltVal val="1"/>
                          </p:val>
                        </p:tav>
                      </p:tavLst>
                    </p:anim>
                    <p:anim calcmode="lin" valueType="num">
                      <p:cBhvr>
                        <p:cTn dur="1000" fill="hold"/>
                        <p:tgtEl>
                          <p:spTgt spid="33"/>
                        </p:tgtEl>
                        <p:attrNameLst>
                          <p:attrName>ppt_h</p:attrName>
                        </p:attrNameLst>
                      </p:cBhvr>
                      <p:tavLst>
                        <p:tav tm="0">
                          <p:val>
                            <p:strVal val="#ppt_h"/>
                          </p:val>
                        </p:tav>
                        <p:tav tm="100000">
                          <p:val>
                            <p:strVal val="#ppt_h"/>
                          </p:val>
                        </p:tav>
                      </p:tavLst>
                    </p:anim>
                  </p:childTnLst>
                </p:cTn>
              </p:par>
            </p:tnLst>
          </p:tmpl>
        </p:tmplLst>
      </p:bldP>
      <p:bldP spid="34" grpId="0" build="p">
        <p:tmplLst>
          <p:tmpl lvl="1">
            <p:tnLst>
              <p:par>
                <p:cTn presetID="2" presetClass="entr" presetSubtype="1" decel="10000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1000" fill="hold"/>
                        <p:tgtEl>
                          <p:spTgt spid="34"/>
                        </p:tgtEl>
                        <p:attrNameLst>
                          <p:attrName>ppt_x</p:attrName>
                        </p:attrNameLst>
                      </p:cBhvr>
                      <p:tavLst>
                        <p:tav tm="0">
                          <p:val>
                            <p:strVal val="#ppt_x"/>
                          </p:val>
                        </p:tav>
                        <p:tav tm="100000">
                          <p:val>
                            <p:strVal val="#ppt_x"/>
                          </p:val>
                        </p:tav>
                      </p:tavLst>
                    </p:anim>
                    <p:anim calcmode="lin" valueType="num">
                      <p:cBhvr additive="base">
                        <p:cTn dur="1000" fill="hold"/>
                        <p:tgtEl>
                          <p:spTgt spid="34"/>
                        </p:tgtEl>
                        <p:attrNameLst>
                          <p:attrName>ppt_y</p:attrName>
                        </p:attrNameLst>
                      </p:cBhvr>
                      <p:tavLst>
                        <p:tav tm="0">
                          <p:val>
                            <p:strVal val="0-#ppt_h/2"/>
                          </p:val>
                        </p:tav>
                        <p:tav tm="100000">
                          <p:val>
                            <p:strVal val="#ppt_y"/>
                          </p:val>
                        </p:tav>
                      </p:tavLst>
                    </p:anim>
                  </p:childTnLst>
                </p:cTn>
              </p:par>
            </p:tnLst>
          </p:tmpl>
        </p:tmplLst>
      </p:bldP>
      <p:bldP spid="34" grpId="1" build="p">
        <p:tmplLst>
          <p:tmpl lvl="1">
            <p:tnLst>
              <p:par>
                <p:cTn presetID="45"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1000"/>
                        <p:tgtEl>
                          <p:spTgt spid="34"/>
                        </p:tgtEl>
                      </p:cBhvr>
                    </p:animEffect>
                    <p:anim calcmode="lin" valueType="num">
                      <p:cBhvr>
                        <p:cTn dur="1000" fill="hold"/>
                        <p:tgtEl>
                          <p:spTgt spid="34"/>
                        </p:tgtEl>
                        <p:attrNameLst>
                          <p:attrName>ppt_w</p:attrName>
                        </p:attrNameLst>
                      </p:cBhvr>
                      <p:tavLst>
                        <p:tav tm="0" fmla="#ppt_w*sin(2.5*pi*$)">
                          <p:val>
                            <p:fltVal val="0"/>
                          </p:val>
                        </p:tav>
                        <p:tav tm="100000">
                          <p:val>
                            <p:fltVal val="1"/>
                          </p:val>
                        </p:tav>
                      </p:tavLst>
                    </p:anim>
                    <p:anim calcmode="lin" valueType="num">
                      <p:cBhvr>
                        <p:cTn dur="1000" fill="hold"/>
                        <p:tgtEl>
                          <p:spTgt spid="34"/>
                        </p:tgtEl>
                        <p:attrNameLst>
                          <p:attrName>ppt_h</p:attrName>
                        </p:attrNameLst>
                      </p:cBhvr>
                      <p:tavLst>
                        <p:tav tm="0">
                          <p:val>
                            <p:strVal val="#ppt_h"/>
                          </p:val>
                        </p:tav>
                        <p:tav tm="100000">
                          <p:val>
                            <p:strVal val="#ppt_h"/>
                          </p:val>
                        </p:tav>
                      </p:tavLst>
                    </p:anim>
                  </p:childTnLst>
                </p:cTn>
              </p:par>
            </p:tnLst>
          </p:tmpl>
        </p:tmplLst>
      </p:bldP>
      <p:bldP spid="35" grpId="0" build="p">
        <p:tmplLst>
          <p:tmpl lvl="1">
            <p:tnLst>
              <p:par>
                <p:cTn presetID="2" presetClass="entr" presetSubtype="1"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1000" fill="hold"/>
                        <p:tgtEl>
                          <p:spTgt spid="35"/>
                        </p:tgtEl>
                        <p:attrNameLst>
                          <p:attrName>ppt_x</p:attrName>
                        </p:attrNameLst>
                      </p:cBhvr>
                      <p:tavLst>
                        <p:tav tm="0">
                          <p:val>
                            <p:strVal val="#ppt_x"/>
                          </p:val>
                        </p:tav>
                        <p:tav tm="100000">
                          <p:val>
                            <p:strVal val="#ppt_x"/>
                          </p:val>
                        </p:tav>
                      </p:tavLst>
                    </p:anim>
                    <p:anim calcmode="lin" valueType="num">
                      <p:cBhvr additive="base">
                        <p:cTn dur="1000" fill="hold"/>
                        <p:tgtEl>
                          <p:spTgt spid="35"/>
                        </p:tgtEl>
                        <p:attrNameLst>
                          <p:attrName>ppt_y</p:attrName>
                        </p:attrNameLst>
                      </p:cBhvr>
                      <p:tavLst>
                        <p:tav tm="0">
                          <p:val>
                            <p:strVal val="0-#ppt_h/2"/>
                          </p:val>
                        </p:tav>
                        <p:tav tm="100000">
                          <p:val>
                            <p:strVal val="#ppt_y"/>
                          </p:val>
                        </p:tav>
                      </p:tavLst>
                    </p:anim>
                  </p:childTnLst>
                </p:cTn>
              </p:par>
            </p:tnLst>
          </p:tmpl>
        </p:tmplLst>
      </p:bldP>
      <p:bldP spid="35" grpId="1" build="p">
        <p:tmplLst>
          <p:tmpl lvl="1">
            <p:tnLst>
              <p:par>
                <p:cTn presetID="45"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1000"/>
                        <p:tgtEl>
                          <p:spTgt spid="35"/>
                        </p:tgtEl>
                      </p:cBhvr>
                    </p:animEffect>
                    <p:anim calcmode="lin" valueType="num">
                      <p:cBhvr>
                        <p:cTn dur="1000" fill="hold"/>
                        <p:tgtEl>
                          <p:spTgt spid="35"/>
                        </p:tgtEl>
                        <p:attrNameLst>
                          <p:attrName>ppt_w</p:attrName>
                        </p:attrNameLst>
                      </p:cBhvr>
                      <p:tavLst>
                        <p:tav tm="0" fmla="#ppt_w*sin(2.5*pi*$)">
                          <p:val>
                            <p:fltVal val="0"/>
                          </p:val>
                        </p:tav>
                        <p:tav tm="100000">
                          <p:val>
                            <p:fltVal val="1"/>
                          </p:val>
                        </p:tav>
                      </p:tavLst>
                    </p:anim>
                    <p:anim calcmode="lin" valueType="num">
                      <p:cBhvr>
                        <p:cTn dur="1000" fill="hold"/>
                        <p:tgtEl>
                          <p:spTgt spid="35"/>
                        </p:tgtEl>
                        <p:attrNameLst>
                          <p:attrName>ppt_h</p:attrName>
                        </p:attrNameLst>
                      </p:cBhvr>
                      <p:tavLst>
                        <p:tav tm="0">
                          <p:val>
                            <p:strVal val="#ppt_h"/>
                          </p:val>
                        </p:tav>
                        <p:tav tm="100000">
                          <p:val>
                            <p:strVal val="#ppt_h"/>
                          </p:val>
                        </p:tav>
                      </p:tavLst>
                    </p:anim>
                  </p:childTnLst>
                </p:cTn>
              </p:par>
            </p:tnLst>
          </p:tmpl>
        </p:tmplLst>
      </p:bldP>
      <p:bldP spid="36" grpId="0" build="p">
        <p:tmplLst>
          <p:tmpl lvl="1">
            <p:tnLst>
              <p:par>
                <p:cTn presetID="2" presetClass="entr" presetSubtype="1" decel="10000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1000" fill="hold"/>
                        <p:tgtEl>
                          <p:spTgt spid="36"/>
                        </p:tgtEl>
                        <p:attrNameLst>
                          <p:attrName>ppt_x</p:attrName>
                        </p:attrNameLst>
                      </p:cBhvr>
                      <p:tavLst>
                        <p:tav tm="0">
                          <p:val>
                            <p:strVal val="#ppt_x"/>
                          </p:val>
                        </p:tav>
                        <p:tav tm="100000">
                          <p:val>
                            <p:strVal val="#ppt_x"/>
                          </p:val>
                        </p:tav>
                      </p:tavLst>
                    </p:anim>
                    <p:anim calcmode="lin" valueType="num">
                      <p:cBhvr additive="base">
                        <p:cTn dur="1000" fill="hold"/>
                        <p:tgtEl>
                          <p:spTgt spid="36"/>
                        </p:tgtEl>
                        <p:attrNameLst>
                          <p:attrName>ppt_y</p:attrName>
                        </p:attrNameLst>
                      </p:cBhvr>
                      <p:tavLst>
                        <p:tav tm="0">
                          <p:val>
                            <p:strVal val="0-#ppt_h/2"/>
                          </p:val>
                        </p:tav>
                        <p:tav tm="100000">
                          <p:val>
                            <p:strVal val="#ppt_y"/>
                          </p:val>
                        </p:tav>
                      </p:tavLst>
                    </p:anim>
                  </p:childTnLst>
                </p:cTn>
              </p:par>
            </p:tnLst>
          </p:tmpl>
        </p:tmplLst>
      </p:bldP>
      <p:bldP spid="36" grpId="1" build="p">
        <p:tmplLst>
          <p:tmpl lvl="1">
            <p:tnLst>
              <p:par>
                <p:cTn presetID="45"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1000"/>
                        <p:tgtEl>
                          <p:spTgt spid="36"/>
                        </p:tgtEl>
                      </p:cBhvr>
                    </p:animEffect>
                    <p:anim calcmode="lin" valueType="num">
                      <p:cBhvr>
                        <p:cTn dur="1000" fill="hold"/>
                        <p:tgtEl>
                          <p:spTgt spid="36"/>
                        </p:tgtEl>
                        <p:attrNameLst>
                          <p:attrName>ppt_w</p:attrName>
                        </p:attrNameLst>
                      </p:cBhvr>
                      <p:tavLst>
                        <p:tav tm="0" fmla="#ppt_w*sin(2.5*pi*$)">
                          <p:val>
                            <p:fltVal val="0"/>
                          </p:val>
                        </p:tav>
                        <p:tav tm="100000">
                          <p:val>
                            <p:fltVal val="1"/>
                          </p:val>
                        </p:tav>
                      </p:tavLst>
                    </p:anim>
                    <p:anim calcmode="lin" valueType="num">
                      <p:cBhvr>
                        <p:cTn dur="1000" fill="hold"/>
                        <p:tgtEl>
                          <p:spTgt spid="36"/>
                        </p:tgtEl>
                        <p:attrNameLst>
                          <p:attrName>ppt_h</p:attrName>
                        </p:attrNameLst>
                      </p:cBhvr>
                      <p:tavLst>
                        <p:tav tm="0">
                          <p:val>
                            <p:strVal val="#ppt_h"/>
                          </p:val>
                        </p:tav>
                        <p:tav tm="100000">
                          <p:val>
                            <p:strVal val="#ppt_h"/>
                          </p:val>
                        </p:tav>
                      </p:tavLst>
                    </p:anim>
                  </p:childTnLst>
                </p:cTn>
              </p:par>
            </p:tnLst>
          </p:tmpl>
        </p:tmplLst>
      </p:bldP>
      <p:bldP spid="37" grpId="0" build="p">
        <p:tmplLst>
          <p:tmpl lvl="1">
            <p:tnLst>
              <p:par>
                <p:cTn presetID="2" presetClass="entr" presetSubtype="1" decel="100000"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1000" fill="hold"/>
                        <p:tgtEl>
                          <p:spTgt spid="37"/>
                        </p:tgtEl>
                        <p:attrNameLst>
                          <p:attrName>ppt_x</p:attrName>
                        </p:attrNameLst>
                      </p:cBhvr>
                      <p:tavLst>
                        <p:tav tm="0">
                          <p:val>
                            <p:strVal val="#ppt_x"/>
                          </p:val>
                        </p:tav>
                        <p:tav tm="100000">
                          <p:val>
                            <p:strVal val="#ppt_x"/>
                          </p:val>
                        </p:tav>
                      </p:tavLst>
                    </p:anim>
                    <p:anim calcmode="lin" valueType="num">
                      <p:cBhvr additive="base">
                        <p:cTn dur="1000" fill="hold"/>
                        <p:tgtEl>
                          <p:spTgt spid="37"/>
                        </p:tgtEl>
                        <p:attrNameLst>
                          <p:attrName>ppt_y</p:attrName>
                        </p:attrNameLst>
                      </p:cBhvr>
                      <p:tavLst>
                        <p:tav tm="0">
                          <p:val>
                            <p:strVal val="0-#ppt_h/2"/>
                          </p:val>
                        </p:tav>
                        <p:tav tm="100000">
                          <p:val>
                            <p:strVal val="#ppt_y"/>
                          </p:val>
                        </p:tav>
                      </p:tavLst>
                    </p:anim>
                  </p:childTnLst>
                </p:cTn>
              </p:par>
            </p:tnLst>
          </p:tmpl>
        </p:tmplLst>
      </p:bldP>
      <p:bldP spid="37" grpId="1" build="p">
        <p:tmplLst>
          <p:tmpl lvl="1">
            <p:tnLst>
              <p:par>
                <p:cTn presetID="45"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1000"/>
                        <p:tgtEl>
                          <p:spTgt spid="37"/>
                        </p:tgtEl>
                      </p:cBhvr>
                    </p:animEffect>
                    <p:anim calcmode="lin" valueType="num">
                      <p:cBhvr>
                        <p:cTn dur="1000" fill="hold"/>
                        <p:tgtEl>
                          <p:spTgt spid="37"/>
                        </p:tgtEl>
                        <p:attrNameLst>
                          <p:attrName>ppt_w</p:attrName>
                        </p:attrNameLst>
                      </p:cBhvr>
                      <p:tavLst>
                        <p:tav tm="0" fmla="#ppt_w*sin(2.5*pi*$)">
                          <p:val>
                            <p:fltVal val="0"/>
                          </p:val>
                        </p:tav>
                        <p:tav tm="100000">
                          <p:val>
                            <p:fltVal val="1"/>
                          </p:val>
                        </p:tav>
                      </p:tavLst>
                    </p:anim>
                    <p:anim calcmode="lin" valueType="num">
                      <p:cBhvr>
                        <p:cTn dur="1000" fill="hold"/>
                        <p:tgtEl>
                          <p:spTgt spid="37"/>
                        </p:tgtEl>
                        <p:attrNameLst>
                          <p:attrName>ppt_h</p:attrName>
                        </p:attrNameLst>
                      </p:cBhvr>
                      <p:tavLst>
                        <p:tav tm="0">
                          <p:val>
                            <p:strVal val="#ppt_h"/>
                          </p:val>
                        </p:tav>
                        <p:tav tm="100000">
                          <p:val>
                            <p:strVal val="#ppt_h"/>
                          </p:val>
                        </p:tav>
                      </p:tavLst>
                    </p:anim>
                  </p:childTnLst>
                </p:cTn>
              </p:par>
            </p:tnLst>
          </p:tmpl>
        </p:tmplLst>
      </p:bldP>
      <p:bldP spid="38" grpId="0" build="p">
        <p:tmplLst>
          <p:tmpl lvl="1">
            <p:tnLst>
              <p:par>
                <p:cTn presetID="2" presetClass="entr" presetSubtype="1"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1000" fill="hold"/>
                        <p:tgtEl>
                          <p:spTgt spid="38"/>
                        </p:tgtEl>
                        <p:attrNameLst>
                          <p:attrName>ppt_x</p:attrName>
                        </p:attrNameLst>
                      </p:cBhvr>
                      <p:tavLst>
                        <p:tav tm="0">
                          <p:val>
                            <p:strVal val="#ppt_x"/>
                          </p:val>
                        </p:tav>
                        <p:tav tm="100000">
                          <p:val>
                            <p:strVal val="#ppt_x"/>
                          </p:val>
                        </p:tav>
                      </p:tavLst>
                    </p:anim>
                    <p:anim calcmode="lin" valueType="num">
                      <p:cBhvr additive="base">
                        <p:cTn dur="1000" fill="hold"/>
                        <p:tgtEl>
                          <p:spTgt spid="38"/>
                        </p:tgtEl>
                        <p:attrNameLst>
                          <p:attrName>ppt_y</p:attrName>
                        </p:attrNameLst>
                      </p:cBhvr>
                      <p:tavLst>
                        <p:tav tm="0">
                          <p:val>
                            <p:strVal val="0-#ppt_h/2"/>
                          </p:val>
                        </p:tav>
                        <p:tav tm="100000">
                          <p:val>
                            <p:strVal val="#ppt_y"/>
                          </p:val>
                        </p:tav>
                      </p:tavLst>
                    </p:anim>
                  </p:childTnLst>
                </p:cTn>
              </p:par>
            </p:tnLst>
          </p:tmpl>
        </p:tmplLst>
      </p:bldP>
      <p:bldP spid="38" grpId="1" build="p">
        <p:tmplLst>
          <p:tmpl lvl="1">
            <p:tnLst>
              <p:par>
                <p:cTn presetID="45"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1000"/>
                        <p:tgtEl>
                          <p:spTgt spid="38"/>
                        </p:tgtEl>
                      </p:cBhvr>
                    </p:animEffect>
                    <p:anim calcmode="lin" valueType="num">
                      <p:cBhvr>
                        <p:cTn dur="1000" fill="hold"/>
                        <p:tgtEl>
                          <p:spTgt spid="38"/>
                        </p:tgtEl>
                        <p:attrNameLst>
                          <p:attrName>ppt_w</p:attrName>
                        </p:attrNameLst>
                      </p:cBhvr>
                      <p:tavLst>
                        <p:tav tm="0" fmla="#ppt_w*sin(2.5*pi*$)">
                          <p:val>
                            <p:fltVal val="0"/>
                          </p:val>
                        </p:tav>
                        <p:tav tm="100000">
                          <p:val>
                            <p:fltVal val="1"/>
                          </p:val>
                        </p:tav>
                      </p:tavLst>
                    </p:anim>
                    <p:anim calcmode="lin" valueType="num">
                      <p:cBhvr>
                        <p:cTn dur="1000" fill="hold"/>
                        <p:tgtEl>
                          <p:spTgt spid="38"/>
                        </p:tgtEl>
                        <p:attrNameLst>
                          <p:attrName>ppt_h</p:attrName>
                        </p:attrNameLst>
                      </p:cBhvr>
                      <p:tavLst>
                        <p:tav tm="0">
                          <p:val>
                            <p:strVal val="#ppt_h"/>
                          </p:val>
                        </p:tav>
                        <p:tav tm="100000">
                          <p:val>
                            <p:strVal val="#ppt_h"/>
                          </p:val>
                        </p:tav>
                      </p:tavLst>
                    </p:anim>
                  </p:childTnLst>
                </p:cTn>
              </p:par>
            </p:tnLst>
          </p:tmpl>
        </p:tmplLst>
      </p:bldP>
      <p:bldP spid="39" grpId="0" build="allAtOnce">
        <p:tmplLst>
          <p:tmpl lvl="1">
            <p:tnLst>
              <p:par>
                <p:cTn presetID="2" presetClass="entr" presetSubtype="4" decel="100000" fill="hold" nodeType="withEffect">
                  <p:stCondLst>
                    <p:cond delay="75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ppt_x"/>
                          </p:val>
                        </p:tav>
                        <p:tav tm="100000">
                          <p:val>
                            <p:strVal val="#ppt_x"/>
                          </p:val>
                        </p:tav>
                      </p:tavLst>
                    </p:anim>
                    <p:anim calcmode="lin" valueType="num">
                      <p:cBhvr additive="base">
                        <p:cTn dur="500" fill="hold"/>
                        <p:tgtEl>
                          <p:spTgt spid="39"/>
                        </p:tgtEl>
                        <p:attrNameLst>
                          <p:attrName>ppt_y</p:attrName>
                        </p:attrNameLst>
                      </p:cBhvr>
                      <p:tavLst>
                        <p:tav tm="0">
                          <p:val>
                            <p:strVal val="1+#ppt_h/2"/>
                          </p:val>
                        </p:tav>
                        <p:tav tm="100000">
                          <p:val>
                            <p:strVal val="#ppt_y"/>
                          </p:val>
                        </p:tav>
                      </p:tavLst>
                    </p:anim>
                  </p:childTnLst>
                </p:cTn>
              </p:par>
            </p:tnLst>
          </p:tmpl>
        </p:tmplLst>
      </p:bldP>
      <p:bldP spid="40"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 Conte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88263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orag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p:cNvGrpSpPr/>
          <p:nvPr userDrawn="1"/>
        </p:nvGrpSpPr>
        <p:grpSpPr>
          <a:xfrm>
            <a:off x="7798236" y="3354576"/>
            <a:ext cx="2688353" cy="4554631"/>
            <a:chOff x="7305638" y="3002101"/>
            <a:chExt cx="2688353" cy="4554631"/>
          </a:xfrm>
        </p:grpSpPr>
        <p:grpSp>
          <p:nvGrpSpPr>
            <p:cNvPr id="10" name="グループ化 9"/>
            <p:cNvGrpSpPr/>
            <p:nvPr userDrawn="1"/>
          </p:nvGrpSpPr>
          <p:grpSpPr>
            <a:xfrm>
              <a:off x="8267831" y="5345989"/>
              <a:ext cx="763508" cy="2210743"/>
              <a:chOff x="8267831" y="5345989"/>
              <a:chExt cx="763508" cy="2210743"/>
            </a:xfrm>
          </p:grpSpPr>
          <p:sp>
            <p:nvSpPr>
              <p:cNvPr id="34" name="円/楕円 33"/>
              <p:cNvSpPr/>
              <p:nvPr userDrawn="1"/>
            </p:nvSpPr>
            <p:spPr>
              <a:xfrm>
                <a:off x="8267831" y="5345989"/>
                <a:ext cx="763508" cy="2210743"/>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楕円 34"/>
              <p:cNvSpPr/>
              <p:nvPr userDrawn="1"/>
            </p:nvSpPr>
            <p:spPr>
              <a:xfrm>
                <a:off x="8366877" y="5498390"/>
                <a:ext cx="566334" cy="163982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弦 8"/>
            <p:cNvSpPr/>
            <p:nvPr userDrawn="1"/>
          </p:nvSpPr>
          <p:spPr>
            <a:xfrm rot="10800000">
              <a:off x="7932506" y="3996103"/>
              <a:ext cx="1435076" cy="2370993"/>
            </a:xfrm>
            <a:custGeom>
              <a:avLst/>
              <a:gdLst/>
              <a:ahLst/>
              <a:cxnLst/>
              <a:rect l="l" t="t" r="r" b="b"/>
              <a:pathLst>
                <a:path w="1969479" h="3253919">
                  <a:moveTo>
                    <a:pt x="984740" y="3253919"/>
                  </a:moveTo>
                  <a:cubicBezTo>
                    <a:pt x="362425" y="2811676"/>
                    <a:pt x="-3869" y="2109952"/>
                    <a:pt x="30" y="1362802"/>
                  </a:cubicBezTo>
                  <a:cubicBezTo>
                    <a:pt x="2628" y="865042"/>
                    <a:pt x="169314" y="389014"/>
                    <a:pt x="468726" y="0"/>
                  </a:cubicBezTo>
                  <a:lnTo>
                    <a:pt x="984740" y="0"/>
                  </a:lnTo>
                  <a:lnTo>
                    <a:pt x="1500508" y="0"/>
                  </a:lnTo>
                  <a:cubicBezTo>
                    <a:pt x="1805017" y="395392"/>
                    <a:pt x="1972090" y="880450"/>
                    <a:pt x="1969449" y="1386333"/>
                  </a:cubicBezTo>
                  <a:cubicBezTo>
                    <a:pt x="1965591" y="2125578"/>
                    <a:pt x="1599814" y="2816889"/>
                    <a:pt x="984740" y="3253919"/>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p:cNvGrpSpPr/>
            <p:nvPr userDrawn="1"/>
          </p:nvGrpSpPr>
          <p:grpSpPr>
            <a:xfrm flipH="1">
              <a:off x="8650044" y="5266273"/>
              <a:ext cx="1343947" cy="1366912"/>
              <a:chOff x="7305639" y="5547570"/>
              <a:chExt cx="1343947" cy="1366912"/>
            </a:xfrm>
            <a:solidFill>
              <a:schemeClr val="accent2">
                <a:lumMod val="50000"/>
              </a:schemeClr>
            </a:solidFill>
          </p:grpSpPr>
          <p:sp>
            <p:nvSpPr>
              <p:cNvPr id="30" name="直角三角形 29"/>
              <p:cNvSpPr/>
              <p:nvPr userDrawn="1"/>
            </p:nvSpPr>
            <p:spPr>
              <a:xfrm rot="5400000">
                <a:off x="7305639" y="6450248"/>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直角三角形 30"/>
              <p:cNvSpPr/>
              <p:nvPr userDrawn="1"/>
            </p:nvSpPr>
            <p:spPr>
              <a:xfrm rot="16200000">
                <a:off x="7305639" y="5547571"/>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p:cNvSpPr/>
              <p:nvPr userDrawn="1"/>
            </p:nvSpPr>
            <p:spPr>
              <a:xfrm>
                <a:off x="7305639" y="6011805"/>
                <a:ext cx="464234" cy="438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p:cNvSpPr/>
              <p:nvPr userDrawn="1"/>
            </p:nvSpPr>
            <p:spPr>
              <a:xfrm>
                <a:off x="7769874" y="5547570"/>
                <a:ext cx="879712" cy="9026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 name="グループ化 12"/>
            <p:cNvGrpSpPr/>
            <p:nvPr userDrawn="1"/>
          </p:nvGrpSpPr>
          <p:grpSpPr>
            <a:xfrm>
              <a:off x="7305638" y="5266273"/>
              <a:ext cx="1343947" cy="1366912"/>
              <a:chOff x="7305639" y="5547570"/>
              <a:chExt cx="1343947" cy="1366912"/>
            </a:xfrm>
            <a:solidFill>
              <a:schemeClr val="accent2">
                <a:lumMod val="50000"/>
              </a:schemeClr>
            </a:solidFill>
          </p:grpSpPr>
          <p:sp>
            <p:nvSpPr>
              <p:cNvPr id="26" name="直角三角形 25"/>
              <p:cNvSpPr/>
              <p:nvPr userDrawn="1"/>
            </p:nvSpPr>
            <p:spPr>
              <a:xfrm rot="5400000">
                <a:off x="7305639" y="6450248"/>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直角三角形 26"/>
              <p:cNvSpPr/>
              <p:nvPr userDrawn="1"/>
            </p:nvSpPr>
            <p:spPr>
              <a:xfrm rot="16200000">
                <a:off x="7305639" y="5547571"/>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a:off x="7305639" y="6011805"/>
                <a:ext cx="464234" cy="438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p:cNvSpPr/>
              <p:nvPr userDrawn="1"/>
            </p:nvSpPr>
            <p:spPr>
              <a:xfrm>
                <a:off x="7769874" y="5547570"/>
                <a:ext cx="879712" cy="9026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 name="グループ化 13"/>
            <p:cNvGrpSpPr/>
            <p:nvPr userDrawn="1"/>
          </p:nvGrpSpPr>
          <p:grpSpPr>
            <a:xfrm>
              <a:off x="7665303" y="3002101"/>
              <a:ext cx="1969480" cy="3253919"/>
              <a:chOff x="7665303" y="3002101"/>
              <a:chExt cx="1969480" cy="3253919"/>
            </a:xfrm>
          </p:grpSpPr>
          <p:sp>
            <p:nvSpPr>
              <p:cNvPr id="24" name="弦 8"/>
              <p:cNvSpPr/>
              <p:nvPr userDrawn="1"/>
            </p:nvSpPr>
            <p:spPr>
              <a:xfrm rot="10800000">
                <a:off x="8650043" y="3002101"/>
                <a:ext cx="984740" cy="3253919"/>
              </a:xfrm>
              <a:custGeom>
                <a:avLst/>
                <a:gdLst/>
                <a:ahLst/>
                <a:cxnLst/>
                <a:rect l="l" t="t" r="r" b="b"/>
                <a:pathLst>
                  <a:path w="984740" h="3253919">
                    <a:moveTo>
                      <a:pt x="984740" y="3253919"/>
                    </a:moveTo>
                    <a:cubicBezTo>
                      <a:pt x="362425" y="2811676"/>
                      <a:pt x="-3869" y="2109952"/>
                      <a:pt x="30" y="1362802"/>
                    </a:cubicBezTo>
                    <a:cubicBezTo>
                      <a:pt x="2628" y="865042"/>
                      <a:pt x="169314" y="389014"/>
                      <a:pt x="468726" y="0"/>
                    </a:cubicBezTo>
                    <a:lnTo>
                      <a:pt x="98474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弦 8"/>
              <p:cNvSpPr/>
              <p:nvPr userDrawn="1"/>
            </p:nvSpPr>
            <p:spPr>
              <a:xfrm>
                <a:off x="7665303" y="3002101"/>
                <a:ext cx="984740" cy="3253919"/>
              </a:xfrm>
              <a:custGeom>
                <a:avLst/>
                <a:gdLst/>
                <a:ahLst/>
                <a:cxnLst/>
                <a:rect l="l" t="t" r="r" b="b"/>
                <a:pathLst>
                  <a:path w="984740" h="3253919">
                    <a:moveTo>
                      <a:pt x="984740" y="0"/>
                    </a:moveTo>
                    <a:lnTo>
                      <a:pt x="984740" y="3253919"/>
                    </a:lnTo>
                    <a:lnTo>
                      <a:pt x="468972" y="3253919"/>
                    </a:lnTo>
                    <a:cubicBezTo>
                      <a:pt x="164463" y="2858527"/>
                      <a:pt x="-2610" y="2373469"/>
                      <a:pt x="31" y="1867586"/>
                    </a:cubicBezTo>
                    <a:cubicBezTo>
                      <a:pt x="3889" y="1128341"/>
                      <a:pt x="369666" y="437030"/>
                      <a:pt x="98474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グループ化 14"/>
            <p:cNvGrpSpPr/>
            <p:nvPr userDrawn="1"/>
          </p:nvGrpSpPr>
          <p:grpSpPr>
            <a:xfrm>
              <a:off x="7830833" y="3002102"/>
              <a:ext cx="1639326" cy="1035326"/>
              <a:chOff x="7830833" y="3002102"/>
              <a:chExt cx="1639326" cy="1035326"/>
            </a:xfrm>
          </p:grpSpPr>
          <p:sp>
            <p:nvSpPr>
              <p:cNvPr id="22" name="弦 8"/>
              <p:cNvSpPr/>
              <p:nvPr userDrawn="1"/>
            </p:nvSpPr>
            <p:spPr>
              <a:xfrm rot="10800000">
                <a:off x="8650043" y="3002102"/>
                <a:ext cx="820116" cy="1035325"/>
              </a:xfrm>
              <a:custGeom>
                <a:avLst/>
                <a:gdLst/>
                <a:ahLst/>
                <a:cxnLst/>
                <a:rect l="l" t="t" r="r" b="b"/>
                <a:pathLst>
                  <a:path w="820116" h="1035325">
                    <a:moveTo>
                      <a:pt x="820116" y="1035325"/>
                    </a:moveTo>
                    <a:cubicBezTo>
                      <a:pt x="445216" y="768905"/>
                      <a:pt x="163231" y="408315"/>
                      <a:pt x="0" y="0"/>
                    </a:cubicBezTo>
                    <a:lnTo>
                      <a:pt x="820116"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弦 8"/>
              <p:cNvSpPr/>
              <p:nvPr userDrawn="1"/>
            </p:nvSpPr>
            <p:spPr>
              <a:xfrm>
                <a:off x="7830833" y="3002102"/>
                <a:ext cx="819211" cy="1035326"/>
              </a:xfrm>
              <a:custGeom>
                <a:avLst/>
                <a:gdLst/>
                <a:ahLst/>
                <a:cxnLst/>
                <a:rect l="l" t="t" r="r" b="b"/>
                <a:pathLst>
                  <a:path w="819211" h="1035326">
                    <a:moveTo>
                      <a:pt x="819211" y="0"/>
                    </a:moveTo>
                    <a:lnTo>
                      <a:pt x="819211" y="1035326"/>
                    </a:lnTo>
                    <a:lnTo>
                      <a:pt x="0" y="1035326"/>
                    </a:lnTo>
                    <a:cubicBezTo>
                      <a:pt x="162564" y="626542"/>
                      <a:pt x="444666" y="266126"/>
                      <a:pt x="819211"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6" name="グループ化 15"/>
            <p:cNvGrpSpPr/>
            <p:nvPr userDrawn="1"/>
          </p:nvGrpSpPr>
          <p:grpSpPr>
            <a:xfrm>
              <a:off x="8239071" y="3682019"/>
              <a:ext cx="821030" cy="821030"/>
              <a:chOff x="11914174" y="3199309"/>
              <a:chExt cx="990518" cy="990518"/>
            </a:xfrm>
          </p:grpSpPr>
          <p:sp>
            <p:nvSpPr>
              <p:cNvPr id="20" name="円/楕円 19"/>
              <p:cNvSpPr/>
              <p:nvPr userDrawn="1"/>
            </p:nvSpPr>
            <p:spPr>
              <a:xfrm>
                <a:off x="11914174" y="3199309"/>
                <a:ext cx="990518" cy="99051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12002891" y="3288026"/>
                <a:ext cx="813084" cy="8130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 name="グループ化 16"/>
            <p:cNvGrpSpPr/>
            <p:nvPr userDrawn="1"/>
          </p:nvGrpSpPr>
          <p:grpSpPr>
            <a:xfrm>
              <a:off x="8562396" y="5264781"/>
              <a:ext cx="174376" cy="1354190"/>
              <a:chOff x="8562396" y="5264781"/>
              <a:chExt cx="174376" cy="1354190"/>
            </a:xfrm>
          </p:grpSpPr>
          <p:sp>
            <p:nvSpPr>
              <p:cNvPr id="18" name="台形 59"/>
              <p:cNvSpPr/>
              <p:nvPr userDrawn="1"/>
            </p:nvSpPr>
            <p:spPr>
              <a:xfrm rot="10800000">
                <a:off x="8649584" y="5264781"/>
                <a:ext cx="87188" cy="1354190"/>
              </a:xfrm>
              <a:custGeom>
                <a:avLst/>
                <a:gdLst/>
                <a:ahLst/>
                <a:cxnLst/>
                <a:rect l="l" t="t" r="r" b="b"/>
                <a:pathLst>
                  <a:path w="232411" h="2119037">
                    <a:moveTo>
                      <a:pt x="232411" y="2119037"/>
                    </a:moveTo>
                    <a:lnTo>
                      <a:pt x="0" y="2119037"/>
                    </a:lnTo>
                    <a:lnTo>
                      <a:pt x="116205" y="0"/>
                    </a:lnTo>
                    <a:lnTo>
                      <a:pt x="232411"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台形 59"/>
              <p:cNvSpPr/>
              <p:nvPr userDrawn="1"/>
            </p:nvSpPr>
            <p:spPr>
              <a:xfrm rot="10800000" flipH="1">
                <a:off x="8562396" y="5264781"/>
                <a:ext cx="87188" cy="1354190"/>
              </a:xfrm>
              <a:custGeom>
                <a:avLst/>
                <a:gdLst/>
                <a:ahLst/>
                <a:cxnLst/>
                <a:rect l="l" t="t" r="r" b="b"/>
                <a:pathLst>
                  <a:path w="232411" h="2119037">
                    <a:moveTo>
                      <a:pt x="232411" y="2119037"/>
                    </a:moveTo>
                    <a:lnTo>
                      <a:pt x="0" y="2119037"/>
                    </a:lnTo>
                    <a:lnTo>
                      <a:pt x="116205" y="0"/>
                    </a:lnTo>
                    <a:lnTo>
                      <a:pt x="232411"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611619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of Contents - 6 Items">
    <p:spTree>
      <p:nvGrpSpPr>
        <p:cNvPr id="1" name=""/>
        <p:cNvGrpSpPr/>
        <p:nvPr/>
      </p:nvGrpSpPr>
      <p:grpSpPr>
        <a:xfrm>
          <a:off x="0" y="0"/>
          <a:ext cx="0" cy="0"/>
          <a:chOff x="0" y="0"/>
          <a:chExt cx="0" cy="0"/>
        </a:xfrm>
      </p:grpSpPr>
      <p:sp>
        <p:nvSpPr>
          <p:cNvPr id="30" name="正方形/長方形 29"/>
          <p:cNvSpPr/>
          <p:nvPr userDrawn="1"/>
        </p:nvSpPr>
        <p:spPr>
          <a:xfrm>
            <a:off x="0" y="0"/>
            <a:ext cx="8459130" cy="1028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835306" y="1173479"/>
            <a:ext cx="6723724" cy="8207948"/>
          </a:xfrm>
        </p:spPr>
        <p:txBody>
          <a:bodyPr>
            <a:normAutofit/>
          </a:bodyPr>
          <a:lstStyle>
            <a:lvl1pPr algn="ctr">
              <a:defRPr sz="9600">
                <a:solidFill>
                  <a:schemeClr val="bg1"/>
                </a:solidFill>
                <a:latin typeface="Route 159 UltraLight" pitchFamily="50" charset="0"/>
              </a:defRPr>
            </a:lvl1pPr>
          </a:lstStyle>
          <a:p>
            <a:r>
              <a:rPr kumimoji="1" lang="en-US" altLang="ja-JP" dirty="0"/>
              <a:t>Text</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円/楕円 4"/>
          <p:cNvSpPr/>
          <p:nvPr userDrawn="1"/>
        </p:nvSpPr>
        <p:spPr>
          <a:xfrm>
            <a:off x="8135094" y="1291377"/>
            <a:ext cx="648072" cy="648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7" name="円/楕円 6"/>
          <p:cNvSpPr/>
          <p:nvPr userDrawn="1"/>
        </p:nvSpPr>
        <p:spPr>
          <a:xfrm>
            <a:off x="8135094" y="2652267"/>
            <a:ext cx="648072" cy="6480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8" name="円/楕円 7"/>
          <p:cNvSpPr/>
          <p:nvPr userDrawn="1"/>
        </p:nvSpPr>
        <p:spPr>
          <a:xfrm>
            <a:off x="8135094" y="4013157"/>
            <a:ext cx="648072" cy="6480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9" name="円/楕円 8"/>
          <p:cNvSpPr/>
          <p:nvPr userDrawn="1"/>
        </p:nvSpPr>
        <p:spPr>
          <a:xfrm>
            <a:off x="8135094" y="5374047"/>
            <a:ext cx="648072" cy="64807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10" name="円/楕円 9"/>
          <p:cNvSpPr/>
          <p:nvPr userDrawn="1"/>
        </p:nvSpPr>
        <p:spPr>
          <a:xfrm>
            <a:off x="8135094" y="6734937"/>
            <a:ext cx="648072" cy="6480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11" name="円/楕円 10"/>
          <p:cNvSpPr/>
          <p:nvPr userDrawn="1"/>
        </p:nvSpPr>
        <p:spPr>
          <a:xfrm>
            <a:off x="8135094" y="8095828"/>
            <a:ext cx="648072" cy="64807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6</a:t>
            </a:r>
            <a:endParaRPr kumimoji="1" lang="ja-JP" altLang="en-US" dirty="0"/>
          </a:p>
        </p:txBody>
      </p:sp>
      <p:sp>
        <p:nvSpPr>
          <p:cNvPr id="12" name="テキスト プレースホルダー 6"/>
          <p:cNvSpPr>
            <a:spLocks noGrp="1"/>
          </p:cNvSpPr>
          <p:nvPr>
            <p:ph type="body" sz="quarter" idx="15" hasCustomPrompt="1"/>
          </p:nvPr>
        </p:nvSpPr>
        <p:spPr>
          <a:xfrm>
            <a:off x="9000327" y="1039044"/>
            <a:ext cx="8279783" cy="936104"/>
          </a:xfrm>
        </p:spPr>
        <p:txBody>
          <a:bodyPr anchor="b">
            <a:norm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3" name="テキスト プレースホルダー 6"/>
          <p:cNvSpPr>
            <a:spLocks noGrp="1"/>
          </p:cNvSpPr>
          <p:nvPr>
            <p:ph type="body" sz="quarter" idx="16" hasCustomPrompt="1"/>
          </p:nvPr>
        </p:nvSpPr>
        <p:spPr>
          <a:xfrm>
            <a:off x="9000327" y="1759124"/>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14" name="テキスト プレースホルダー 6"/>
          <p:cNvSpPr>
            <a:spLocks noGrp="1"/>
          </p:cNvSpPr>
          <p:nvPr>
            <p:ph type="body" sz="quarter" idx="17" hasCustomPrompt="1"/>
          </p:nvPr>
        </p:nvSpPr>
        <p:spPr>
          <a:xfrm>
            <a:off x="9000327" y="7852184"/>
            <a:ext cx="8279783" cy="936104"/>
          </a:xfrm>
        </p:spPr>
        <p:txBody>
          <a:bodyPr anchor="b">
            <a:normAutofit/>
          </a:bodyPr>
          <a:lstStyle>
            <a:lvl1pPr algn="l">
              <a:defRPr sz="360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15" name="テキスト プレースホルダー 6"/>
          <p:cNvSpPr>
            <a:spLocks noGrp="1"/>
          </p:cNvSpPr>
          <p:nvPr>
            <p:ph type="body" sz="quarter" idx="18" hasCustomPrompt="1"/>
          </p:nvPr>
        </p:nvSpPr>
        <p:spPr>
          <a:xfrm>
            <a:off x="9000327" y="8572264"/>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19" hasCustomPrompt="1"/>
          </p:nvPr>
        </p:nvSpPr>
        <p:spPr>
          <a:xfrm>
            <a:off x="9000327" y="2401672"/>
            <a:ext cx="8279783" cy="936104"/>
          </a:xfrm>
        </p:spPr>
        <p:txBody>
          <a:bodyPr anchor="b">
            <a:norm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1" name="テキスト プレースホルダー 6"/>
          <p:cNvSpPr>
            <a:spLocks noGrp="1"/>
          </p:cNvSpPr>
          <p:nvPr>
            <p:ph type="body" sz="quarter" idx="20" hasCustomPrompt="1"/>
          </p:nvPr>
        </p:nvSpPr>
        <p:spPr>
          <a:xfrm>
            <a:off x="9000327" y="3121752"/>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1" hasCustomPrompt="1"/>
          </p:nvPr>
        </p:nvSpPr>
        <p:spPr>
          <a:xfrm>
            <a:off x="9000327" y="3764300"/>
            <a:ext cx="8279783" cy="936104"/>
          </a:xfrm>
        </p:spPr>
        <p:txBody>
          <a:bodyPr anchor="b">
            <a:norm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5" name="テキスト プレースホルダー 6"/>
          <p:cNvSpPr>
            <a:spLocks noGrp="1"/>
          </p:cNvSpPr>
          <p:nvPr>
            <p:ph type="body" sz="quarter" idx="22" hasCustomPrompt="1"/>
          </p:nvPr>
        </p:nvSpPr>
        <p:spPr>
          <a:xfrm>
            <a:off x="9000327" y="4484380"/>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3" hasCustomPrompt="1"/>
          </p:nvPr>
        </p:nvSpPr>
        <p:spPr>
          <a:xfrm>
            <a:off x="9000327" y="5126928"/>
            <a:ext cx="8279783" cy="936104"/>
          </a:xfrm>
        </p:spPr>
        <p:txBody>
          <a:bodyPr anchor="b">
            <a:normAutofit/>
          </a:bodyPr>
          <a:lstStyle>
            <a:lvl1pPr algn="l">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4" hasCustomPrompt="1"/>
          </p:nvPr>
        </p:nvSpPr>
        <p:spPr>
          <a:xfrm>
            <a:off x="9000327" y="5847008"/>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5" hasCustomPrompt="1"/>
          </p:nvPr>
        </p:nvSpPr>
        <p:spPr>
          <a:xfrm>
            <a:off x="9000327" y="6489556"/>
            <a:ext cx="8279783" cy="936104"/>
          </a:xfrm>
        </p:spPr>
        <p:txBody>
          <a:bodyPr anchor="b">
            <a:normAutofit/>
          </a:bodyPr>
          <a:lstStyle>
            <a:lvl1pPr algn="l">
              <a:defRPr sz="360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6" hasCustomPrompt="1"/>
          </p:nvPr>
        </p:nvSpPr>
        <p:spPr>
          <a:xfrm>
            <a:off x="9000327" y="7209636"/>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32"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246616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childTnLst>
                          </p:cTn>
                        </p:par>
                        <p:par>
                          <p:cTn id="8" fill="hold">
                            <p:stCondLst>
                              <p:cond delay="500"/>
                            </p:stCondLst>
                            <p:childTnLst>
                              <p:par>
                                <p:cTn id="9" presetID="2" presetClass="entr" presetSubtype="12" decel="100000" fill="hold" grpId="0" nodeType="afterEffect">
                                  <p:stCondLst>
                                    <p:cond delay="0"/>
                                  </p:stCondLst>
                                  <p:iterate type="wd">
                                    <p:tmPct val="10000"/>
                                  </p:iterate>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1" decel="100000" fill="hold" grpId="0" nodeType="afterEffect">
                                  <p:stCondLst>
                                    <p:cond delay="25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0-#ppt_h/2"/>
                                          </p:val>
                                        </p:tav>
                                        <p:tav tm="100000">
                                          <p:val>
                                            <p:strVal val="#ppt_y"/>
                                          </p:val>
                                        </p:tav>
                                      </p:tavLst>
                                    </p:anim>
                                  </p:childTnLst>
                                </p:cTn>
                              </p:par>
                              <p:par>
                                <p:cTn id="18" presetID="2" presetClass="entr" presetSubtype="1" decel="100000" fill="hold" grpId="0" nodeType="withEffect">
                                  <p:stCondLst>
                                    <p:cond delay="250"/>
                                  </p:stCondLst>
                                  <p:childTnLst>
                                    <p:set>
                                      <p:cBhvr>
                                        <p:cTn id="19" dur="1" fill="hold">
                                          <p:stCondLst>
                                            <p:cond delay="0"/>
                                          </p:stCondLst>
                                        </p:cTn>
                                        <p:tgtEl>
                                          <p:spTgt spid="12">
                                            <p:txEl>
                                              <p:pRg st="0" end="0"/>
                                            </p:txEl>
                                          </p:spTgt>
                                        </p:tgtEl>
                                        <p:attrNameLst>
                                          <p:attrName>style.visibility</p:attrName>
                                        </p:attrNameLst>
                                      </p:cBhvr>
                                      <p:to>
                                        <p:strVal val="visible"/>
                                      </p:to>
                                    </p:set>
                                    <p:anim calcmode="lin" valueType="num">
                                      <p:cBhvr additive="base">
                                        <p:cTn id="20"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2">
                                            <p:txEl>
                                              <p:pRg st="0" end="0"/>
                                            </p:txEl>
                                          </p:spTgt>
                                        </p:tgtEl>
                                        <p:attrNameLst>
                                          <p:attrName>ppt_y</p:attrName>
                                        </p:attrNameLst>
                                      </p:cBhvr>
                                      <p:tavLst>
                                        <p:tav tm="0">
                                          <p:val>
                                            <p:strVal val="0-#ppt_h/2"/>
                                          </p:val>
                                        </p:tav>
                                        <p:tav tm="100000">
                                          <p:val>
                                            <p:strVal val="#ppt_y"/>
                                          </p:val>
                                        </p:tav>
                                      </p:tavLst>
                                    </p:anim>
                                  </p:childTnLst>
                                </p:cTn>
                              </p:par>
                              <p:par>
                                <p:cTn id="22" presetID="2" presetClass="entr" presetSubtype="2" decel="100000" fill="hold" grpId="0" nodeType="withEffect">
                                  <p:stCondLst>
                                    <p:cond delay="250"/>
                                  </p:stCondLst>
                                  <p:childTnLst>
                                    <p:set>
                                      <p:cBhvr>
                                        <p:cTn id="23" dur="1" fill="hold">
                                          <p:stCondLst>
                                            <p:cond delay="0"/>
                                          </p:stCondLst>
                                        </p:cTn>
                                        <p:tgtEl>
                                          <p:spTgt spid="13">
                                            <p:txEl>
                                              <p:pRg st="0" end="0"/>
                                            </p:txEl>
                                          </p:spTgt>
                                        </p:tgtEl>
                                        <p:attrNameLst>
                                          <p:attrName>style.visibility</p:attrName>
                                        </p:attrNameLst>
                                      </p:cBhvr>
                                      <p:to>
                                        <p:strVal val="visible"/>
                                      </p:to>
                                    </p:set>
                                    <p:anim calcmode="lin" valueType="num">
                                      <p:cBhvr additive="base">
                                        <p:cTn id="24"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1750"/>
                            </p:stCondLst>
                            <p:childTnLst>
                              <p:par>
                                <p:cTn id="27" presetID="2" presetClass="entr" presetSubtype="1" decel="100000" fill="hold" grpId="0" nodeType="afterEffect">
                                  <p:stCondLst>
                                    <p:cond delay="25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250"/>
                                  </p:stCondLst>
                                  <p:childTnLst>
                                    <p:set>
                                      <p:cBhvr>
                                        <p:cTn id="32" dur="1" fill="hold">
                                          <p:stCondLst>
                                            <p:cond delay="0"/>
                                          </p:stCondLst>
                                        </p:cTn>
                                        <p:tgtEl>
                                          <p:spTgt spid="20">
                                            <p:txEl>
                                              <p:pRg st="0" end="0"/>
                                            </p:txEl>
                                          </p:spTgt>
                                        </p:tgtEl>
                                        <p:attrNameLst>
                                          <p:attrName>style.visibility</p:attrName>
                                        </p:attrNameLst>
                                      </p:cBhvr>
                                      <p:to>
                                        <p:strVal val="visible"/>
                                      </p:to>
                                    </p:set>
                                    <p:anim calcmode="lin" valueType="num">
                                      <p:cBhvr additive="base">
                                        <p:cTn id="33"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
                                            <p:txEl>
                                              <p:pRg st="0" end="0"/>
                                            </p:txEl>
                                          </p:spTgt>
                                        </p:tgtEl>
                                        <p:attrNameLst>
                                          <p:attrName>ppt_y</p:attrName>
                                        </p:attrNameLst>
                                      </p:cBhvr>
                                      <p:tavLst>
                                        <p:tav tm="0">
                                          <p:val>
                                            <p:strVal val="0-#ppt_h/2"/>
                                          </p:val>
                                        </p:tav>
                                        <p:tav tm="100000">
                                          <p:val>
                                            <p:strVal val="#ppt_y"/>
                                          </p:val>
                                        </p:tav>
                                      </p:tavLst>
                                    </p:anim>
                                  </p:childTnLst>
                                </p:cTn>
                              </p:par>
                              <p:par>
                                <p:cTn id="35" presetID="2" presetClass="entr" presetSubtype="2" decel="100000" fill="hold" grpId="0" nodeType="withEffect">
                                  <p:stCondLst>
                                    <p:cond delay="250"/>
                                  </p:stCondLst>
                                  <p:childTnLst>
                                    <p:set>
                                      <p:cBhvr>
                                        <p:cTn id="36" dur="1" fill="hold">
                                          <p:stCondLst>
                                            <p:cond delay="0"/>
                                          </p:stCondLst>
                                        </p:cTn>
                                        <p:tgtEl>
                                          <p:spTgt spid="21">
                                            <p:txEl>
                                              <p:pRg st="0" end="0"/>
                                            </p:txEl>
                                          </p:spTgt>
                                        </p:tgtEl>
                                        <p:attrNameLst>
                                          <p:attrName>style.visibility</p:attrName>
                                        </p:attrNameLst>
                                      </p:cBhvr>
                                      <p:to>
                                        <p:strVal val="visible"/>
                                      </p:to>
                                    </p:set>
                                    <p:anim calcmode="lin" valueType="num">
                                      <p:cBhvr additive="base">
                                        <p:cTn id="37"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39" fill="hold">
                            <p:stCondLst>
                              <p:cond delay="2500"/>
                            </p:stCondLst>
                            <p:childTnLst>
                              <p:par>
                                <p:cTn id="40" presetID="2" presetClass="entr" presetSubtype="1" decel="100000" fill="hold" grpId="0" nodeType="afterEffect">
                                  <p:stCondLst>
                                    <p:cond delay="25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0-#ppt_h/2"/>
                                          </p:val>
                                        </p:tav>
                                        <p:tav tm="100000">
                                          <p:val>
                                            <p:strVal val="#ppt_y"/>
                                          </p:val>
                                        </p:tav>
                                      </p:tavLst>
                                    </p:anim>
                                  </p:childTnLst>
                                </p:cTn>
                              </p:par>
                              <p:par>
                                <p:cTn id="44" presetID="2" presetClass="entr" presetSubtype="1" decel="100000" fill="hold" grpId="0" nodeType="withEffect">
                                  <p:stCondLst>
                                    <p:cond delay="250"/>
                                  </p:stCondLst>
                                  <p:childTnLst>
                                    <p:set>
                                      <p:cBhvr>
                                        <p:cTn id="45" dur="1" fill="hold">
                                          <p:stCondLst>
                                            <p:cond delay="0"/>
                                          </p:stCondLst>
                                        </p:cTn>
                                        <p:tgtEl>
                                          <p:spTgt spid="24">
                                            <p:txEl>
                                              <p:pRg st="0" end="0"/>
                                            </p:txEl>
                                          </p:spTgt>
                                        </p:tgtEl>
                                        <p:attrNameLst>
                                          <p:attrName>style.visibility</p:attrName>
                                        </p:attrNameLst>
                                      </p:cBhvr>
                                      <p:to>
                                        <p:strVal val="visible"/>
                                      </p:to>
                                    </p:set>
                                    <p:anim calcmode="lin" valueType="num">
                                      <p:cBhvr additive="base">
                                        <p:cTn id="46"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4">
                                            <p:txEl>
                                              <p:pRg st="0" end="0"/>
                                            </p:txEl>
                                          </p:spTgt>
                                        </p:tgtEl>
                                        <p:attrNameLst>
                                          <p:attrName>ppt_y</p:attrName>
                                        </p:attrNameLst>
                                      </p:cBhvr>
                                      <p:tavLst>
                                        <p:tav tm="0">
                                          <p:val>
                                            <p:strVal val="0-#ppt_h/2"/>
                                          </p:val>
                                        </p:tav>
                                        <p:tav tm="100000">
                                          <p:val>
                                            <p:strVal val="#ppt_y"/>
                                          </p:val>
                                        </p:tav>
                                      </p:tavLst>
                                    </p:anim>
                                  </p:childTnLst>
                                </p:cTn>
                              </p:par>
                              <p:par>
                                <p:cTn id="48" presetID="2" presetClass="entr" presetSubtype="2" decel="100000" fill="hold" grpId="0" nodeType="withEffect">
                                  <p:stCondLst>
                                    <p:cond delay="250"/>
                                  </p:stCondLst>
                                  <p:childTnLst>
                                    <p:set>
                                      <p:cBhvr>
                                        <p:cTn id="49" dur="1" fill="hold">
                                          <p:stCondLst>
                                            <p:cond delay="0"/>
                                          </p:stCondLst>
                                        </p:cTn>
                                        <p:tgtEl>
                                          <p:spTgt spid="25">
                                            <p:txEl>
                                              <p:pRg st="0" end="0"/>
                                            </p:txEl>
                                          </p:spTgt>
                                        </p:tgtEl>
                                        <p:attrNameLst>
                                          <p:attrName>style.visibility</p:attrName>
                                        </p:attrNameLst>
                                      </p:cBhvr>
                                      <p:to>
                                        <p:strVal val="visible"/>
                                      </p:to>
                                    </p:set>
                                    <p:anim calcmode="lin" valueType="num">
                                      <p:cBhvr additive="base">
                                        <p:cTn id="50"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par>
                          <p:cTn id="52" fill="hold">
                            <p:stCondLst>
                              <p:cond delay="3250"/>
                            </p:stCondLst>
                            <p:childTnLst>
                              <p:par>
                                <p:cTn id="53" presetID="2" presetClass="entr" presetSubtype="1" decel="100000" fill="hold" grpId="0" nodeType="afterEffect">
                                  <p:stCondLst>
                                    <p:cond delay="25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0-#ppt_h/2"/>
                                          </p:val>
                                        </p:tav>
                                        <p:tav tm="100000">
                                          <p:val>
                                            <p:strVal val="#ppt_y"/>
                                          </p:val>
                                        </p:tav>
                                      </p:tavLst>
                                    </p:anim>
                                  </p:childTnLst>
                                </p:cTn>
                              </p:par>
                              <p:par>
                                <p:cTn id="57" presetID="2" presetClass="entr" presetSubtype="1" decel="100000" fill="hold" grpId="0" nodeType="withEffect">
                                  <p:stCondLst>
                                    <p:cond delay="250"/>
                                  </p:stCondLst>
                                  <p:childTnLst>
                                    <p:set>
                                      <p:cBhvr>
                                        <p:cTn id="58" dur="1" fill="hold">
                                          <p:stCondLst>
                                            <p:cond delay="0"/>
                                          </p:stCondLst>
                                        </p:cTn>
                                        <p:tgtEl>
                                          <p:spTgt spid="26">
                                            <p:txEl>
                                              <p:pRg st="0" end="0"/>
                                            </p:txEl>
                                          </p:spTgt>
                                        </p:tgtEl>
                                        <p:attrNameLst>
                                          <p:attrName>style.visibility</p:attrName>
                                        </p:attrNameLst>
                                      </p:cBhvr>
                                      <p:to>
                                        <p:strVal val="visible"/>
                                      </p:to>
                                    </p:set>
                                    <p:anim calcmode="lin" valueType="num">
                                      <p:cBhvr additive="base">
                                        <p:cTn id="59"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6">
                                            <p:txEl>
                                              <p:pRg st="0" end="0"/>
                                            </p:txEl>
                                          </p:spTgt>
                                        </p:tgtEl>
                                        <p:attrNameLst>
                                          <p:attrName>ppt_y</p:attrName>
                                        </p:attrNameLst>
                                      </p:cBhvr>
                                      <p:tavLst>
                                        <p:tav tm="0">
                                          <p:val>
                                            <p:strVal val="0-#ppt_h/2"/>
                                          </p:val>
                                        </p:tav>
                                        <p:tav tm="100000">
                                          <p:val>
                                            <p:strVal val="#ppt_y"/>
                                          </p:val>
                                        </p:tav>
                                      </p:tavLst>
                                    </p:anim>
                                  </p:childTnLst>
                                </p:cTn>
                              </p:par>
                              <p:par>
                                <p:cTn id="61" presetID="2" presetClass="entr" presetSubtype="2" decel="100000" fill="hold" grpId="0" nodeType="withEffect">
                                  <p:stCondLst>
                                    <p:cond delay="250"/>
                                  </p:stCondLst>
                                  <p:childTnLst>
                                    <p:set>
                                      <p:cBhvr>
                                        <p:cTn id="62" dur="1" fill="hold">
                                          <p:stCondLst>
                                            <p:cond delay="0"/>
                                          </p:stCondLst>
                                        </p:cTn>
                                        <p:tgtEl>
                                          <p:spTgt spid="27">
                                            <p:txEl>
                                              <p:pRg st="0" end="0"/>
                                            </p:txEl>
                                          </p:spTgt>
                                        </p:tgtEl>
                                        <p:attrNameLst>
                                          <p:attrName>style.visibility</p:attrName>
                                        </p:attrNameLst>
                                      </p:cBhvr>
                                      <p:to>
                                        <p:strVal val="visible"/>
                                      </p:to>
                                    </p:set>
                                    <p:anim calcmode="lin" valueType="num">
                                      <p:cBhvr additive="base">
                                        <p:cTn id="63"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27">
                                            <p:txEl>
                                              <p:pRg st="0" end="0"/>
                                            </p:txEl>
                                          </p:spTgt>
                                        </p:tgtEl>
                                        <p:attrNameLst>
                                          <p:attrName>ppt_y</p:attrName>
                                        </p:attrNameLst>
                                      </p:cBhvr>
                                      <p:tavLst>
                                        <p:tav tm="0">
                                          <p:val>
                                            <p:strVal val="#ppt_y"/>
                                          </p:val>
                                        </p:tav>
                                        <p:tav tm="100000">
                                          <p:val>
                                            <p:strVal val="#ppt_y"/>
                                          </p:val>
                                        </p:tav>
                                      </p:tavLst>
                                    </p:anim>
                                  </p:childTnLst>
                                </p:cTn>
                              </p:par>
                            </p:childTnLst>
                          </p:cTn>
                        </p:par>
                        <p:par>
                          <p:cTn id="65" fill="hold">
                            <p:stCondLst>
                              <p:cond delay="4000"/>
                            </p:stCondLst>
                            <p:childTnLst>
                              <p:par>
                                <p:cTn id="66" presetID="2" presetClass="entr" presetSubtype="1" decel="100000" fill="hold" grpId="0" nodeType="afterEffect">
                                  <p:stCondLst>
                                    <p:cond delay="250"/>
                                  </p:stCondLst>
                                  <p:childTnLst>
                                    <p:set>
                                      <p:cBhvr>
                                        <p:cTn id="67" dur="1" fill="hold">
                                          <p:stCondLst>
                                            <p:cond delay="0"/>
                                          </p:stCondLst>
                                        </p:cTn>
                                        <p:tgtEl>
                                          <p:spTgt spid="10"/>
                                        </p:tgtEl>
                                        <p:attrNameLst>
                                          <p:attrName>style.visibility</p:attrName>
                                        </p:attrNameLst>
                                      </p:cBhvr>
                                      <p:to>
                                        <p:strVal val="visible"/>
                                      </p:to>
                                    </p:set>
                                    <p:anim calcmode="lin" valueType="num">
                                      <p:cBhvr additive="base">
                                        <p:cTn id="68" dur="500" fill="hold"/>
                                        <p:tgtEl>
                                          <p:spTgt spid="10"/>
                                        </p:tgtEl>
                                        <p:attrNameLst>
                                          <p:attrName>ppt_x</p:attrName>
                                        </p:attrNameLst>
                                      </p:cBhvr>
                                      <p:tavLst>
                                        <p:tav tm="0">
                                          <p:val>
                                            <p:strVal val="#ppt_x"/>
                                          </p:val>
                                        </p:tav>
                                        <p:tav tm="100000">
                                          <p:val>
                                            <p:strVal val="#ppt_x"/>
                                          </p:val>
                                        </p:tav>
                                      </p:tavLst>
                                    </p:anim>
                                    <p:anim calcmode="lin" valueType="num">
                                      <p:cBhvr additive="base">
                                        <p:cTn id="69" dur="500" fill="hold"/>
                                        <p:tgtEl>
                                          <p:spTgt spid="10"/>
                                        </p:tgtEl>
                                        <p:attrNameLst>
                                          <p:attrName>ppt_y</p:attrName>
                                        </p:attrNameLst>
                                      </p:cBhvr>
                                      <p:tavLst>
                                        <p:tav tm="0">
                                          <p:val>
                                            <p:strVal val="0-#ppt_h/2"/>
                                          </p:val>
                                        </p:tav>
                                        <p:tav tm="100000">
                                          <p:val>
                                            <p:strVal val="#ppt_y"/>
                                          </p:val>
                                        </p:tav>
                                      </p:tavLst>
                                    </p:anim>
                                  </p:childTnLst>
                                </p:cTn>
                              </p:par>
                              <p:par>
                                <p:cTn id="70" presetID="2" presetClass="entr" presetSubtype="1" decel="100000" fill="hold" grpId="0" nodeType="withEffect">
                                  <p:stCondLst>
                                    <p:cond delay="250"/>
                                  </p:stCondLst>
                                  <p:childTnLst>
                                    <p:set>
                                      <p:cBhvr>
                                        <p:cTn id="71" dur="1" fill="hold">
                                          <p:stCondLst>
                                            <p:cond delay="0"/>
                                          </p:stCondLst>
                                        </p:cTn>
                                        <p:tgtEl>
                                          <p:spTgt spid="28">
                                            <p:txEl>
                                              <p:pRg st="0" end="0"/>
                                            </p:txEl>
                                          </p:spTgt>
                                        </p:tgtEl>
                                        <p:attrNameLst>
                                          <p:attrName>style.visibility</p:attrName>
                                        </p:attrNameLst>
                                      </p:cBhvr>
                                      <p:to>
                                        <p:strVal val="visible"/>
                                      </p:to>
                                    </p:set>
                                    <p:anim calcmode="lin" valueType="num">
                                      <p:cBhvr additive="base">
                                        <p:cTn id="72"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28">
                                            <p:txEl>
                                              <p:pRg st="0" end="0"/>
                                            </p:txEl>
                                          </p:spTgt>
                                        </p:tgtEl>
                                        <p:attrNameLst>
                                          <p:attrName>ppt_y</p:attrName>
                                        </p:attrNameLst>
                                      </p:cBhvr>
                                      <p:tavLst>
                                        <p:tav tm="0">
                                          <p:val>
                                            <p:strVal val="0-#ppt_h/2"/>
                                          </p:val>
                                        </p:tav>
                                        <p:tav tm="100000">
                                          <p:val>
                                            <p:strVal val="#ppt_y"/>
                                          </p:val>
                                        </p:tav>
                                      </p:tavLst>
                                    </p:anim>
                                  </p:childTnLst>
                                </p:cTn>
                              </p:par>
                              <p:par>
                                <p:cTn id="74" presetID="2" presetClass="entr" presetSubtype="2" decel="100000" fill="hold" grpId="0" nodeType="withEffect">
                                  <p:stCondLst>
                                    <p:cond delay="250"/>
                                  </p:stCondLst>
                                  <p:childTnLst>
                                    <p:set>
                                      <p:cBhvr>
                                        <p:cTn id="75" dur="1" fill="hold">
                                          <p:stCondLst>
                                            <p:cond delay="0"/>
                                          </p:stCondLst>
                                        </p:cTn>
                                        <p:tgtEl>
                                          <p:spTgt spid="29">
                                            <p:txEl>
                                              <p:pRg st="0" end="0"/>
                                            </p:txEl>
                                          </p:spTgt>
                                        </p:tgtEl>
                                        <p:attrNameLst>
                                          <p:attrName>style.visibility</p:attrName>
                                        </p:attrNameLst>
                                      </p:cBhvr>
                                      <p:to>
                                        <p:strVal val="visible"/>
                                      </p:to>
                                    </p:set>
                                    <p:anim calcmode="lin" valueType="num">
                                      <p:cBhvr additive="base">
                                        <p:cTn id="76"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77" dur="500" fill="hold"/>
                                        <p:tgtEl>
                                          <p:spTgt spid="29">
                                            <p:txEl>
                                              <p:pRg st="0" end="0"/>
                                            </p:txEl>
                                          </p:spTgt>
                                        </p:tgtEl>
                                        <p:attrNameLst>
                                          <p:attrName>ppt_y</p:attrName>
                                        </p:attrNameLst>
                                      </p:cBhvr>
                                      <p:tavLst>
                                        <p:tav tm="0">
                                          <p:val>
                                            <p:strVal val="#ppt_y"/>
                                          </p:val>
                                        </p:tav>
                                        <p:tav tm="100000">
                                          <p:val>
                                            <p:strVal val="#ppt_y"/>
                                          </p:val>
                                        </p:tav>
                                      </p:tavLst>
                                    </p:anim>
                                  </p:childTnLst>
                                </p:cTn>
                              </p:par>
                            </p:childTnLst>
                          </p:cTn>
                        </p:par>
                        <p:par>
                          <p:cTn id="78" fill="hold">
                            <p:stCondLst>
                              <p:cond delay="4750"/>
                            </p:stCondLst>
                            <p:childTnLst>
                              <p:par>
                                <p:cTn id="79" presetID="2" presetClass="entr" presetSubtype="1" decel="100000" fill="hold" grpId="0" nodeType="afterEffect">
                                  <p:stCondLst>
                                    <p:cond delay="250"/>
                                  </p:stCondLst>
                                  <p:childTnLst>
                                    <p:set>
                                      <p:cBhvr>
                                        <p:cTn id="80" dur="1" fill="hold">
                                          <p:stCondLst>
                                            <p:cond delay="0"/>
                                          </p:stCondLst>
                                        </p:cTn>
                                        <p:tgtEl>
                                          <p:spTgt spid="11"/>
                                        </p:tgtEl>
                                        <p:attrNameLst>
                                          <p:attrName>style.visibility</p:attrName>
                                        </p:attrNameLst>
                                      </p:cBhvr>
                                      <p:to>
                                        <p:strVal val="visible"/>
                                      </p:to>
                                    </p:set>
                                    <p:anim calcmode="lin" valueType="num">
                                      <p:cBhvr additive="base">
                                        <p:cTn id="81" dur="500" fill="hold"/>
                                        <p:tgtEl>
                                          <p:spTgt spid="11"/>
                                        </p:tgtEl>
                                        <p:attrNameLst>
                                          <p:attrName>ppt_x</p:attrName>
                                        </p:attrNameLst>
                                      </p:cBhvr>
                                      <p:tavLst>
                                        <p:tav tm="0">
                                          <p:val>
                                            <p:strVal val="#ppt_x"/>
                                          </p:val>
                                        </p:tav>
                                        <p:tav tm="100000">
                                          <p:val>
                                            <p:strVal val="#ppt_x"/>
                                          </p:val>
                                        </p:tav>
                                      </p:tavLst>
                                    </p:anim>
                                    <p:anim calcmode="lin" valueType="num">
                                      <p:cBhvr additive="base">
                                        <p:cTn id="82" dur="500" fill="hold"/>
                                        <p:tgtEl>
                                          <p:spTgt spid="11"/>
                                        </p:tgtEl>
                                        <p:attrNameLst>
                                          <p:attrName>ppt_y</p:attrName>
                                        </p:attrNameLst>
                                      </p:cBhvr>
                                      <p:tavLst>
                                        <p:tav tm="0">
                                          <p:val>
                                            <p:strVal val="0-#ppt_h/2"/>
                                          </p:val>
                                        </p:tav>
                                        <p:tav tm="100000">
                                          <p:val>
                                            <p:strVal val="#ppt_y"/>
                                          </p:val>
                                        </p:tav>
                                      </p:tavLst>
                                    </p:anim>
                                  </p:childTnLst>
                                </p:cTn>
                              </p:par>
                              <p:par>
                                <p:cTn id="83" presetID="2" presetClass="entr" presetSubtype="1" decel="100000" fill="hold" grpId="0" nodeType="withEffect">
                                  <p:stCondLst>
                                    <p:cond delay="250"/>
                                  </p:stCondLst>
                                  <p:childTnLst>
                                    <p:set>
                                      <p:cBhvr>
                                        <p:cTn id="84" dur="1" fill="hold">
                                          <p:stCondLst>
                                            <p:cond delay="0"/>
                                          </p:stCondLst>
                                        </p:cTn>
                                        <p:tgtEl>
                                          <p:spTgt spid="14">
                                            <p:txEl>
                                              <p:pRg st="0" end="0"/>
                                            </p:txEl>
                                          </p:spTgt>
                                        </p:tgtEl>
                                        <p:attrNameLst>
                                          <p:attrName>style.visibility</p:attrName>
                                        </p:attrNameLst>
                                      </p:cBhvr>
                                      <p:to>
                                        <p:strVal val="visible"/>
                                      </p:to>
                                    </p:set>
                                    <p:anim calcmode="lin" valueType="num">
                                      <p:cBhvr additive="base">
                                        <p:cTn id="85"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4">
                                            <p:txEl>
                                              <p:pRg st="0" end="0"/>
                                            </p:txEl>
                                          </p:spTgt>
                                        </p:tgtEl>
                                        <p:attrNameLst>
                                          <p:attrName>ppt_y</p:attrName>
                                        </p:attrNameLst>
                                      </p:cBhvr>
                                      <p:tavLst>
                                        <p:tav tm="0">
                                          <p:val>
                                            <p:strVal val="0-#ppt_h/2"/>
                                          </p:val>
                                        </p:tav>
                                        <p:tav tm="100000">
                                          <p:val>
                                            <p:strVal val="#ppt_y"/>
                                          </p:val>
                                        </p:tav>
                                      </p:tavLst>
                                    </p:anim>
                                  </p:childTnLst>
                                </p:cTn>
                              </p:par>
                              <p:par>
                                <p:cTn id="87" presetID="2" presetClass="entr" presetSubtype="2" decel="100000" fill="hold" grpId="0" nodeType="withEffect">
                                  <p:stCondLst>
                                    <p:cond delay="250"/>
                                  </p:stCondLst>
                                  <p:childTnLst>
                                    <p:set>
                                      <p:cBhvr>
                                        <p:cTn id="88" dur="1" fill="hold">
                                          <p:stCondLst>
                                            <p:cond delay="0"/>
                                          </p:stCondLst>
                                        </p:cTn>
                                        <p:tgtEl>
                                          <p:spTgt spid="15">
                                            <p:txEl>
                                              <p:pRg st="0" end="0"/>
                                            </p:txEl>
                                          </p:spTgt>
                                        </p:tgtEl>
                                        <p:attrNameLst>
                                          <p:attrName>style.visibility</p:attrName>
                                        </p:attrNameLst>
                                      </p:cBhvr>
                                      <p:to>
                                        <p:strVal val="visible"/>
                                      </p:to>
                                    </p:set>
                                    <p:anim calcmode="lin" valueType="num">
                                      <p:cBhvr additive="base">
                                        <p:cTn id="89"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90"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p:bldP spid="5" grpId="0" animBg="1"/>
      <p:bldP spid="7" grpId="0" animBg="1"/>
      <p:bldP spid="8" grpId="0" animBg="1"/>
      <p:bldP spid="9" grpId="0" animBg="1"/>
      <p:bldP spid="10" grpId="0" animBg="1"/>
      <p:bldP spid="11" grpId="0" animBg="1"/>
      <p:bldP spid="12" grpId="0" build="p">
        <p:tmplLst>
          <p:tmpl lvl="1">
            <p:tnLst>
              <p:par>
                <p:cTn presetID="2" presetClass="entr" presetSubtype="1" decel="100000" fill="hold" nodeType="withEffect">
                  <p:stCondLst>
                    <p:cond delay="2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ppt_x"/>
                          </p:val>
                        </p:tav>
                        <p:tav tm="100000">
                          <p:val>
                            <p:strVal val="#ppt_x"/>
                          </p:val>
                        </p:tav>
                      </p:tavLst>
                    </p:anim>
                    <p:anim calcmode="lin" valueType="num">
                      <p:cBhvr additive="base">
                        <p:cTn dur="500" fill="hold"/>
                        <p:tgtEl>
                          <p:spTgt spid="12"/>
                        </p:tgtEl>
                        <p:attrNameLst>
                          <p:attrName>ppt_y</p:attrName>
                        </p:attrNameLst>
                      </p:cBhvr>
                      <p:tavLst>
                        <p:tav tm="0">
                          <p:val>
                            <p:strVal val="0-#ppt_h/2"/>
                          </p:val>
                        </p:tav>
                        <p:tav tm="100000">
                          <p:val>
                            <p:strVal val="#ppt_y"/>
                          </p:val>
                        </p:tav>
                      </p:tavLst>
                    </p:anim>
                  </p:childTnLst>
                </p:cTn>
              </p:par>
            </p:tnLst>
          </p:tmpl>
        </p:tmplLst>
      </p:bldP>
      <p:bldP spid="13" grpId="0" build="p">
        <p:tmplLst>
          <p:tmpl lvl="1">
            <p:tnLst>
              <p:par>
                <p:cTn presetID="2" presetClass="entr" presetSubtype="2" decel="100000" fill="hold" nodeType="withEffect">
                  <p:stCondLst>
                    <p:cond delay="25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1+#ppt_w/2"/>
                          </p:val>
                        </p:tav>
                        <p:tav tm="100000">
                          <p:val>
                            <p:strVal val="#ppt_x"/>
                          </p:val>
                        </p:tav>
                      </p:tavLst>
                    </p:anim>
                    <p:anim calcmode="lin" valueType="num">
                      <p:cBhvr additive="base">
                        <p:cTn dur="500" fill="hold"/>
                        <p:tgtEl>
                          <p:spTgt spid="13"/>
                        </p:tgtEl>
                        <p:attrNameLst>
                          <p:attrName>ppt_y</p:attrName>
                        </p:attrNameLst>
                      </p:cBhvr>
                      <p:tavLst>
                        <p:tav tm="0">
                          <p:val>
                            <p:strVal val="#ppt_y"/>
                          </p:val>
                        </p:tav>
                        <p:tav tm="100000">
                          <p:val>
                            <p:strVal val="#ppt_y"/>
                          </p:val>
                        </p:tav>
                      </p:tavLst>
                    </p:anim>
                  </p:childTnLst>
                </p:cTn>
              </p:par>
            </p:tnLst>
          </p:tmpl>
        </p:tmplLst>
      </p:bldP>
      <p:bldP spid="14" grpId="0" build="p">
        <p:tmplLst>
          <p:tmpl lvl="1">
            <p:tnLst>
              <p:par>
                <p:cTn presetID="2" presetClass="entr" presetSubtype="1" decel="100000" fill="hold" nodeType="withEffect">
                  <p:stCondLst>
                    <p:cond delay="25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ppt_x"/>
                          </p:val>
                        </p:tav>
                        <p:tav tm="100000">
                          <p:val>
                            <p:strVal val="#ppt_x"/>
                          </p:val>
                        </p:tav>
                      </p:tavLst>
                    </p:anim>
                    <p:anim calcmode="lin" valueType="num">
                      <p:cBhvr additive="base">
                        <p:cTn dur="500" fill="hold"/>
                        <p:tgtEl>
                          <p:spTgt spid="14"/>
                        </p:tgtEl>
                        <p:attrNameLst>
                          <p:attrName>ppt_y</p:attrName>
                        </p:attrNameLst>
                      </p:cBhvr>
                      <p:tavLst>
                        <p:tav tm="0">
                          <p:val>
                            <p:strVal val="0-#ppt_h/2"/>
                          </p:val>
                        </p:tav>
                        <p:tav tm="100000">
                          <p:val>
                            <p:strVal val="#ppt_y"/>
                          </p:val>
                        </p:tav>
                      </p:tavLst>
                    </p:anim>
                  </p:childTnLst>
                </p:cTn>
              </p:par>
            </p:tnLst>
          </p:tmpl>
        </p:tmplLst>
      </p:bldP>
      <p:bldP spid="15" grpId="0" build="p">
        <p:tmplLst>
          <p:tmpl lvl="1">
            <p:tnLst>
              <p:par>
                <p:cTn presetID="2" presetClass="entr" presetSubtype="2" decel="100000" fill="hold" nodeType="withEffect">
                  <p:stCondLst>
                    <p:cond delay="25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1+#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1" decel="100000" fill="hold" nodeType="withEffect">
                  <p:stCondLst>
                    <p:cond delay="25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0-#ppt_h/2"/>
                          </p:val>
                        </p:tav>
                        <p:tav tm="100000">
                          <p:val>
                            <p:strVal val="#ppt_y"/>
                          </p:val>
                        </p:tav>
                      </p:tavLst>
                    </p:anim>
                  </p:childTnLst>
                </p:cTn>
              </p:par>
            </p:tnLst>
          </p:tmpl>
        </p:tmplLst>
      </p:bldP>
      <p:bldP spid="21" grpId="0" build="p">
        <p:tmplLst>
          <p:tmpl lvl="1">
            <p:tnLst>
              <p:par>
                <p:cTn presetID="2" presetClass="entr" presetSubtype="2" decel="100000" fill="hold" nodeType="withEffect">
                  <p:stCondLst>
                    <p:cond delay="25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1" decel="100000" fill="hold" nodeType="with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0-#ppt_h/2"/>
                          </p:val>
                        </p:tav>
                        <p:tav tm="100000">
                          <p:val>
                            <p:strVal val="#ppt_y"/>
                          </p:val>
                        </p:tav>
                      </p:tavLst>
                    </p:anim>
                  </p:childTnLst>
                </p:cTn>
              </p:par>
            </p:tnLst>
          </p:tmpl>
        </p:tmplLst>
      </p:bldP>
      <p:bldP spid="25" grpId="0" build="p">
        <p:tmplLst>
          <p:tmpl lvl="1">
            <p:tnLst>
              <p:par>
                <p:cTn presetID="2" presetClass="entr" presetSubtype="2" decel="100000" fill="hold" nodeType="withEffect">
                  <p:stCondLst>
                    <p:cond delay="25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 presetClass="entr" presetSubtype="1" decel="100000" fill="hold" nodeType="with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0-#ppt_h/2"/>
                          </p:val>
                        </p:tav>
                        <p:tav tm="100000">
                          <p:val>
                            <p:strVal val="#ppt_y"/>
                          </p:val>
                        </p:tav>
                      </p:tavLst>
                    </p:anim>
                  </p:childTnLst>
                </p:cTn>
              </p:par>
            </p:tnLst>
          </p:tmpl>
        </p:tmplLst>
      </p:bldP>
      <p:bldP spid="27" grpId="0" build="p">
        <p:tmplLst>
          <p:tmpl lvl="1">
            <p:tnLst>
              <p:par>
                <p:cTn presetID="2" presetClass="entr" presetSubtype="2" decel="100000" fill="hold" nodeType="withEffect">
                  <p:stCondLst>
                    <p:cond delay="25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1+#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P spid="28" grpId="0" build="p">
        <p:tmplLst>
          <p:tmpl lvl="1">
            <p:tnLst>
              <p:par>
                <p:cTn presetID="2" presetClass="entr" presetSubtype="1" decel="100000" fill="hold" nodeType="withEffect">
                  <p:stCondLst>
                    <p:cond delay="25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0-#ppt_h/2"/>
                          </p:val>
                        </p:tav>
                        <p:tav tm="100000">
                          <p:val>
                            <p:strVal val="#ppt_y"/>
                          </p:val>
                        </p:tav>
                      </p:tavLst>
                    </p:anim>
                  </p:childTnLst>
                </p:cTn>
              </p:par>
            </p:tnLst>
          </p:tmpl>
        </p:tmplLst>
      </p:bldP>
      <p:bldP spid="29" grpId="0" build="p">
        <p:tmplLst>
          <p:tmpl lvl="1">
            <p:tnLst>
              <p:par>
                <p:cTn presetID="2" presetClass="entr" presetSubtype="2" decel="100000" fill="hold" nodeType="withEffect">
                  <p:stCondLst>
                    <p:cond delay="25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1+#ppt_w/2"/>
                          </p:val>
                        </p:tav>
                        <p:tav tm="100000">
                          <p:val>
                            <p:strVal val="#ppt_x"/>
                          </p:val>
                        </p:tav>
                      </p:tavLst>
                    </p:anim>
                    <p:anim calcmode="lin" valueType="num">
                      <p:cBhvr additive="base">
                        <p:cTn dur="500" fill="hold"/>
                        <p:tgtEl>
                          <p:spTgt spid="2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able of Contents - 4 Items">
    <p:spTree>
      <p:nvGrpSpPr>
        <p:cNvPr id="1" name=""/>
        <p:cNvGrpSpPr/>
        <p:nvPr/>
      </p:nvGrpSpPr>
      <p:grpSpPr>
        <a:xfrm>
          <a:off x="0" y="0"/>
          <a:ext cx="0" cy="0"/>
          <a:chOff x="0" y="0"/>
          <a:chExt cx="0" cy="0"/>
        </a:xfrm>
      </p:grpSpPr>
      <p:sp>
        <p:nvSpPr>
          <p:cNvPr id="30" name="正方形/長方形 29"/>
          <p:cNvSpPr/>
          <p:nvPr userDrawn="1"/>
        </p:nvSpPr>
        <p:spPr>
          <a:xfrm>
            <a:off x="0" y="0"/>
            <a:ext cx="8459130" cy="1028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835306" y="1173479"/>
            <a:ext cx="6723724" cy="8207948"/>
          </a:xfrm>
        </p:spPr>
        <p:txBody>
          <a:bodyPr>
            <a:normAutofit/>
          </a:bodyPr>
          <a:lstStyle>
            <a:lvl1pPr algn="ctr">
              <a:defRPr sz="9600">
                <a:solidFill>
                  <a:schemeClr val="bg1"/>
                </a:solidFill>
                <a:latin typeface="Route 159 UltraLight" pitchFamily="50" charset="0"/>
              </a:defRPr>
            </a:lvl1pPr>
          </a:lstStyle>
          <a:p>
            <a:r>
              <a:rPr kumimoji="1" lang="en-US" altLang="ja-JP" dirty="0"/>
              <a:t>Text</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円/楕円 4"/>
          <p:cNvSpPr/>
          <p:nvPr userDrawn="1"/>
        </p:nvSpPr>
        <p:spPr>
          <a:xfrm>
            <a:off x="8135094" y="1291377"/>
            <a:ext cx="648072" cy="648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7" name="円/楕円 6"/>
          <p:cNvSpPr/>
          <p:nvPr userDrawn="1"/>
        </p:nvSpPr>
        <p:spPr>
          <a:xfrm>
            <a:off x="8135094" y="3471417"/>
            <a:ext cx="648072" cy="6480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8" name="円/楕円 7"/>
          <p:cNvSpPr/>
          <p:nvPr userDrawn="1"/>
        </p:nvSpPr>
        <p:spPr>
          <a:xfrm>
            <a:off x="8135094" y="5651457"/>
            <a:ext cx="648072" cy="6480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9" name="円/楕円 8"/>
          <p:cNvSpPr/>
          <p:nvPr userDrawn="1"/>
        </p:nvSpPr>
        <p:spPr>
          <a:xfrm>
            <a:off x="8135094" y="7736247"/>
            <a:ext cx="648072" cy="64807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12" name="テキスト プレースホルダー 6"/>
          <p:cNvSpPr>
            <a:spLocks noGrp="1"/>
          </p:cNvSpPr>
          <p:nvPr>
            <p:ph type="body" sz="quarter" idx="15" hasCustomPrompt="1"/>
          </p:nvPr>
        </p:nvSpPr>
        <p:spPr>
          <a:xfrm>
            <a:off x="9000327" y="1039044"/>
            <a:ext cx="8279783" cy="936104"/>
          </a:xfrm>
        </p:spPr>
        <p:txBody>
          <a:bodyPr anchor="b">
            <a:norm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3" name="テキスト プレースホルダー 6"/>
          <p:cNvSpPr>
            <a:spLocks noGrp="1"/>
          </p:cNvSpPr>
          <p:nvPr>
            <p:ph type="body" sz="quarter" idx="16" hasCustomPrompt="1"/>
          </p:nvPr>
        </p:nvSpPr>
        <p:spPr>
          <a:xfrm>
            <a:off x="9000327" y="1778174"/>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19" hasCustomPrompt="1"/>
          </p:nvPr>
        </p:nvSpPr>
        <p:spPr>
          <a:xfrm>
            <a:off x="9000327" y="3182722"/>
            <a:ext cx="8279783" cy="936104"/>
          </a:xfrm>
        </p:spPr>
        <p:txBody>
          <a:bodyPr anchor="b">
            <a:norm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1" name="テキスト プレースホルダー 6"/>
          <p:cNvSpPr>
            <a:spLocks noGrp="1"/>
          </p:cNvSpPr>
          <p:nvPr>
            <p:ph type="body" sz="quarter" idx="20" hasCustomPrompt="1"/>
          </p:nvPr>
        </p:nvSpPr>
        <p:spPr>
          <a:xfrm>
            <a:off x="9000327" y="3940902"/>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1" hasCustomPrompt="1"/>
          </p:nvPr>
        </p:nvSpPr>
        <p:spPr>
          <a:xfrm>
            <a:off x="9000327" y="5345450"/>
            <a:ext cx="8279783" cy="936104"/>
          </a:xfrm>
        </p:spPr>
        <p:txBody>
          <a:bodyPr anchor="b">
            <a:norm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5" name="テキスト プレースホルダー 6"/>
          <p:cNvSpPr>
            <a:spLocks noGrp="1"/>
          </p:cNvSpPr>
          <p:nvPr>
            <p:ph type="body" sz="quarter" idx="22" hasCustomPrompt="1"/>
          </p:nvPr>
        </p:nvSpPr>
        <p:spPr>
          <a:xfrm>
            <a:off x="9000327" y="6084580"/>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3" hasCustomPrompt="1"/>
          </p:nvPr>
        </p:nvSpPr>
        <p:spPr>
          <a:xfrm>
            <a:off x="9000327" y="7470078"/>
            <a:ext cx="8279783" cy="936104"/>
          </a:xfrm>
        </p:spPr>
        <p:txBody>
          <a:bodyPr anchor="b">
            <a:normAutofit/>
          </a:bodyPr>
          <a:lstStyle>
            <a:lvl1pPr algn="l">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4" hasCustomPrompt="1"/>
          </p:nvPr>
        </p:nvSpPr>
        <p:spPr>
          <a:xfrm>
            <a:off x="9000327" y="8228258"/>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32"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216592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childTnLst>
                          </p:cTn>
                        </p:par>
                        <p:par>
                          <p:cTn id="8" fill="hold">
                            <p:stCondLst>
                              <p:cond delay="500"/>
                            </p:stCondLst>
                            <p:childTnLst>
                              <p:par>
                                <p:cTn id="9" presetID="2" presetClass="entr" presetSubtype="12" decel="100000" fill="hold" grpId="0" nodeType="afterEffect">
                                  <p:stCondLst>
                                    <p:cond delay="0"/>
                                  </p:stCondLst>
                                  <p:iterate type="wd">
                                    <p:tmPct val="10000"/>
                                  </p:iterate>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1" decel="100000" fill="hold" grpId="0" nodeType="afterEffect">
                                  <p:stCondLst>
                                    <p:cond delay="25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0-#ppt_h/2"/>
                                          </p:val>
                                        </p:tav>
                                        <p:tav tm="100000">
                                          <p:val>
                                            <p:strVal val="#ppt_y"/>
                                          </p:val>
                                        </p:tav>
                                      </p:tavLst>
                                    </p:anim>
                                  </p:childTnLst>
                                </p:cTn>
                              </p:par>
                              <p:par>
                                <p:cTn id="18" presetID="2" presetClass="entr" presetSubtype="1" decel="100000" fill="hold" grpId="0" nodeType="withEffect">
                                  <p:stCondLst>
                                    <p:cond delay="250"/>
                                  </p:stCondLst>
                                  <p:childTnLst>
                                    <p:set>
                                      <p:cBhvr>
                                        <p:cTn id="19" dur="1" fill="hold">
                                          <p:stCondLst>
                                            <p:cond delay="0"/>
                                          </p:stCondLst>
                                        </p:cTn>
                                        <p:tgtEl>
                                          <p:spTgt spid="12">
                                            <p:txEl>
                                              <p:pRg st="0" end="0"/>
                                            </p:txEl>
                                          </p:spTgt>
                                        </p:tgtEl>
                                        <p:attrNameLst>
                                          <p:attrName>style.visibility</p:attrName>
                                        </p:attrNameLst>
                                      </p:cBhvr>
                                      <p:to>
                                        <p:strVal val="visible"/>
                                      </p:to>
                                    </p:set>
                                    <p:anim calcmode="lin" valueType="num">
                                      <p:cBhvr additive="base">
                                        <p:cTn id="20"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2">
                                            <p:txEl>
                                              <p:pRg st="0" end="0"/>
                                            </p:txEl>
                                          </p:spTgt>
                                        </p:tgtEl>
                                        <p:attrNameLst>
                                          <p:attrName>ppt_y</p:attrName>
                                        </p:attrNameLst>
                                      </p:cBhvr>
                                      <p:tavLst>
                                        <p:tav tm="0">
                                          <p:val>
                                            <p:strVal val="0-#ppt_h/2"/>
                                          </p:val>
                                        </p:tav>
                                        <p:tav tm="100000">
                                          <p:val>
                                            <p:strVal val="#ppt_y"/>
                                          </p:val>
                                        </p:tav>
                                      </p:tavLst>
                                    </p:anim>
                                  </p:childTnLst>
                                </p:cTn>
                              </p:par>
                              <p:par>
                                <p:cTn id="22" presetID="2" presetClass="entr" presetSubtype="2" decel="100000" fill="hold" grpId="0" nodeType="withEffect">
                                  <p:stCondLst>
                                    <p:cond delay="250"/>
                                  </p:stCondLst>
                                  <p:childTnLst>
                                    <p:set>
                                      <p:cBhvr>
                                        <p:cTn id="23" dur="1" fill="hold">
                                          <p:stCondLst>
                                            <p:cond delay="0"/>
                                          </p:stCondLst>
                                        </p:cTn>
                                        <p:tgtEl>
                                          <p:spTgt spid="13">
                                            <p:txEl>
                                              <p:pRg st="0" end="0"/>
                                            </p:txEl>
                                          </p:spTgt>
                                        </p:tgtEl>
                                        <p:attrNameLst>
                                          <p:attrName>style.visibility</p:attrName>
                                        </p:attrNameLst>
                                      </p:cBhvr>
                                      <p:to>
                                        <p:strVal val="visible"/>
                                      </p:to>
                                    </p:set>
                                    <p:anim calcmode="lin" valueType="num">
                                      <p:cBhvr additive="base">
                                        <p:cTn id="24"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1750"/>
                            </p:stCondLst>
                            <p:childTnLst>
                              <p:par>
                                <p:cTn id="27" presetID="2" presetClass="entr" presetSubtype="1" decel="100000" fill="hold" grpId="0" nodeType="afterEffect">
                                  <p:stCondLst>
                                    <p:cond delay="25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250"/>
                                  </p:stCondLst>
                                  <p:childTnLst>
                                    <p:set>
                                      <p:cBhvr>
                                        <p:cTn id="32" dur="1" fill="hold">
                                          <p:stCondLst>
                                            <p:cond delay="0"/>
                                          </p:stCondLst>
                                        </p:cTn>
                                        <p:tgtEl>
                                          <p:spTgt spid="20">
                                            <p:txEl>
                                              <p:pRg st="0" end="0"/>
                                            </p:txEl>
                                          </p:spTgt>
                                        </p:tgtEl>
                                        <p:attrNameLst>
                                          <p:attrName>style.visibility</p:attrName>
                                        </p:attrNameLst>
                                      </p:cBhvr>
                                      <p:to>
                                        <p:strVal val="visible"/>
                                      </p:to>
                                    </p:set>
                                    <p:anim calcmode="lin" valueType="num">
                                      <p:cBhvr additive="base">
                                        <p:cTn id="33"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
                                            <p:txEl>
                                              <p:pRg st="0" end="0"/>
                                            </p:txEl>
                                          </p:spTgt>
                                        </p:tgtEl>
                                        <p:attrNameLst>
                                          <p:attrName>ppt_y</p:attrName>
                                        </p:attrNameLst>
                                      </p:cBhvr>
                                      <p:tavLst>
                                        <p:tav tm="0">
                                          <p:val>
                                            <p:strVal val="0-#ppt_h/2"/>
                                          </p:val>
                                        </p:tav>
                                        <p:tav tm="100000">
                                          <p:val>
                                            <p:strVal val="#ppt_y"/>
                                          </p:val>
                                        </p:tav>
                                      </p:tavLst>
                                    </p:anim>
                                  </p:childTnLst>
                                </p:cTn>
                              </p:par>
                              <p:par>
                                <p:cTn id="35" presetID="2" presetClass="entr" presetSubtype="2" decel="100000" fill="hold" grpId="0" nodeType="withEffect">
                                  <p:stCondLst>
                                    <p:cond delay="250"/>
                                  </p:stCondLst>
                                  <p:childTnLst>
                                    <p:set>
                                      <p:cBhvr>
                                        <p:cTn id="36" dur="1" fill="hold">
                                          <p:stCondLst>
                                            <p:cond delay="0"/>
                                          </p:stCondLst>
                                        </p:cTn>
                                        <p:tgtEl>
                                          <p:spTgt spid="21">
                                            <p:txEl>
                                              <p:pRg st="0" end="0"/>
                                            </p:txEl>
                                          </p:spTgt>
                                        </p:tgtEl>
                                        <p:attrNameLst>
                                          <p:attrName>style.visibility</p:attrName>
                                        </p:attrNameLst>
                                      </p:cBhvr>
                                      <p:to>
                                        <p:strVal val="visible"/>
                                      </p:to>
                                    </p:set>
                                    <p:anim calcmode="lin" valueType="num">
                                      <p:cBhvr additive="base">
                                        <p:cTn id="37"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39" fill="hold">
                            <p:stCondLst>
                              <p:cond delay="2500"/>
                            </p:stCondLst>
                            <p:childTnLst>
                              <p:par>
                                <p:cTn id="40" presetID="2" presetClass="entr" presetSubtype="1" decel="100000" fill="hold" grpId="0" nodeType="afterEffect">
                                  <p:stCondLst>
                                    <p:cond delay="25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0-#ppt_h/2"/>
                                          </p:val>
                                        </p:tav>
                                        <p:tav tm="100000">
                                          <p:val>
                                            <p:strVal val="#ppt_y"/>
                                          </p:val>
                                        </p:tav>
                                      </p:tavLst>
                                    </p:anim>
                                  </p:childTnLst>
                                </p:cTn>
                              </p:par>
                              <p:par>
                                <p:cTn id="44" presetID="2" presetClass="entr" presetSubtype="1" decel="100000" fill="hold" grpId="0" nodeType="withEffect">
                                  <p:stCondLst>
                                    <p:cond delay="250"/>
                                  </p:stCondLst>
                                  <p:childTnLst>
                                    <p:set>
                                      <p:cBhvr>
                                        <p:cTn id="45" dur="1" fill="hold">
                                          <p:stCondLst>
                                            <p:cond delay="0"/>
                                          </p:stCondLst>
                                        </p:cTn>
                                        <p:tgtEl>
                                          <p:spTgt spid="24">
                                            <p:txEl>
                                              <p:pRg st="0" end="0"/>
                                            </p:txEl>
                                          </p:spTgt>
                                        </p:tgtEl>
                                        <p:attrNameLst>
                                          <p:attrName>style.visibility</p:attrName>
                                        </p:attrNameLst>
                                      </p:cBhvr>
                                      <p:to>
                                        <p:strVal val="visible"/>
                                      </p:to>
                                    </p:set>
                                    <p:anim calcmode="lin" valueType="num">
                                      <p:cBhvr additive="base">
                                        <p:cTn id="46"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4">
                                            <p:txEl>
                                              <p:pRg st="0" end="0"/>
                                            </p:txEl>
                                          </p:spTgt>
                                        </p:tgtEl>
                                        <p:attrNameLst>
                                          <p:attrName>ppt_y</p:attrName>
                                        </p:attrNameLst>
                                      </p:cBhvr>
                                      <p:tavLst>
                                        <p:tav tm="0">
                                          <p:val>
                                            <p:strVal val="0-#ppt_h/2"/>
                                          </p:val>
                                        </p:tav>
                                        <p:tav tm="100000">
                                          <p:val>
                                            <p:strVal val="#ppt_y"/>
                                          </p:val>
                                        </p:tav>
                                      </p:tavLst>
                                    </p:anim>
                                  </p:childTnLst>
                                </p:cTn>
                              </p:par>
                              <p:par>
                                <p:cTn id="48" presetID="2" presetClass="entr" presetSubtype="2" decel="100000" fill="hold" grpId="0" nodeType="withEffect">
                                  <p:stCondLst>
                                    <p:cond delay="250"/>
                                  </p:stCondLst>
                                  <p:childTnLst>
                                    <p:set>
                                      <p:cBhvr>
                                        <p:cTn id="49" dur="1" fill="hold">
                                          <p:stCondLst>
                                            <p:cond delay="0"/>
                                          </p:stCondLst>
                                        </p:cTn>
                                        <p:tgtEl>
                                          <p:spTgt spid="25">
                                            <p:txEl>
                                              <p:pRg st="0" end="0"/>
                                            </p:txEl>
                                          </p:spTgt>
                                        </p:tgtEl>
                                        <p:attrNameLst>
                                          <p:attrName>style.visibility</p:attrName>
                                        </p:attrNameLst>
                                      </p:cBhvr>
                                      <p:to>
                                        <p:strVal val="visible"/>
                                      </p:to>
                                    </p:set>
                                    <p:anim calcmode="lin" valueType="num">
                                      <p:cBhvr additive="base">
                                        <p:cTn id="50"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par>
                          <p:cTn id="52" fill="hold">
                            <p:stCondLst>
                              <p:cond delay="3250"/>
                            </p:stCondLst>
                            <p:childTnLst>
                              <p:par>
                                <p:cTn id="53" presetID="2" presetClass="entr" presetSubtype="1" decel="100000" fill="hold" grpId="0" nodeType="afterEffect">
                                  <p:stCondLst>
                                    <p:cond delay="25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0-#ppt_h/2"/>
                                          </p:val>
                                        </p:tav>
                                        <p:tav tm="100000">
                                          <p:val>
                                            <p:strVal val="#ppt_y"/>
                                          </p:val>
                                        </p:tav>
                                      </p:tavLst>
                                    </p:anim>
                                  </p:childTnLst>
                                </p:cTn>
                              </p:par>
                              <p:par>
                                <p:cTn id="57" presetID="2" presetClass="entr" presetSubtype="1" decel="100000" fill="hold" grpId="0" nodeType="withEffect">
                                  <p:stCondLst>
                                    <p:cond delay="250"/>
                                  </p:stCondLst>
                                  <p:childTnLst>
                                    <p:set>
                                      <p:cBhvr>
                                        <p:cTn id="58" dur="1" fill="hold">
                                          <p:stCondLst>
                                            <p:cond delay="0"/>
                                          </p:stCondLst>
                                        </p:cTn>
                                        <p:tgtEl>
                                          <p:spTgt spid="26">
                                            <p:txEl>
                                              <p:pRg st="0" end="0"/>
                                            </p:txEl>
                                          </p:spTgt>
                                        </p:tgtEl>
                                        <p:attrNameLst>
                                          <p:attrName>style.visibility</p:attrName>
                                        </p:attrNameLst>
                                      </p:cBhvr>
                                      <p:to>
                                        <p:strVal val="visible"/>
                                      </p:to>
                                    </p:set>
                                    <p:anim calcmode="lin" valueType="num">
                                      <p:cBhvr additive="base">
                                        <p:cTn id="59"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6">
                                            <p:txEl>
                                              <p:pRg st="0" end="0"/>
                                            </p:txEl>
                                          </p:spTgt>
                                        </p:tgtEl>
                                        <p:attrNameLst>
                                          <p:attrName>ppt_y</p:attrName>
                                        </p:attrNameLst>
                                      </p:cBhvr>
                                      <p:tavLst>
                                        <p:tav tm="0">
                                          <p:val>
                                            <p:strVal val="0-#ppt_h/2"/>
                                          </p:val>
                                        </p:tav>
                                        <p:tav tm="100000">
                                          <p:val>
                                            <p:strVal val="#ppt_y"/>
                                          </p:val>
                                        </p:tav>
                                      </p:tavLst>
                                    </p:anim>
                                  </p:childTnLst>
                                </p:cTn>
                              </p:par>
                              <p:par>
                                <p:cTn id="61" presetID="2" presetClass="entr" presetSubtype="2" decel="100000" fill="hold" grpId="0" nodeType="withEffect">
                                  <p:stCondLst>
                                    <p:cond delay="250"/>
                                  </p:stCondLst>
                                  <p:childTnLst>
                                    <p:set>
                                      <p:cBhvr>
                                        <p:cTn id="62" dur="1" fill="hold">
                                          <p:stCondLst>
                                            <p:cond delay="0"/>
                                          </p:stCondLst>
                                        </p:cTn>
                                        <p:tgtEl>
                                          <p:spTgt spid="27">
                                            <p:txEl>
                                              <p:pRg st="0" end="0"/>
                                            </p:txEl>
                                          </p:spTgt>
                                        </p:tgtEl>
                                        <p:attrNameLst>
                                          <p:attrName>style.visibility</p:attrName>
                                        </p:attrNameLst>
                                      </p:cBhvr>
                                      <p:to>
                                        <p:strVal val="visible"/>
                                      </p:to>
                                    </p:set>
                                    <p:anim calcmode="lin" valueType="num">
                                      <p:cBhvr additive="base">
                                        <p:cTn id="63"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2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p:bldP spid="5" grpId="0" animBg="1"/>
      <p:bldP spid="7" grpId="0" animBg="1"/>
      <p:bldP spid="8" grpId="0" animBg="1"/>
      <p:bldP spid="9" grpId="0" animBg="1"/>
      <p:bldP spid="12" grpId="0" build="p">
        <p:tmplLst>
          <p:tmpl lvl="1">
            <p:tnLst>
              <p:par>
                <p:cTn presetID="2" presetClass="entr" presetSubtype="1" decel="100000" fill="hold" nodeType="withEffect">
                  <p:stCondLst>
                    <p:cond delay="2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ppt_x"/>
                          </p:val>
                        </p:tav>
                        <p:tav tm="100000">
                          <p:val>
                            <p:strVal val="#ppt_x"/>
                          </p:val>
                        </p:tav>
                      </p:tavLst>
                    </p:anim>
                    <p:anim calcmode="lin" valueType="num">
                      <p:cBhvr additive="base">
                        <p:cTn dur="500" fill="hold"/>
                        <p:tgtEl>
                          <p:spTgt spid="12"/>
                        </p:tgtEl>
                        <p:attrNameLst>
                          <p:attrName>ppt_y</p:attrName>
                        </p:attrNameLst>
                      </p:cBhvr>
                      <p:tavLst>
                        <p:tav tm="0">
                          <p:val>
                            <p:strVal val="0-#ppt_h/2"/>
                          </p:val>
                        </p:tav>
                        <p:tav tm="100000">
                          <p:val>
                            <p:strVal val="#ppt_y"/>
                          </p:val>
                        </p:tav>
                      </p:tavLst>
                    </p:anim>
                  </p:childTnLst>
                </p:cTn>
              </p:par>
            </p:tnLst>
          </p:tmpl>
        </p:tmplLst>
      </p:bldP>
      <p:bldP spid="13" grpId="0" build="p">
        <p:tmplLst>
          <p:tmpl lvl="1">
            <p:tnLst>
              <p:par>
                <p:cTn presetID="2" presetClass="entr" presetSubtype="2" decel="100000" fill="hold" nodeType="withEffect">
                  <p:stCondLst>
                    <p:cond delay="25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1+#ppt_w/2"/>
                          </p:val>
                        </p:tav>
                        <p:tav tm="100000">
                          <p:val>
                            <p:strVal val="#ppt_x"/>
                          </p:val>
                        </p:tav>
                      </p:tavLst>
                    </p:anim>
                    <p:anim calcmode="lin" valueType="num">
                      <p:cBhvr additive="base">
                        <p:cTn dur="500" fill="hold"/>
                        <p:tgtEl>
                          <p:spTgt spid="13"/>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1" decel="100000" fill="hold" nodeType="withEffect">
                  <p:stCondLst>
                    <p:cond delay="25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0-#ppt_h/2"/>
                          </p:val>
                        </p:tav>
                        <p:tav tm="100000">
                          <p:val>
                            <p:strVal val="#ppt_y"/>
                          </p:val>
                        </p:tav>
                      </p:tavLst>
                    </p:anim>
                  </p:childTnLst>
                </p:cTn>
              </p:par>
            </p:tnLst>
          </p:tmpl>
        </p:tmplLst>
      </p:bldP>
      <p:bldP spid="21" grpId="0" build="p">
        <p:tmplLst>
          <p:tmpl lvl="1">
            <p:tnLst>
              <p:par>
                <p:cTn presetID="2" presetClass="entr" presetSubtype="2" decel="100000" fill="hold" nodeType="withEffect">
                  <p:stCondLst>
                    <p:cond delay="25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1" decel="100000" fill="hold" nodeType="with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0-#ppt_h/2"/>
                          </p:val>
                        </p:tav>
                        <p:tav tm="100000">
                          <p:val>
                            <p:strVal val="#ppt_y"/>
                          </p:val>
                        </p:tav>
                      </p:tavLst>
                    </p:anim>
                  </p:childTnLst>
                </p:cTn>
              </p:par>
            </p:tnLst>
          </p:tmpl>
        </p:tmplLst>
      </p:bldP>
      <p:bldP spid="25" grpId="0" build="p">
        <p:tmplLst>
          <p:tmpl lvl="1">
            <p:tnLst>
              <p:par>
                <p:cTn presetID="2" presetClass="entr" presetSubtype="2" decel="100000" fill="hold" nodeType="withEffect">
                  <p:stCondLst>
                    <p:cond delay="25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 presetClass="entr" presetSubtype="1" decel="100000" fill="hold" nodeType="with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0-#ppt_h/2"/>
                          </p:val>
                        </p:tav>
                        <p:tav tm="100000">
                          <p:val>
                            <p:strVal val="#ppt_y"/>
                          </p:val>
                        </p:tav>
                      </p:tavLst>
                    </p:anim>
                  </p:childTnLst>
                </p:cTn>
              </p:par>
            </p:tnLst>
          </p:tmpl>
        </p:tmplLst>
      </p:bldP>
      <p:bldP spid="27" grpId="0" build="p">
        <p:tmplLst>
          <p:tmpl lvl="1">
            <p:tnLst>
              <p:par>
                <p:cTn presetID="2" presetClass="entr" presetSubtype="2" decel="100000" fill="hold" nodeType="withEffect">
                  <p:stCondLst>
                    <p:cond delay="25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1+#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able of Contents - 5 Items">
    <p:spTree>
      <p:nvGrpSpPr>
        <p:cNvPr id="1" name=""/>
        <p:cNvGrpSpPr/>
        <p:nvPr/>
      </p:nvGrpSpPr>
      <p:grpSpPr>
        <a:xfrm>
          <a:off x="0" y="0"/>
          <a:ext cx="0" cy="0"/>
          <a:chOff x="0" y="0"/>
          <a:chExt cx="0" cy="0"/>
        </a:xfrm>
      </p:grpSpPr>
      <p:sp>
        <p:nvSpPr>
          <p:cNvPr id="30" name="正方形/長方形 29"/>
          <p:cNvSpPr/>
          <p:nvPr userDrawn="1"/>
        </p:nvSpPr>
        <p:spPr>
          <a:xfrm>
            <a:off x="0" y="0"/>
            <a:ext cx="8459130" cy="1028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835306" y="1173479"/>
            <a:ext cx="6723724" cy="8207948"/>
          </a:xfrm>
        </p:spPr>
        <p:txBody>
          <a:bodyPr>
            <a:normAutofit/>
          </a:bodyPr>
          <a:lstStyle>
            <a:lvl1pPr algn="ctr">
              <a:defRPr sz="9600">
                <a:solidFill>
                  <a:schemeClr val="bg1"/>
                </a:solidFill>
                <a:latin typeface="Route 159 UltraLight" pitchFamily="50" charset="0"/>
              </a:defRPr>
            </a:lvl1pPr>
          </a:lstStyle>
          <a:p>
            <a:r>
              <a:rPr kumimoji="1" lang="en-US" altLang="ja-JP" dirty="0"/>
              <a:t>Text</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円/楕円 4"/>
          <p:cNvSpPr/>
          <p:nvPr userDrawn="1"/>
        </p:nvSpPr>
        <p:spPr>
          <a:xfrm>
            <a:off x="8135094" y="2190934"/>
            <a:ext cx="648072" cy="648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7" name="円/楕円 6"/>
          <p:cNvSpPr/>
          <p:nvPr userDrawn="1"/>
        </p:nvSpPr>
        <p:spPr>
          <a:xfrm>
            <a:off x="8135094" y="3551824"/>
            <a:ext cx="648072" cy="6480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8" name="円/楕円 7"/>
          <p:cNvSpPr/>
          <p:nvPr userDrawn="1"/>
        </p:nvSpPr>
        <p:spPr>
          <a:xfrm>
            <a:off x="8135094" y="4912714"/>
            <a:ext cx="648072" cy="6480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9" name="円/楕円 8"/>
          <p:cNvSpPr/>
          <p:nvPr userDrawn="1"/>
        </p:nvSpPr>
        <p:spPr>
          <a:xfrm>
            <a:off x="8135094" y="6273604"/>
            <a:ext cx="648072" cy="64807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10" name="円/楕円 9"/>
          <p:cNvSpPr/>
          <p:nvPr userDrawn="1"/>
        </p:nvSpPr>
        <p:spPr>
          <a:xfrm>
            <a:off x="8135094" y="7634494"/>
            <a:ext cx="648072" cy="6480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12" name="テキスト プレースホルダー 6"/>
          <p:cNvSpPr>
            <a:spLocks noGrp="1"/>
          </p:cNvSpPr>
          <p:nvPr>
            <p:ph type="body" sz="quarter" idx="15" hasCustomPrompt="1"/>
          </p:nvPr>
        </p:nvSpPr>
        <p:spPr>
          <a:xfrm>
            <a:off x="9000327" y="1938601"/>
            <a:ext cx="8279783" cy="936104"/>
          </a:xfrm>
        </p:spPr>
        <p:txBody>
          <a:bodyPr anchor="b">
            <a:norm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3" name="テキスト プレースホルダー 6"/>
          <p:cNvSpPr>
            <a:spLocks noGrp="1"/>
          </p:cNvSpPr>
          <p:nvPr>
            <p:ph type="body" sz="quarter" idx="16" hasCustomPrompt="1"/>
          </p:nvPr>
        </p:nvSpPr>
        <p:spPr>
          <a:xfrm>
            <a:off x="9000327" y="2658681"/>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19" hasCustomPrompt="1"/>
          </p:nvPr>
        </p:nvSpPr>
        <p:spPr>
          <a:xfrm>
            <a:off x="9000327" y="3301229"/>
            <a:ext cx="8279783" cy="936104"/>
          </a:xfrm>
        </p:spPr>
        <p:txBody>
          <a:bodyPr anchor="b">
            <a:norm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1" name="テキスト プレースホルダー 6"/>
          <p:cNvSpPr>
            <a:spLocks noGrp="1"/>
          </p:cNvSpPr>
          <p:nvPr>
            <p:ph type="body" sz="quarter" idx="20" hasCustomPrompt="1"/>
          </p:nvPr>
        </p:nvSpPr>
        <p:spPr>
          <a:xfrm>
            <a:off x="9000327" y="4021309"/>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1" hasCustomPrompt="1"/>
          </p:nvPr>
        </p:nvSpPr>
        <p:spPr>
          <a:xfrm>
            <a:off x="9000327" y="4663857"/>
            <a:ext cx="8279783" cy="936104"/>
          </a:xfrm>
        </p:spPr>
        <p:txBody>
          <a:bodyPr anchor="b">
            <a:norm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5" name="テキスト プレースホルダー 6"/>
          <p:cNvSpPr>
            <a:spLocks noGrp="1"/>
          </p:cNvSpPr>
          <p:nvPr>
            <p:ph type="body" sz="quarter" idx="22" hasCustomPrompt="1"/>
          </p:nvPr>
        </p:nvSpPr>
        <p:spPr>
          <a:xfrm>
            <a:off x="9000327" y="5383937"/>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3" hasCustomPrompt="1"/>
          </p:nvPr>
        </p:nvSpPr>
        <p:spPr>
          <a:xfrm>
            <a:off x="9000327" y="6026485"/>
            <a:ext cx="8279783" cy="936104"/>
          </a:xfrm>
        </p:spPr>
        <p:txBody>
          <a:bodyPr anchor="b">
            <a:normAutofit/>
          </a:bodyPr>
          <a:lstStyle>
            <a:lvl1pPr algn="l">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4" hasCustomPrompt="1"/>
          </p:nvPr>
        </p:nvSpPr>
        <p:spPr>
          <a:xfrm>
            <a:off x="9000327" y="6746565"/>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5" hasCustomPrompt="1"/>
          </p:nvPr>
        </p:nvSpPr>
        <p:spPr>
          <a:xfrm>
            <a:off x="9000327" y="7389113"/>
            <a:ext cx="8279783" cy="936104"/>
          </a:xfrm>
        </p:spPr>
        <p:txBody>
          <a:bodyPr anchor="b">
            <a:normAutofit/>
          </a:bodyPr>
          <a:lstStyle>
            <a:lvl1pPr algn="l">
              <a:defRPr sz="360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6" hasCustomPrompt="1"/>
          </p:nvPr>
        </p:nvSpPr>
        <p:spPr>
          <a:xfrm>
            <a:off x="9000327" y="8109193"/>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32"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4128820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childTnLst>
                          </p:cTn>
                        </p:par>
                        <p:par>
                          <p:cTn id="8" fill="hold">
                            <p:stCondLst>
                              <p:cond delay="500"/>
                            </p:stCondLst>
                            <p:childTnLst>
                              <p:par>
                                <p:cTn id="9" presetID="2" presetClass="entr" presetSubtype="12" decel="100000" fill="hold" grpId="0" nodeType="afterEffect">
                                  <p:stCondLst>
                                    <p:cond delay="0"/>
                                  </p:stCondLst>
                                  <p:iterate type="wd">
                                    <p:tmPct val="10000"/>
                                  </p:iterate>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1" decel="100000" fill="hold" grpId="0" nodeType="afterEffect">
                                  <p:stCondLst>
                                    <p:cond delay="25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0-#ppt_h/2"/>
                                          </p:val>
                                        </p:tav>
                                        <p:tav tm="100000">
                                          <p:val>
                                            <p:strVal val="#ppt_y"/>
                                          </p:val>
                                        </p:tav>
                                      </p:tavLst>
                                    </p:anim>
                                  </p:childTnLst>
                                </p:cTn>
                              </p:par>
                              <p:par>
                                <p:cTn id="18" presetID="2" presetClass="entr" presetSubtype="1" decel="100000" fill="hold" grpId="0" nodeType="withEffect">
                                  <p:stCondLst>
                                    <p:cond delay="250"/>
                                  </p:stCondLst>
                                  <p:childTnLst>
                                    <p:set>
                                      <p:cBhvr>
                                        <p:cTn id="19" dur="1" fill="hold">
                                          <p:stCondLst>
                                            <p:cond delay="0"/>
                                          </p:stCondLst>
                                        </p:cTn>
                                        <p:tgtEl>
                                          <p:spTgt spid="12">
                                            <p:txEl>
                                              <p:pRg st="0" end="0"/>
                                            </p:txEl>
                                          </p:spTgt>
                                        </p:tgtEl>
                                        <p:attrNameLst>
                                          <p:attrName>style.visibility</p:attrName>
                                        </p:attrNameLst>
                                      </p:cBhvr>
                                      <p:to>
                                        <p:strVal val="visible"/>
                                      </p:to>
                                    </p:set>
                                    <p:anim calcmode="lin" valueType="num">
                                      <p:cBhvr additive="base">
                                        <p:cTn id="20"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2">
                                            <p:txEl>
                                              <p:pRg st="0" end="0"/>
                                            </p:txEl>
                                          </p:spTgt>
                                        </p:tgtEl>
                                        <p:attrNameLst>
                                          <p:attrName>ppt_y</p:attrName>
                                        </p:attrNameLst>
                                      </p:cBhvr>
                                      <p:tavLst>
                                        <p:tav tm="0">
                                          <p:val>
                                            <p:strVal val="0-#ppt_h/2"/>
                                          </p:val>
                                        </p:tav>
                                        <p:tav tm="100000">
                                          <p:val>
                                            <p:strVal val="#ppt_y"/>
                                          </p:val>
                                        </p:tav>
                                      </p:tavLst>
                                    </p:anim>
                                  </p:childTnLst>
                                </p:cTn>
                              </p:par>
                              <p:par>
                                <p:cTn id="22" presetID="2" presetClass="entr" presetSubtype="2" decel="100000" fill="hold" grpId="0" nodeType="withEffect">
                                  <p:stCondLst>
                                    <p:cond delay="250"/>
                                  </p:stCondLst>
                                  <p:childTnLst>
                                    <p:set>
                                      <p:cBhvr>
                                        <p:cTn id="23" dur="1" fill="hold">
                                          <p:stCondLst>
                                            <p:cond delay="0"/>
                                          </p:stCondLst>
                                        </p:cTn>
                                        <p:tgtEl>
                                          <p:spTgt spid="13">
                                            <p:txEl>
                                              <p:pRg st="0" end="0"/>
                                            </p:txEl>
                                          </p:spTgt>
                                        </p:tgtEl>
                                        <p:attrNameLst>
                                          <p:attrName>style.visibility</p:attrName>
                                        </p:attrNameLst>
                                      </p:cBhvr>
                                      <p:to>
                                        <p:strVal val="visible"/>
                                      </p:to>
                                    </p:set>
                                    <p:anim calcmode="lin" valueType="num">
                                      <p:cBhvr additive="base">
                                        <p:cTn id="24"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1750"/>
                            </p:stCondLst>
                            <p:childTnLst>
                              <p:par>
                                <p:cTn id="27" presetID="2" presetClass="entr" presetSubtype="1" decel="100000" fill="hold" grpId="0" nodeType="afterEffect">
                                  <p:stCondLst>
                                    <p:cond delay="25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250"/>
                                  </p:stCondLst>
                                  <p:childTnLst>
                                    <p:set>
                                      <p:cBhvr>
                                        <p:cTn id="32" dur="1" fill="hold">
                                          <p:stCondLst>
                                            <p:cond delay="0"/>
                                          </p:stCondLst>
                                        </p:cTn>
                                        <p:tgtEl>
                                          <p:spTgt spid="20">
                                            <p:txEl>
                                              <p:pRg st="0" end="0"/>
                                            </p:txEl>
                                          </p:spTgt>
                                        </p:tgtEl>
                                        <p:attrNameLst>
                                          <p:attrName>style.visibility</p:attrName>
                                        </p:attrNameLst>
                                      </p:cBhvr>
                                      <p:to>
                                        <p:strVal val="visible"/>
                                      </p:to>
                                    </p:set>
                                    <p:anim calcmode="lin" valueType="num">
                                      <p:cBhvr additive="base">
                                        <p:cTn id="33"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
                                            <p:txEl>
                                              <p:pRg st="0" end="0"/>
                                            </p:txEl>
                                          </p:spTgt>
                                        </p:tgtEl>
                                        <p:attrNameLst>
                                          <p:attrName>ppt_y</p:attrName>
                                        </p:attrNameLst>
                                      </p:cBhvr>
                                      <p:tavLst>
                                        <p:tav tm="0">
                                          <p:val>
                                            <p:strVal val="0-#ppt_h/2"/>
                                          </p:val>
                                        </p:tav>
                                        <p:tav tm="100000">
                                          <p:val>
                                            <p:strVal val="#ppt_y"/>
                                          </p:val>
                                        </p:tav>
                                      </p:tavLst>
                                    </p:anim>
                                  </p:childTnLst>
                                </p:cTn>
                              </p:par>
                              <p:par>
                                <p:cTn id="35" presetID="2" presetClass="entr" presetSubtype="2" decel="100000" fill="hold" grpId="0" nodeType="withEffect">
                                  <p:stCondLst>
                                    <p:cond delay="250"/>
                                  </p:stCondLst>
                                  <p:childTnLst>
                                    <p:set>
                                      <p:cBhvr>
                                        <p:cTn id="36" dur="1" fill="hold">
                                          <p:stCondLst>
                                            <p:cond delay="0"/>
                                          </p:stCondLst>
                                        </p:cTn>
                                        <p:tgtEl>
                                          <p:spTgt spid="21">
                                            <p:txEl>
                                              <p:pRg st="0" end="0"/>
                                            </p:txEl>
                                          </p:spTgt>
                                        </p:tgtEl>
                                        <p:attrNameLst>
                                          <p:attrName>style.visibility</p:attrName>
                                        </p:attrNameLst>
                                      </p:cBhvr>
                                      <p:to>
                                        <p:strVal val="visible"/>
                                      </p:to>
                                    </p:set>
                                    <p:anim calcmode="lin" valueType="num">
                                      <p:cBhvr additive="base">
                                        <p:cTn id="37"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39" fill="hold">
                            <p:stCondLst>
                              <p:cond delay="2500"/>
                            </p:stCondLst>
                            <p:childTnLst>
                              <p:par>
                                <p:cTn id="40" presetID="2" presetClass="entr" presetSubtype="1" decel="100000" fill="hold" grpId="0" nodeType="afterEffect">
                                  <p:stCondLst>
                                    <p:cond delay="25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0-#ppt_h/2"/>
                                          </p:val>
                                        </p:tav>
                                        <p:tav tm="100000">
                                          <p:val>
                                            <p:strVal val="#ppt_y"/>
                                          </p:val>
                                        </p:tav>
                                      </p:tavLst>
                                    </p:anim>
                                  </p:childTnLst>
                                </p:cTn>
                              </p:par>
                              <p:par>
                                <p:cTn id="44" presetID="2" presetClass="entr" presetSubtype="1" decel="100000" fill="hold" grpId="0" nodeType="withEffect">
                                  <p:stCondLst>
                                    <p:cond delay="250"/>
                                  </p:stCondLst>
                                  <p:childTnLst>
                                    <p:set>
                                      <p:cBhvr>
                                        <p:cTn id="45" dur="1" fill="hold">
                                          <p:stCondLst>
                                            <p:cond delay="0"/>
                                          </p:stCondLst>
                                        </p:cTn>
                                        <p:tgtEl>
                                          <p:spTgt spid="24">
                                            <p:txEl>
                                              <p:pRg st="0" end="0"/>
                                            </p:txEl>
                                          </p:spTgt>
                                        </p:tgtEl>
                                        <p:attrNameLst>
                                          <p:attrName>style.visibility</p:attrName>
                                        </p:attrNameLst>
                                      </p:cBhvr>
                                      <p:to>
                                        <p:strVal val="visible"/>
                                      </p:to>
                                    </p:set>
                                    <p:anim calcmode="lin" valueType="num">
                                      <p:cBhvr additive="base">
                                        <p:cTn id="46"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4">
                                            <p:txEl>
                                              <p:pRg st="0" end="0"/>
                                            </p:txEl>
                                          </p:spTgt>
                                        </p:tgtEl>
                                        <p:attrNameLst>
                                          <p:attrName>ppt_y</p:attrName>
                                        </p:attrNameLst>
                                      </p:cBhvr>
                                      <p:tavLst>
                                        <p:tav tm="0">
                                          <p:val>
                                            <p:strVal val="0-#ppt_h/2"/>
                                          </p:val>
                                        </p:tav>
                                        <p:tav tm="100000">
                                          <p:val>
                                            <p:strVal val="#ppt_y"/>
                                          </p:val>
                                        </p:tav>
                                      </p:tavLst>
                                    </p:anim>
                                  </p:childTnLst>
                                </p:cTn>
                              </p:par>
                              <p:par>
                                <p:cTn id="48" presetID="2" presetClass="entr" presetSubtype="2" decel="100000" fill="hold" grpId="0" nodeType="withEffect">
                                  <p:stCondLst>
                                    <p:cond delay="250"/>
                                  </p:stCondLst>
                                  <p:childTnLst>
                                    <p:set>
                                      <p:cBhvr>
                                        <p:cTn id="49" dur="1" fill="hold">
                                          <p:stCondLst>
                                            <p:cond delay="0"/>
                                          </p:stCondLst>
                                        </p:cTn>
                                        <p:tgtEl>
                                          <p:spTgt spid="25">
                                            <p:txEl>
                                              <p:pRg st="0" end="0"/>
                                            </p:txEl>
                                          </p:spTgt>
                                        </p:tgtEl>
                                        <p:attrNameLst>
                                          <p:attrName>style.visibility</p:attrName>
                                        </p:attrNameLst>
                                      </p:cBhvr>
                                      <p:to>
                                        <p:strVal val="visible"/>
                                      </p:to>
                                    </p:set>
                                    <p:anim calcmode="lin" valueType="num">
                                      <p:cBhvr additive="base">
                                        <p:cTn id="50"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par>
                          <p:cTn id="52" fill="hold">
                            <p:stCondLst>
                              <p:cond delay="3250"/>
                            </p:stCondLst>
                            <p:childTnLst>
                              <p:par>
                                <p:cTn id="53" presetID="2" presetClass="entr" presetSubtype="1" decel="100000" fill="hold" grpId="0" nodeType="afterEffect">
                                  <p:stCondLst>
                                    <p:cond delay="25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0-#ppt_h/2"/>
                                          </p:val>
                                        </p:tav>
                                        <p:tav tm="100000">
                                          <p:val>
                                            <p:strVal val="#ppt_y"/>
                                          </p:val>
                                        </p:tav>
                                      </p:tavLst>
                                    </p:anim>
                                  </p:childTnLst>
                                </p:cTn>
                              </p:par>
                              <p:par>
                                <p:cTn id="57" presetID="2" presetClass="entr" presetSubtype="1" decel="100000" fill="hold" grpId="0" nodeType="withEffect">
                                  <p:stCondLst>
                                    <p:cond delay="250"/>
                                  </p:stCondLst>
                                  <p:childTnLst>
                                    <p:set>
                                      <p:cBhvr>
                                        <p:cTn id="58" dur="1" fill="hold">
                                          <p:stCondLst>
                                            <p:cond delay="0"/>
                                          </p:stCondLst>
                                        </p:cTn>
                                        <p:tgtEl>
                                          <p:spTgt spid="26">
                                            <p:txEl>
                                              <p:pRg st="0" end="0"/>
                                            </p:txEl>
                                          </p:spTgt>
                                        </p:tgtEl>
                                        <p:attrNameLst>
                                          <p:attrName>style.visibility</p:attrName>
                                        </p:attrNameLst>
                                      </p:cBhvr>
                                      <p:to>
                                        <p:strVal val="visible"/>
                                      </p:to>
                                    </p:set>
                                    <p:anim calcmode="lin" valueType="num">
                                      <p:cBhvr additive="base">
                                        <p:cTn id="59"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6">
                                            <p:txEl>
                                              <p:pRg st="0" end="0"/>
                                            </p:txEl>
                                          </p:spTgt>
                                        </p:tgtEl>
                                        <p:attrNameLst>
                                          <p:attrName>ppt_y</p:attrName>
                                        </p:attrNameLst>
                                      </p:cBhvr>
                                      <p:tavLst>
                                        <p:tav tm="0">
                                          <p:val>
                                            <p:strVal val="0-#ppt_h/2"/>
                                          </p:val>
                                        </p:tav>
                                        <p:tav tm="100000">
                                          <p:val>
                                            <p:strVal val="#ppt_y"/>
                                          </p:val>
                                        </p:tav>
                                      </p:tavLst>
                                    </p:anim>
                                  </p:childTnLst>
                                </p:cTn>
                              </p:par>
                              <p:par>
                                <p:cTn id="61" presetID="2" presetClass="entr" presetSubtype="2" decel="100000" fill="hold" grpId="0" nodeType="withEffect">
                                  <p:stCondLst>
                                    <p:cond delay="250"/>
                                  </p:stCondLst>
                                  <p:childTnLst>
                                    <p:set>
                                      <p:cBhvr>
                                        <p:cTn id="62" dur="1" fill="hold">
                                          <p:stCondLst>
                                            <p:cond delay="0"/>
                                          </p:stCondLst>
                                        </p:cTn>
                                        <p:tgtEl>
                                          <p:spTgt spid="27">
                                            <p:txEl>
                                              <p:pRg st="0" end="0"/>
                                            </p:txEl>
                                          </p:spTgt>
                                        </p:tgtEl>
                                        <p:attrNameLst>
                                          <p:attrName>style.visibility</p:attrName>
                                        </p:attrNameLst>
                                      </p:cBhvr>
                                      <p:to>
                                        <p:strVal val="visible"/>
                                      </p:to>
                                    </p:set>
                                    <p:anim calcmode="lin" valueType="num">
                                      <p:cBhvr additive="base">
                                        <p:cTn id="63"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27">
                                            <p:txEl>
                                              <p:pRg st="0" end="0"/>
                                            </p:txEl>
                                          </p:spTgt>
                                        </p:tgtEl>
                                        <p:attrNameLst>
                                          <p:attrName>ppt_y</p:attrName>
                                        </p:attrNameLst>
                                      </p:cBhvr>
                                      <p:tavLst>
                                        <p:tav tm="0">
                                          <p:val>
                                            <p:strVal val="#ppt_y"/>
                                          </p:val>
                                        </p:tav>
                                        <p:tav tm="100000">
                                          <p:val>
                                            <p:strVal val="#ppt_y"/>
                                          </p:val>
                                        </p:tav>
                                      </p:tavLst>
                                    </p:anim>
                                  </p:childTnLst>
                                </p:cTn>
                              </p:par>
                            </p:childTnLst>
                          </p:cTn>
                        </p:par>
                        <p:par>
                          <p:cTn id="65" fill="hold">
                            <p:stCondLst>
                              <p:cond delay="4000"/>
                            </p:stCondLst>
                            <p:childTnLst>
                              <p:par>
                                <p:cTn id="66" presetID="2" presetClass="entr" presetSubtype="1" decel="100000" fill="hold" grpId="0" nodeType="afterEffect">
                                  <p:stCondLst>
                                    <p:cond delay="250"/>
                                  </p:stCondLst>
                                  <p:childTnLst>
                                    <p:set>
                                      <p:cBhvr>
                                        <p:cTn id="67" dur="1" fill="hold">
                                          <p:stCondLst>
                                            <p:cond delay="0"/>
                                          </p:stCondLst>
                                        </p:cTn>
                                        <p:tgtEl>
                                          <p:spTgt spid="10"/>
                                        </p:tgtEl>
                                        <p:attrNameLst>
                                          <p:attrName>style.visibility</p:attrName>
                                        </p:attrNameLst>
                                      </p:cBhvr>
                                      <p:to>
                                        <p:strVal val="visible"/>
                                      </p:to>
                                    </p:set>
                                    <p:anim calcmode="lin" valueType="num">
                                      <p:cBhvr additive="base">
                                        <p:cTn id="68" dur="500" fill="hold"/>
                                        <p:tgtEl>
                                          <p:spTgt spid="10"/>
                                        </p:tgtEl>
                                        <p:attrNameLst>
                                          <p:attrName>ppt_x</p:attrName>
                                        </p:attrNameLst>
                                      </p:cBhvr>
                                      <p:tavLst>
                                        <p:tav tm="0">
                                          <p:val>
                                            <p:strVal val="#ppt_x"/>
                                          </p:val>
                                        </p:tav>
                                        <p:tav tm="100000">
                                          <p:val>
                                            <p:strVal val="#ppt_x"/>
                                          </p:val>
                                        </p:tav>
                                      </p:tavLst>
                                    </p:anim>
                                    <p:anim calcmode="lin" valueType="num">
                                      <p:cBhvr additive="base">
                                        <p:cTn id="69" dur="500" fill="hold"/>
                                        <p:tgtEl>
                                          <p:spTgt spid="10"/>
                                        </p:tgtEl>
                                        <p:attrNameLst>
                                          <p:attrName>ppt_y</p:attrName>
                                        </p:attrNameLst>
                                      </p:cBhvr>
                                      <p:tavLst>
                                        <p:tav tm="0">
                                          <p:val>
                                            <p:strVal val="0-#ppt_h/2"/>
                                          </p:val>
                                        </p:tav>
                                        <p:tav tm="100000">
                                          <p:val>
                                            <p:strVal val="#ppt_y"/>
                                          </p:val>
                                        </p:tav>
                                      </p:tavLst>
                                    </p:anim>
                                  </p:childTnLst>
                                </p:cTn>
                              </p:par>
                              <p:par>
                                <p:cTn id="70" presetID="2" presetClass="entr" presetSubtype="1" decel="100000" fill="hold" grpId="0" nodeType="withEffect">
                                  <p:stCondLst>
                                    <p:cond delay="250"/>
                                  </p:stCondLst>
                                  <p:childTnLst>
                                    <p:set>
                                      <p:cBhvr>
                                        <p:cTn id="71" dur="1" fill="hold">
                                          <p:stCondLst>
                                            <p:cond delay="0"/>
                                          </p:stCondLst>
                                        </p:cTn>
                                        <p:tgtEl>
                                          <p:spTgt spid="28">
                                            <p:txEl>
                                              <p:pRg st="0" end="0"/>
                                            </p:txEl>
                                          </p:spTgt>
                                        </p:tgtEl>
                                        <p:attrNameLst>
                                          <p:attrName>style.visibility</p:attrName>
                                        </p:attrNameLst>
                                      </p:cBhvr>
                                      <p:to>
                                        <p:strVal val="visible"/>
                                      </p:to>
                                    </p:set>
                                    <p:anim calcmode="lin" valueType="num">
                                      <p:cBhvr additive="base">
                                        <p:cTn id="72"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28">
                                            <p:txEl>
                                              <p:pRg st="0" end="0"/>
                                            </p:txEl>
                                          </p:spTgt>
                                        </p:tgtEl>
                                        <p:attrNameLst>
                                          <p:attrName>ppt_y</p:attrName>
                                        </p:attrNameLst>
                                      </p:cBhvr>
                                      <p:tavLst>
                                        <p:tav tm="0">
                                          <p:val>
                                            <p:strVal val="0-#ppt_h/2"/>
                                          </p:val>
                                        </p:tav>
                                        <p:tav tm="100000">
                                          <p:val>
                                            <p:strVal val="#ppt_y"/>
                                          </p:val>
                                        </p:tav>
                                      </p:tavLst>
                                    </p:anim>
                                  </p:childTnLst>
                                </p:cTn>
                              </p:par>
                              <p:par>
                                <p:cTn id="74" presetID="2" presetClass="entr" presetSubtype="2" decel="100000" fill="hold" grpId="0" nodeType="withEffect">
                                  <p:stCondLst>
                                    <p:cond delay="250"/>
                                  </p:stCondLst>
                                  <p:childTnLst>
                                    <p:set>
                                      <p:cBhvr>
                                        <p:cTn id="75" dur="1" fill="hold">
                                          <p:stCondLst>
                                            <p:cond delay="0"/>
                                          </p:stCondLst>
                                        </p:cTn>
                                        <p:tgtEl>
                                          <p:spTgt spid="29">
                                            <p:txEl>
                                              <p:pRg st="0" end="0"/>
                                            </p:txEl>
                                          </p:spTgt>
                                        </p:tgtEl>
                                        <p:attrNameLst>
                                          <p:attrName>style.visibility</p:attrName>
                                        </p:attrNameLst>
                                      </p:cBhvr>
                                      <p:to>
                                        <p:strVal val="visible"/>
                                      </p:to>
                                    </p:set>
                                    <p:anim calcmode="lin" valueType="num">
                                      <p:cBhvr additive="base">
                                        <p:cTn id="76"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77" dur="500" fill="hold"/>
                                        <p:tgtEl>
                                          <p:spTgt spid="2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p:bldP spid="5" grpId="0" animBg="1"/>
      <p:bldP spid="7" grpId="0" animBg="1"/>
      <p:bldP spid="8" grpId="0" animBg="1"/>
      <p:bldP spid="9" grpId="0" animBg="1"/>
      <p:bldP spid="10" grpId="0" animBg="1"/>
      <p:bldP spid="12" grpId="0" build="p">
        <p:tmplLst>
          <p:tmpl lvl="1">
            <p:tnLst>
              <p:par>
                <p:cTn presetID="2" presetClass="entr" presetSubtype="1" decel="100000" fill="hold" nodeType="withEffect">
                  <p:stCondLst>
                    <p:cond delay="2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ppt_x"/>
                          </p:val>
                        </p:tav>
                        <p:tav tm="100000">
                          <p:val>
                            <p:strVal val="#ppt_x"/>
                          </p:val>
                        </p:tav>
                      </p:tavLst>
                    </p:anim>
                    <p:anim calcmode="lin" valueType="num">
                      <p:cBhvr additive="base">
                        <p:cTn dur="500" fill="hold"/>
                        <p:tgtEl>
                          <p:spTgt spid="12"/>
                        </p:tgtEl>
                        <p:attrNameLst>
                          <p:attrName>ppt_y</p:attrName>
                        </p:attrNameLst>
                      </p:cBhvr>
                      <p:tavLst>
                        <p:tav tm="0">
                          <p:val>
                            <p:strVal val="0-#ppt_h/2"/>
                          </p:val>
                        </p:tav>
                        <p:tav tm="100000">
                          <p:val>
                            <p:strVal val="#ppt_y"/>
                          </p:val>
                        </p:tav>
                      </p:tavLst>
                    </p:anim>
                  </p:childTnLst>
                </p:cTn>
              </p:par>
            </p:tnLst>
          </p:tmpl>
        </p:tmplLst>
      </p:bldP>
      <p:bldP spid="13" grpId="0" build="p">
        <p:tmplLst>
          <p:tmpl lvl="1">
            <p:tnLst>
              <p:par>
                <p:cTn presetID="2" presetClass="entr" presetSubtype="2" decel="100000" fill="hold" nodeType="withEffect">
                  <p:stCondLst>
                    <p:cond delay="25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1+#ppt_w/2"/>
                          </p:val>
                        </p:tav>
                        <p:tav tm="100000">
                          <p:val>
                            <p:strVal val="#ppt_x"/>
                          </p:val>
                        </p:tav>
                      </p:tavLst>
                    </p:anim>
                    <p:anim calcmode="lin" valueType="num">
                      <p:cBhvr additive="base">
                        <p:cTn dur="500" fill="hold"/>
                        <p:tgtEl>
                          <p:spTgt spid="13"/>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1" decel="100000" fill="hold" nodeType="withEffect">
                  <p:stCondLst>
                    <p:cond delay="25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0-#ppt_h/2"/>
                          </p:val>
                        </p:tav>
                        <p:tav tm="100000">
                          <p:val>
                            <p:strVal val="#ppt_y"/>
                          </p:val>
                        </p:tav>
                      </p:tavLst>
                    </p:anim>
                  </p:childTnLst>
                </p:cTn>
              </p:par>
            </p:tnLst>
          </p:tmpl>
        </p:tmplLst>
      </p:bldP>
      <p:bldP spid="21" grpId="0" build="p">
        <p:tmplLst>
          <p:tmpl lvl="1">
            <p:tnLst>
              <p:par>
                <p:cTn presetID="2" presetClass="entr" presetSubtype="2" decel="100000" fill="hold" nodeType="withEffect">
                  <p:stCondLst>
                    <p:cond delay="25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1" decel="100000" fill="hold" nodeType="with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0-#ppt_h/2"/>
                          </p:val>
                        </p:tav>
                        <p:tav tm="100000">
                          <p:val>
                            <p:strVal val="#ppt_y"/>
                          </p:val>
                        </p:tav>
                      </p:tavLst>
                    </p:anim>
                  </p:childTnLst>
                </p:cTn>
              </p:par>
            </p:tnLst>
          </p:tmpl>
        </p:tmplLst>
      </p:bldP>
      <p:bldP spid="25" grpId="0" build="p">
        <p:tmplLst>
          <p:tmpl lvl="1">
            <p:tnLst>
              <p:par>
                <p:cTn presetID="2" presetClass="entr" presetSubtype="2" decel="100000" fill="hold" nodeType="withEffect">
                  <p:stCondLst>
                    <p:cond delay="25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 presetClass="entr" presetSubtype="1" decel="100000" fill="hold" nodeType="with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0-#ppt_h/2"/>
                          </p:val>
                        </p:tav>
                        <p:tav tm="100000">
                          <p:val>
                            <p:strVal val="#ppt_y"/>
                          </p:val>
                        </p:tav>
                      </p:tavLst>
                    </p:anim>
                  </p:childTnLst>
                </p:cTn>
              </p:par>
            </p:tnLst>
          </p:tmpl>
        </p:tmplLst>
      </p:bldP>
      <p:bldP spid="27" grpId="0" build="p">
        <p:tmplLst>
          <p:tmpl lvl="1">
            <p:tnLst>
              <p:par>
                <p:cTn presetID="2" presetClass="entr" presetSubtype="2" decel="100000" fill="hold" nodeType="withEffect">
                  <p:stCondLst>
                    <p:cond delay="25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1+#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P spid="28" grpId="0" build="p">
        <p:tmplLst>
          <p:tmpl lvl="1">
            <p:tnLst>
              <p:par>
                <p:cTn presetID="2" presetClass="entr" presetSubtype="1" decel="100000" fill="hold" nodeType="withEffect">
                  <p:stCondLst>
                    <p:cond delay="25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0-#ppt_h/2"/>
                          </p:val>
                        </p:tav>
                        <p:tav tm="100000">
                          <p:val>
                            <p:strVal val="#ppt_y"/>
                          </p:val>
                        </p:tav>
                      </p:tavLst>
                    </p:anim>
                  </p:childTnLst>
                </p:cTn>
              </p:par>
            </p:tnLst>
          </p:tmpl>
        </p:tmplLst>
      </p:bldP>
      <p:bldP spid="29" grpId="0" build="p">
        <p:tmplLst>
          <p:tmpl lvl="1">
            <p:tnLst>
              <p:par>
                <p:cTn presetID="2" presetClass="entr" presetSubtype="2" decel="100000" fill="hold" nodeType="withEffect">
                  <p:stCondLst>
                    <p:cond delay="25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1+#ppt_w/2"/>
                          </p:val>
                        </p:tav>
                        <p:tav tm="100000">
                          <p:val>
                            <p:strVal val="#ppt_x"/>
                          </p:val>
                        </p:tav>
                      </p:tavLst>
                    </p:anim>
                    <p:anim calcmode="lin" valueType="num">
                      <p:cBhvr additive="base">
                        <p:cTn dur="500" fill="hold"/>
                        <p:tgtEl>
                          <p:spTgt spid="2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正方形/長方形 4"/>
          <p:cNvSpPr/>
          <p:nvPr userDrawn="1"/>
        </p:nvSpPr>
        <p:spPr>
          <a:xfrm>
            <a:off x="-1" y="0"/>
            <a:ext cx="18286413" cy="3343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p:cNvSpPr>
            <a:spLocks noGrp="1"/>
          </p:cNvSpPr>
          <p:nvPr>
            <p:ph type="title" hasCustomPrompt="1"/>
          </p:nvPr>
        </p:nvSpPr>
        <p:spPr>
          <a:xfrm>
            <a:off x="884800" y="928167"/>
            <a:ext cx="16516812" cy="1702991"/>
          </a:xfrm>
        </p:spPr>
        <p:txBody>
          <a:bodyPr>
            <a:normAutofit/>
          </a:bodyPr>
          <a:lstStyle>
            <a:lvl1pPr algn="ctr">
              <a:defRPr sz="9600">
                <a:solidFill>
                  <a:schemeClr val="bg1"/>
                </a:solidFill>
                <a:latin typeface="Route 159 UltraLight" pitchFamily="50" charset="0"/>
              </a:defRPr>
            </a:lvl1pPr>
          </a:lstStyle>
          <a:p>
            <a:r>
              <a:rPr kumimoji="1" lang="en-US" altLang="ja-JP" dirty="0"/>
              <a:t>Text</a:t>
            </a:r>
            <a:endParaRPr kumimoji="1" lang="ja-JP" altLang="en-US" dirty="0"/>
          </a:p>
        </p:txBody>
      </p:sp>
      <p:sp>
        <p:nvSpPr>
          <p:cNvPr id="7" name="円/楕円 6"/>
          <p:cNvSpPr/>
          <p:nvPr userDrawn="1"/>
        </p:nvSpPr>
        <p:spPr>
          <a:xfrm>
            <a:off x="712297" y="4279404"/>
            <a:ext cx="3672408" cy="3672408"/>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7"/>
          <p:cNvSpPr/>
          <p:nvPr userDrawn="1"/>
        </p:nvSpPr>
        <p:spPr>
          <a:xfrm>
            <a:off x="3687664" y="4393537"/>
            <a:ext cx="886695" cy="88669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9" name="テキスト プレースホルダー 6"/>
          <p:cNvSpPr>
            <a:spLocks noGrp="1"/>
          </p:cNvSpPr>
          <p:nvPr>
            <p:ph type="body" sz="quarter" idx="15" hasCustomPrompt="1"/>
          </p:nvPr>
        </p:nvSpPr>
        <p:spPr>
          <a:xfrm>
            <a:off x="819175" y="5439916"/>
            <a:ext cx="3458653" cy="936104"/>
          </a:xfrm>
        </p:spPr>
        <p:txBody>
          <a:bodyPr anchor="b">
            <a:normAutofit/>
          </a:bodyPr>
          <a:lstStyle>
            <a:lvl1pPr algn="ctr">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0" name="テキスト プレースホルダー 6"/>
          <p:cNvSpPr>
            <a:spLocks noGrp="1"/>
          </p:cNvSpPr>
          <p:nvPr>
            <p:ph type="body" sz="quarter" idx="16" hasCustomPrompt="1"/>
          </p:nvPr>
        </p:nvSpPr>
        <p:spPr>
          <a:xfrm>
            <a:off x="819175" y="6159996"/>
            <a:ext cx="3458653" cy="603684"/>
          </a:xfrm>
        </p:spPr>
        <p:txBody>
          <a:bodyPr anchor="t">
            <a:normAutofit/>
          </a:bodyPr>
          <a:lstStyle>
            <a:lvl1pPr algn="ctr">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11" name="山形 10"/>
          <p:cNvSpPr/>
          <p:nvPr userDrawn="1"/>
        </p:nvSpPr>
        <p:spPr>
          <a:xfrm>
            <a:off x="4534694" y="5913394"/>
            <a:ext cx="360040" cy="404428"/>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円/楕円 11"/>
          <p:cNvSpPr/>
          <p:nvPr userDrawn="1"/>
        </p:nvSpPr>
        <p:spPr>
          <a:xfrm>
            <a:off x="5038750" y="4279404"/>
            <a:ext cx="3672408" cy="3672408"/>
          </a:xfrm>
          <a:prstGeom prst="ellipse">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userDrawn="1"/>
        </p:nvSpPr>
        <p:spPr>
          <a:xfrm>
            <a:off x="8014117" y="4393537"/>
            <a:ext cx="886695" cy="886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14" name="テキスト プレースホルダー 6"/>
          <p:cNvSpPr>
            <a:spLocks noGrp="1"/>
          </p:cNvSpPr>
          <p:nvPr>
            <p:ph type="body" sz="quarter" idx="17" hasCustomPrompt="1"/>
          </p:nvPr>
        </p:nvSpPr>
        <p:spPr>
          <a:xfrm>
            <a:off x="5145628" y="5439916"/>
            <a:ext cx="3458653" cy="936104"/>
          </a:xfrm>
        </p:spPr>
        <p:txBody>
          <a:bodyPr anchor="b">
            <a:normAutofit/>
          </a:bodyPr>
          <a:lstStyle>
            <a:lvl1pPr algn="ctr">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5" name="テキスト プレースホルダー 6"/>
          <p:cNvSpPr>
            <a:spLocks noGrp="1"/>
          </p:cNvSpPr>
          <p:nvPr>
            <p:ph type="body" sz="quarter" idx="18" hasCustomPrompt="1"/>
          </p:nvPr>
        </p:nvSpPr>
        <p:spPr>
          <a:xfrm>
            <a:off x="5145628" y="6159996"/>
            <a:ext cx="3458653" cy="603684"/>
          </a:xfrm>
        </p:spPr>
        <p:txBody>
          <a:bodyPr anchor="t">
            <a:normAutofit/>
          </a:bodyPr>
          <a:lstStyle>
            <a:lvl1pPr algn="ctr">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16" name="山形 15"/>
          <p:cNvSpPr/>
          <p:nvPr userDrawn="1"/>
        </p:nvSpPr>
        <p:spPr>
          <a:xfrm>
            <a:off x="8855174" y="5913394"/>
            <a:ext cx="360040" cy="404428"/>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円/楕円 16"/>
          <p:cNvSpPr/>
          <p:nvPr userDrawn="1"/>
        </p:nvSpPr>
        <p:spPr>
          <a:xfrm>
            <a:off x="9359230" y="4279404"/>
            <a:ext cx="3672408" cy="3672408"/>
          </a:xfrm>
          <a:prstGeom prst="ellipse">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12334597" y="4393537"/>
            <a:ext cx="886695" cy="8866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19" name="テキスト プレースホルダー 6"/>
          <p:cNvSpPr>
            <a:spLocks noGrp="1"/>
          </p:cNvSpPr>
          <p:nvPr>
            <p:ph type="body" sz="quarter" idx="19" hasCustomPrompt="1"/>
          </p:nvPr>
        </p:nvSpPr>
        <p:spPr>
          <a:xfrm>
            <a:off x="9466108" y="5439916"/>
            <a:ext cx="3458653" cy="936104"/>
          </a:xfrm>
        </p:spPr>
        <p:txBody>
          <a:bodyPr anchor="b">
            <a:normAutofit/>
          </a:bodyPr>
          <a:lstStyle>
            <a:lvl1pPr algn="ctr">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20" hasCustomPrompt="1"/>
          </p:nvPr>
        </p:nvSpPr>
        <p:spPr>
          <a:xfrm>
            <a:off x="9466108" y="6159996"/>
            <a:ext cx="3458653" cy="603684"/>
          </a:xfrm>
        </p:spPr>
        <p:txBody>
          <a:bodyPr anchor="t">
            <a:normAutofit/>
          </a:bodyPr>
          <a:lstStyle>
            <a:lvl1pPr algn="ctr">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1" name="山形 20"/>
          <p:cNvSpPr/>
          <p:nvPr userDrawn="1"/>
        </p:nvSpPr>
        <p:spPr>
          <a:xfrm>
            <a:off x="13181627" y="5913394"/>
            <a:ext cx="360040" cy="404428"/>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円/楕円 21"/>
          <p:cNvSpPr/>
          <p:nvPr userDrawn="1"/>
        </p:nvSpPr>
        <p:spPr>
          <a:xfrm>
            <a:off x="13685683" y="4279404"/>
            <a:ext cx="3672408" cy="3672408"/>
          </a:xfrm>
          <a:prstGeom prst="ellipse">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p:cNvSpPr/>
          <p:nvPr userDrawn="1"/>
        </p:nvSpPr>
        <p:spPr>
          <a:xfrm>
            <a:off x="16661050" y="4393537"/>
            <a:ext cx="886695" cy="8866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24" name="テキスト プレースホルダー 6"/>
          <p:cNvSpPr>
            <a:spLocks noGrp="1"/>
          </p:cNvSpPr>
          <p:nvPr>
            <p:ph type="body" sz="quarter" idx="21" hasCustomPrompt="1"/>
          </p:nvPr>
        </p:nvSpPr>
        <p:spPr>
          <a:xfrm>
            <a:off x="13792561" y="5439916"/>
            <a:ext cx="3458653" cy="936104"/>
          </a:xfrm>
        </p:spPr>
        <p:txBody>
          <a:bodyPr anchor="b">
            <a:normAutofit/>
          </a:bodyPr>
          <a:lstStyle>
            <a:lvl1pPr algn="ctr">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25" name="テキスト プレースホルダー 6"/>
          <p:cNvSpPr>
            <a:spLocks noGrp="1"/>
          </p:cNvSpPr>
          <p:nvPr>
            <p:ph type="body" sz="quarter" idx="22" hasCustomPrompt="1"/>
          </p:nvPr>
        </p:nvSpPr>
        <p:spPr>
          <a:xfrm>
            <a:off x="13792561" y="6159996"/>
            <a:ext cx="3458653" cy="603684"/>
          </a:xfrm>
        </p:spPr>
        <p:txBody>
          <a:bodyPr anchor="t">
            <a:normAutofit/>
          </a:bodyPr>
          <a:lstStyle>
            <a:lvl1pPr algn="ctr">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6"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244935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8" decel="100000" fill="hold" grpId="0" nodeType="afterEffect">
                                  <p:stCondLst>
                                    <p:cond delay="100"/>
                                  </p:stCondLst>
                                  <p:childTnLst>
                                    <p:set>
                                      <p:cBhvr>
                                        <p:cTn id="15" dur="1" fill="hold">
                                          <p:stCondLst>
                                            <p:cond delay="0"/>
                                          </p:stCondLst>
                                        </p:cTn>
                                        <p:tgtEl>
                                          <p:spTgt spid="9">
                                            <p:txEl>
                                              <p:pRg st="0" end="0"/>
                                            </p:txEl>
                                          </p:spTgt>
                                        </p:tgtEl>
                                        <p:attrNameLst>
                                          <p:attrName>style.visibility</p:attrName>
                                        </p:attrNameLst>
                                      </p:cBhvr>
                                      <p:to>
                                        <p:strVal val="visible"/>
                                      </p:to>
                                    </p:set>
                                    <p:anim calcmode="lin" valueType="num">
                                      <p:cBhvr additive="base">
                                        <p:cTn id="16"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9">
                                            <p:txEl>
                                              <p:pRg st="0" end="0"/>
                                            </p:txEl>
                                          </p:spTgt>
                                        </p:tgtEl>
                                        <p:attrNameLst>
                                          <p:attrName>ppt_y</p:attrName>
                                        </p:attrNameLst>
                                      </p:cBhvr>
                                      <p:tavLst>
                                        <p:tav tm="0">
                                          <p:val>
                                            <p:strVal val="#ppt_y"/>
                                          </p:val>
                                        </p:tav>
                                        <p:tav tm="100000">
                                          <p:val>
                                            <p:strVal val="#ppt_y"/>
                                          </p:val>
                                        </p:tav>
                                      </p:tavLst>
                                    </p:anim>
                                  </p:childTnLst>
                                </p:cTn>
                              </p:par>
                              <p:par>
                                <p:cTn id="18" presetID="2" presetClass="entr" presetSubtype="8" decel="100000" fill="hold" grpId="0" nodeType="withEffect">
                                  <p:stCondLst>
                                    <p:cond delay="200"/>
                                  </p:stCondLst>
                                  <p:childTnLst>
                                    <p:set>
                                      <p:cBhvr>
                                        <p:cTn id="19" dur="1" fill="hold">
                                          <p:stCondLst>
                                            <p:cond delay="0"/>
                                          </p:stCondLst>
                                        </p:cTn>
                                        <p:tgtEl>
                                          <p:spTgt spid="10">
                                            <p:txEl>
                                              <p:pRg st="0" end="0"/>
                                            </p:txEl>
                                          </p:spTgt>
                                        </p:tgtEl>
                                        <p:attrNameLst>
                                          <p:attrName>style.visibility</p:attrName>
                                        </p:attrNameLst>
                                      </p:cBhvr>
                                      <p:to>
                                        <p:strVal val="visible"/>
                                      </p:to>
                                    </p:set>
                                    <p:anim calcmode="lin" valueType="num">
                                      <p:cBhvr additive="base">
                                        <p:cTn id="20"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10">
                                            <p:txEl>
                                              <p:pRg st="0" end="0"/>
                                            </p:txEl>
                                          </p:spTgt>
                                        </p:tgtEl>
                                        <p:attrNameLst>
                                          <p:attrName>ppt_y</p:attrName>
                                        </p:attrNameLst>
                                      </p:cBhvr>
                                      <p:tavLst>
                                        <p:tav tm="0">
                                          <p:val>
                                            <p:strVal val="#ppt_y"/>
                                          </p:val>
                                        </p:tav>
                                        <p:tav tm="100000">
                                          <p:val>
                                            <p:strVal val="#ppt_y"/>
                                          </p:val>
                                        </p:tav>
                                      </p:tavLst>
                                    </p:anim>
                                  </p:childTnLst>
                                </p:cTn>
                              </p:par>
                              <p:par>
                                <p:cTn id="22" presetID="2" presetClass="entr" presetSubtype="8" decel="10000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0-#ppt_w/2"/>
                                          </p:val>
                                        </p:tav>
                                        <p:tav tm="100000">
                                          <p:val>
                                            <p:strVal val="#ppt_x"/>
                                          </p:val>
                                        </p:tav>
                                      </p:tavLst>
                                    </p:anim>
                                    <p:anim calcmode="lin" valueType="num">
                                      <p:cBhvr additive="base">
                                        <p:cTn id="25" dur="500" fill="hold"/>
                                        <p:tgtEl>
                                          <p:spTgt spid="7"/>
                                        </p:tgtEl>
                                        <p:attrNameLst>
                                          <p:attrName>ppt_y</p:attrName>
                                        </p:attrNameLst>
                                      </p:cBhvr>
                                      <p:tavLst>
                                        <p:tav tm="0">
                                          <p:val>
                                            <p:strVal val="#ppt_y"/>
                                          </p:val>
                                        </p:tav>
                                        <p:tav tm="100000">
                                          <p:val>
                                            <p:strVal val="#ppt_y"/>
                                          </p:val>
                                        </p:tav>
                                      </p:tavLst>
                                    </p:anim>
                                  </p:childTnLst>
                                </p:cTn>
                              </p:par>
                            </p:childTnLst>
                          </p:cTn>
                        </p:par>
                        <p:par>
                          <p:cTn id="26" fill="hold">
                            <p:stCondLst>
                              <p:cond delay="17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par>
                          <p:cTn id="30" fill="hold">
                            <p:stCondLst>
                              <p:cond delay="2200"/>
                            </p:stCondLst>
                            <p:childTnLst>
                              <p:par>
                                <p:cTn id="31" presetID="2" presetClass="entr" presetSubtype="8" decel="100000" fill="hold" grpId="0" nodeType="afterEffect">
                                  <p:stCondLst>
                                    <p:cond delay="25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0-#ppt_w/2"/>
                                          </p:val>
                                        </p:tav>
                                        <p:tav tm="100000">
                                          <p:val>
                                            <p:strVal val="#ppt_x"/>
                                          </p:val>
                                        </p:tav>
                                      </p:tavLst>
                                    </p:anim>
                                    <p:anim calcmode="lin" valueType="num">
                                      <p:cBhvr additive="base">
                                        <p:cTn id="34" dur="500" fill="hold"/>
                                        <p:tgtEl>
                                          <p:spTgt spid="11"/>
                                        </p:tgtEl>
                                        <p:attrNameLst>
                                          <p:attrName>ppt_y</p:attrName>
                                        </p:attrNameLst>
                                      </p:cBhvr>
                                      <p:tavLst>
                                        <p:tav tm="0">
                                          <p:val>
                                            <p:strVal val="#ppt_y"/>
                                          </p:val>
                                        </p:tav>
                                        <p:tav tm="100000">
                                          <p:val>
                                            <p:strVal val="#ppt_y"/>
                                          </p:val>
                                        </p:tav>
                                      </p:tavLst>
                                    </p:anim>
                                  </p:childTnLst>
                                </p:cTn>
                              </p:par>
                            </p:childTnLst>
                          </p:cTn>
                        </p:par>
                        <p:par>
                          <p:cTn id="35" fill="hold">
                            <p:stCondLst>
                              <p:cond delay="2950"/>
                            </p:stCondLst>
                            <p:childTnLst>
                              <p:par>
                                <p:cTn id="36" presetID="2" presetClass="entr" presetSubtype="8" decel="100000" fill="hold" grpId="0" nodeType="afterEffect">
                                  <p:stCondLst>
                                    <p:cond delay="100"/>
                                  </p:stCondLst>
                                  <p:childTnLst>
                                    <p:set>
                                      <p:cBhvr>
                                        <p:cTn id="37" dur="1" fill="hold">
                                          <p:stCondLst>
                                            <p:cond delay="0"/>
                                          </p:stCondLst>
                                        </p:cTn>
                                        <p:tgtEl>
                                          <p:spTgt spid="14">
                                            <p:txEl>
                                              <p:pRg st="0" end="0"/>
                                            </p:txEl>
                                          </p:spTgt>
                                        </p:tgtEl>
                                        <p:attrNameLst>
                                          <p:attrName>style.visibility</p:attrName>
                                        </p:attrNameLst>
                                      </p:cBhvr>
                                      <p:to>
                                        <p:strVal val="visible"/>
                                      </p:to>
                                    </p:set>
                                    <p:anim calcmode="lin" valueType="num">
                                      <p:cBhvr additive="base">
                                        <p:cTn id="38" dur="6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39" dur="600" fill="hold"/>
                                        <p:tgtEl>
                                          <p:spTgt spid="14">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8" decel="100000" fill="hold" grpId="0" nodeType="withEffect">
                                  <p:stCondLst>
                                    <p:cond delay="200"/>
                                  </p:stCondLst>
                                  <p:childTnLst>
                                    <p:set>
                                      <p:cBhvr>
                                        <p:cTn id="41" dur="1" fill="hold">
                                          <p:stCondLst>
                                            <p:cond delay="0"/>
                                          </p:stCondLst>
                                        </p:cTn>
                                        <p:tgtEl>
                                          <p:spTgt spid="15">
                                            <p:txEl>
                                              <p:pRg st="0" end="0"/>
                                            </p:txEl>
                                          </p:spTgt>
                                        </p:tgtEl>
                                        <p:attrNameLst>
                                          <p:attrName>style.visibility</p:attrName>
                                        </p:attrNameLst>
                                      </p:cBhvr>
                                      <p:to>
                                        <p:strVal val="visible"/>
                                      </p:to>
                                    </p:set>
                                    <p:anim calcmode="lin" valueType="num">
                                      <p:cBhvr additive="base">
                                        <p:cTn id="42" dur="6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43" dur="600" fill="hold"/>
                                        <p:tgtEl>
                                          <p:spTgt spid="15">
                                            <p:txEl>
                                              <p:pRg st="0" end="0"/>
                                            </p:txEl>
                                          </p:spTgt>
                                        </p:tgtEl>
                                        <p:attrNameLst>
                                          <p:attrName>ppt_y</p:attrName>
                                        </p:attrNameLst>
                                      </p:cBhvr>
                                      <p:tavLst>
                                        <p:tav tm="0">
                                          <p:val>
                                            <p:strVal val="#ppt_y"/>
                                          </p:val>
                                        </p:tav>
                                        <p:tav tm="100000">
                                          <p:val>
                                            <p:strVal val="#ppt_y"/>
                                          </p:val>
                                        </p:tav>
                                      </p:tavLst>
                                    </p:anim>
                                  </p:childTnLst>
                                </p:cTn>
                              </p:par>
                              <p:par>
                                <p:cTn id="44" presetID="2" presetClass="entr" presetSubtype="8" decel="10000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600" fill="hold"/>
                                        <p:tgtEl>
                                          <p:spTgt spid="12"/>
                                        </p:tgtEl>
                                        <p:attrNameLst>
                                          <p:attrName>ppt_x</p:attrName>
                                        </p:attrNameLst>
                                      </p:cBhvr>
                                      <p:tavLst>
                                        <p:tav tm="0">
                                          <p:val>
                                            <p:strVal val="0-#ppt_w/2"/>
                                          </p:val>
                                        </p:tav>
                                        <p:tav tm="100000">
                                          <p:val>
                                            <p:strVal val="#ppt_x"/>
                                          </p:val>
                                        </p:tav>
                                      </p:tavLst>
                                    </p:anim>
                                    <p:anim calcmode="lin" valueType="num">
                                      <p:cBhvr additive="base">
                                        <p:cTn id="47" dur="600" fill="hold"/>
                                        <p:tgtEl>
                                          <p:spTgt spid="12"/>
                                        </p:tgtEl>
                                        <p:attrNameLst>
                                          <p:attrName>ppt_y</p:attrName>
                                        </p:attrNameLst>
                                      </p:cBhvr>
                                      <p:tavLst>
                                        <p:tav tm="0">
                                          <p:val>
                                            <p:strVal val="#ppt_y"/>
                                          </p:val>
                                        </p:tav>
                                        <p:tav tm="100000">
                                          <p:val>
                                            <p:strVal val="#ppt_y"/>
                                          </p:val>
                                        </p:tav>
                                      </p:tavLst>
                                    </p:anim>
                                  </p:childTnLst>
                                </p:cTn>
                              </p:par>
                            </p:childTnLst>
                          </p:cTn>
                        </p:par>
                        <p:par>
                          <p:cTn id="48" fill="hold">
                            <p:stCondLst>
                              <p:cond delay="3750"/>
                            </p:stCondLst>
                            <p:childTnLst>
                              <p:par>
                                <p:cTn id="49" presetID="10"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par>
                          <p:cTn id="52" fill="hold">
                            <p:stCondLst>
                              <p:cond delay="4250"/>
                            </p:stCondLst>
                            <p:childTnLst>
                              <p:par>
                                <p:cTn id="53" presetID="2" presetClass="entr" presetSubtype="8" decel="100000" fill="hold" grpId="0" nodeType="afterEffect">
                                  <p:stCondLst>
                                    <p:cond delay="25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0-#ppt_w/2"/>
                                          </p:val>
                                        </p:tav>
                                        <p:tav tm="100000">
                                          <p:val>
                                            <p:strVal val="#ppt_x"/>
                                          </p:val>
                                        </p:tav>
                                      </p:tavLst>
                                    </p:anim>
                                    <p:anim calcmode="lin" valueType="num">
                                      <p:cBhvr additive="base">
                                        <p:cTn id="56" dur="500" fill="hold"/>
                                        <p:tgtEl>
                                          <p:spTgt spid="16"/>
                                        </p:tgtEl>
                                        <p:attrNameLst>
                                          <p:attrName>ppt_y</p:attrName>
                                        </p:attrNameLst>
                                      </p:cBhvr>
                                      <p:tavLst>
                                        <p:tav tm="0">
                                          <p:val>
                                            <p:strVal val="#ppt_y"/>
                                          </p:val>
                                        </p:tav>
                                        <p:tav tm="100000">
                                          <p:val>
                                            <p:strVal val="#ppt_y"/>
                                          </p:val>
                                        </p:tav>
                                      </p:tavLst>
                                    </p:anim>
                                  </p:childTnLst>
                                </p:cTn>
                              </p:par>
                            </p:childTnLst>
                          </p:cTn>
                        </p:par>
                        <p:par>
                          <p:cTn id="57" fill="hold">
                            <p:stCondLst>
                              <p:cond delay="5000"/>
                            </p:stCondLst>
                            <p:childTnLst>
                              <p:par>
                                <p:cTn id="58" presetID="2" presetClass="entr" presetSubtype="8" decel="100000" fill="hold" grpId="0" nodeType="afterEffect">
                                  <p:stCondLst>
                                    <p:cond delay="100"/>
                                  </p:stCondLst>
                                  <p:childTnLst>
                                    <p:set>
                                      <p:cBhvr>
                                        <p:cTn id="59" dur="1" fill="hold">
                                          <p:stCondLst>
                                            <p:cond delay="0"/>
                                          </p:stCondLst>
                                        </p:cTn>
                                        <p:tgtEl>
                                          <p:spTgt spid="19">
                                            <p:txEl>
                                              <p:pRg st="0" end="0"/>
                                            </p:txEl>
                                          </p:spTgt>
                                        </p:tgtEl>
                                        <p:attrNameLst>
                                          <p:attrName>style.visibility</p:attrName>
                                        </p:attrNameLst>
                                      </p:cBhvr>
                                      <p:to>
                                        <p:strVal val="visible"/>
                                      </p:to>
                                    </p:set>
                                    <p:anim calcmode="lin" valueType="num">
                                      <p:cBhvr additive="base">
                                        <p:cTn id="60" dur="700" fill="hold"/>
                                        <p:tgtEl>
                                          <p:spTgt spid="19">
                                            <p:txEl>
                                              <p:pRg st="0" end="0"/>
                                            </p:txEl>
                                          </p:spTgt>
                                        </p:tgtEl>
                                        <p:attrNameLst>
                                          <p:attrName>ppt_x</p:attrName>
                                        </p:attrNameLst>
                                      </p:cBhvr>
                                      <p:tavLst>
                                        <p:tav tm="0">
                                          <p:val>
                                            <p:strVal val="0-#ppt_w/2"/>
                                          </p:val>
                                        </p:tav>
                                        <p:tav tm="100000">
                                          <p:val>
                                            <p:strVal val="#ppt_x"/>
                                          </p:val>
                                        </p:tav>
                                      </p:tavLst>
                                    </p:anim>
                                    <p:anim calcmode="lin" valueType="num">
                                      <p:cBhvr additive="base">
                                        <p:cTn id="61" dur="700" fill="hold"/>
                                        <p:tgtEl>
                                          <p:spTgt spid="19">
                                            <p:txEl>
                                              <p:pRg st="0" end="0"/>
                                            </p:txEl>
                                          </p:spTgt>
                                        </p:tgtEl>
                                        <p:attrNameLst>
                                          <p:attrName>ppt_y</p:attrName>
                                        </p:attrNameLst>
                                      </p:cBhvr>
                                      <p:tavLst>
                                        <p:tav tm="0">
                                          <p:val>
                                            <p:strVal val="#ppt_y"/>
                                          </p:val>
                                        </p:tav>
                                        <p:tav tm="100000">
                                          <p:val>
                                            <p:strVal val="#ppt_y"/>
                                          </p:val>
                                        </p:tav>
                                      </p:tavLst>
                                    </p:anim>
                                  </p:childTnLst>
                                </p:cTn>
                              </p:par>
                              <p:par>
                                <p:cTn id="62" presetID="2" presetClass="entr" presetSubtype="8" decel="100000" fill="hold" grpId="0" nodeType="withEffect">
                                  <p:stCondLst>
                                    <p:cond delay="200"/>
                                  </p:stCondLst>
                                  <p:childTnLst>
                                    <p:set>
                                      <p:cBhvr>
                                        <p:cTn id="63" dur="1" fill="hold">
                                          <p:stCondLst>
                                            <p:cond delay="0"/>
                                          </p:stCondLst>
                                        </p:cTn>
                                        <p:tgtEl>
                                          <p:spTgt spid="20">
                                            <p:txEl>
                                              <p:pRg st="0" end="0"/>
                                            </p:txEl>
                                          </p:spTgt>
                                        </p:tgtEl>
                                        <p:attrNameLst>
                                          <p:attrName>style.visibility</p:attrName>
                                        </p:attrNameLst>
                                      </p:cBhvr>
                                      <p:to>
                                        <p:strVal val="visible"/>
                                      </p:to>
                                    </p:set>
                                    <p:anim calcmode="lin" valueType="num">
                                      <p:cBhvr additive="base">
                                        <p:cTn id="64" dur="700" fill="hold"/>
                                        <p:tgtEl>
                                          <p:spTgt spid="20">
                                            <p:txEl>
                                              <p:pRg st="0" end="0"/>
                                            </p:txEl>
                                          </p:spTgt>
                                        </p:tgtEl>
                                        <p:attrNameLst>
                                          <p:attrName>ppt_x</p:attrName>
                                        </p:attrNameLst>
                                      </p:cBhvr>
                                      <p:tavLst>
                                        <p:tav tm="0">
                                          <p:val>
                                            <p:strVal val="0-#ppt_w/2"/>
                                          </p:val>
                                        </p:tav>
                                        <p:tav tm="100000">
                                          <p:val>
                                            <p:strVal val="#ppt_x"/>
                                          </p:val>
                                        </p:tav>
                                      </p:tavLst>
                                    </p:anim>
                                    <p:anim calcmode="lin" valueType="num">
                                      <p:cBhvr additive="base">
                                        <p:cTn id="65" dur="700" fill="hold"/>
                                        <p:tgtEl>
                                          <p:spTgt spid="20">
                                            <p:txEl>
                                              <p:pRg st="0" end="0"/>
                                            </p:txEl>
                                          </p:spTgt>
                                        </p:tgtEl>
                                        <p:attrNameLst>
                                          <p:attrName>ppt_y</p:attrName>
                                        </p:attrNameLst>
                                      </p:cBhvr>
                                      <p:tavLst>
                                        <p:tav tm="0">
                                          <p:val>
                                            <p:strVal val="#ppt_y"/>
                                          </p:val>
                                        </p:tav>
                                        <p:tav tm="100000">
                                          <p:val>
                                            <p:strVal val="#ppt_y"/>
                                          </p:val>
                                        </p:tav>
                                      </p:tavLst>
                                    </p:anim>
                                  </p:childTnLst>
                                </p:cTn>
                              </p:par>
                              <p:par>
                                <p:cTn id="66" presetID="2" presetClass="entr" presetSubtype="8" decel="10000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additive="base">
                                        <p:cTn id="68" dur="700" fill="hold"/>
                                        <p:tgtEl>
                                          <p:spTgt spid="17"/>
                                        </p:tgtEl>
                                        <p:attrNameLst>
                                          <p:attrName>ppt_x</p:attrName>
                                        </p:attrNameLst>
                                      </p:cBhvr>
                                      <p:tavLst>
                                        <p:tav tm="0">
                                          <p:val>
                                            <p:strVal val="0-#ppt_w/2"/>
                                          </p:val>
                                        </p:tav>
                                        <p:tav tm="100000">
                                          <p:val>
                                            <p:strVal val="#ppt_x"/>
                                          </p:val>
                                        </p:tav>
                                      </p:tavLst>
                                    </p:anim>
                                    <p:anim calcmode="lin" valueType="num">
                                      <p:cBhvr additive="base">
                                        <p:cTn id="69" dur="700" fill="hold"/>
                                        <p:tgtEl>
                                          <p:spTgt spid="17"/>
                                        </p:tgtEl>
                                        <p:attrNameLst>
                                          <p:attrName>ppt_y</p:attrName>
                                        </p:attrNameLst>
                                      </p:cBhvr>
                                      <p:tavLst>
                                        <p:tav tm="0">
                                          <p:val>
                                            <p:strVal val="#ppt_y"/>
                                          </p:val>
                                        </p:tav>
                                        <p:tav tm="100000">
                                          <p:val>
                                            <p:strVal val="#ppt_y"/>
                                          </p:val>
                                        </p:tav>
                                      </p:tavLst>
                                    </p:anim>
                                  </p:childTnLst>
                                </p:cTn>
                              </p:par>
                            </p:childTnLst>
                          </p:cTn>
                        </p:par>
                        <p:par>
                          <p:cTn id="70" fill="hold">
                            <p:stCondLst>
                              <p:cond delay="5900"/>
                            </p:stCondLst>
                            <p:childTnLst>
                              <p:par>
                                <p:cTn id="71" presetID="10" presetClass="entr" presetSubtype="0" fill="hold" grpId="0" nodeType="after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childTnLst>
                          </p:cTn>
                        </p:par>
                        <p:par>
                          <p:cTn id="74" fill="hold">
                            <p:stCondLst>
                              <p:cond delay="6400"/>
                            </p:stCondLst>
                            <p:childTnLst>
                              <p:par>
                                <p:cTn id="75" presetID="2" presetClass="entr" presetSubtype="8" decel="100000" fill="hold" grpId="0" nodeType="afterEffect">
                                  <p:stCondLst>
                                    <p:cond delay="25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fill="hold"/>
                                        <p:tgtEl>
                                          <p:spTgt spid="21"/>
                                        </p:tgtEl>
                                        <p:attrNameLst>
                                          <p:attrName>ppt_x</p:attrName>
                                        </p:attrNameLst>
                                      </p:cBhvr>
                                      <p:tavLst>
                                        <p:tav tm="0">
                                          <p:val>
                                            <p:strVal val="0-#ppt_w/2"/>
                                          </p:val>
                                        </p:tav>
                                        <p:tav tm="100000">
                                          <p:val>
                                            <p:strVal val="#ppt_x"/>
                                          </p:val>
                                        </p:tav>
                                      </p:tavLst>
                                    </p:anim>
                                    <p:anim calcmode="lin" valueType="num">
                                      <p:cBhvr additive="base">
                                        <p:cTn id="78" dur="500" fill="hold"/>
                                        <p:tgtEl>
                                          <p:spTgt spid="21"/>
                                        </p:tgtEl>
                                        <p:attrNameLst>
                                          <p:attrName>ppt_y</p:attrName>
                                        </p:attrNameLst>
                                      </p:cBhvr>
                                      <p:tavLst>
                                        <p:tav tm="0">
                                          <p:val>
                                            <p:strVal val="#ppt_y"/>
                                          </p:val>
                                        </p:tav>
                                        <p:tav tm="100000">
                                          <p:val>
                                            <p:strVal val="#ppt_y"/>
                                          </p:val>
                                        </p:tav>
                                      </p:tavLst>
                                    </p:anim>
                                  </p:childTnLst>
                                </p:cTn>
                              </p:par>
                            </p:childTnLst>
                          </p:cTn>
                        </p:par>
                        <p:par>
                          <p:cTn id="79" fill="hold">
                            <p:stCondLst>
                              <p:cond delay="7150"/>
                            </p:stCondLst>
                            <p:childTnLst>
                              <p:par>
                                <p:cTn id="80" presetID="2" presetClass="entr" presetSubtype="8" decel="100000" fill="hold" grpId="0" nodeType="afterEffect">
                                  <p:stCondLst>
                                    <p:cond delay="100"/>
                                  </p:stCondLst>
                                  <p:childTnLst>
                                    <p:set>
                                      <p:cBhvr>
                                        <p:cTn id="81" dur="1" fill="hold">
                                          <p:stCondLst>
                                            <p:cond delay="0"/>
                                          </p:stCondLst>
                                        </p:cTn>
                                        <p:tgtEl>
                                          <p:spTgt spid="24">
                                            <p:txEl>
                                              <p:pRg st="0" end="0"/>
                                            </p:txEl>
                                          </p:spTgt>
                                        </p:tgtEl>
                                        <p:attrNameLst>
                                          <p:attrName>style.visibility</p:attrName>
                                        </p:attrNameLst>
                                      </p:cBhvr>
                                      <p:to>
                                        <p:strVal val="visible"/>
                                      </p:to>
                                    </p:set>
                                    <p:anim calcmode="lin" valueType="num">
                                      <p:cBhvr additive="base">
                                        <p:cTn id="82" dur="8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83" dur="800" fill="hold"/>
                                        <p:tgtEl>
                                          <p:spTgt spid="24">
                                            <p:txEl>
                                              <p:pRg st="0" end="0"/>
                                            </p:txEl>
                                          </p:spTgt>
                                        </p:tgtEl>
                                        <p:attrNameLst>
                                          <p:attrName>ppt_y</p:attrName>
                                        </p:attrNameLst>
                                      </p:cBhvr>
                                      <p:tavLst>
                                        <p:tav tm="0">
                                          <p:val>
                                            <p:strVal val="#ppt_y"/>
                                          </p:val>
                                        </p:tav>
                                        <p:tav tm="100000">
                                          <p:val>
                                            <p:strVal val="#ppt_y"/>
                                          </p:val>
                                        </p:tav>
                                      </p:tavLst>
                                    </p:anim>
                                  </p:childTnLst>
                                </p:cTn>
                              </p:par>
                              <p:par>
                                <p:cTn id="84" presetID="2" presetClass="entr" presetSubtype="8" decel="100000" fill="hold" grpId="0" nodeType="withEffect">
                                  <p:stCondLst>
                                    <p:cond delay="200"/>
                                  </p:stCondLst>
                                  <p:childTnLst>
                                    <p:set>
                                      <p:cBhvr>
                                        <p:cTn id="85" dur="1" fill="hold">
                                          <p:stCondLst>
                                            <p:cond delay="0"/>
                                          </p:stCondLst>
                                        </p:cTn>
                                        <p:tgtEl>
                                          <p:spTgt spid="25">
                                            <p:txEl>
                                              <p:pRg st="0" end="0"/>
                                            </p:txEl>
                                          </p:spTgt>
                                        </p:tgtEl>
                                        <p:attrNameLst>
                                          <p:attrName>style.visibility</p:attrName>
                                        </p:attrNameLst>
                                      </p:cBhvr>
                                      <p:to>
                                        <p:strVal val="visible"/>
                                      </p:to>
                                    </p:set>
                                    <p:anim calcmode="lin" valueType="num">
                                      <p:cBhvr additive="base">
                                        <p:cTn id="86" dur="800" fill="hold"/>
                                        <p:tgtEl>
                                          <p:spTgt spid="25">
                                            <p:txEl>
                                              <p:pRg st="0" end="0"/>
                                            </p:txEl>
                                          </p:spTgt>
                                        </p:tgtEl>
                                        <p:attrNameLst>
                                          <p:attrName>ppt_x</p:attrName>
                                        </p:attrNameLst>
                                      </p:cBhvr>
                                      <p:tavLst>
                                        <p:tav tm="0">
                                          <p:val>
                                            <p:strVal val="0-#ppt_w/2"/>
                                          </p:val>
                                        </p:tav>
                                        <p:tav tm="100000">
                                          <p:val>
                                            <p:strVal val="#ppt_x"/>
                                          </p:val>
                                        </p:tav>
                                      </p:tavLst>
                                    </p:anim>
                                    <p:anim calcmode="lin" valueType="num">
                                      <p:cBhvr additive="base">
                                        <p:cTn id="87" dur="800" fill="hold"/>
                                        <p:tgtEl>
                                          <p:spTgt spid="25">
                                            <p:txEl>
                                              <p:pRg st="0" end="0"/>
                                            </p:txEl>
                                          </p:spTgt>
                                        </p:tgtEl>
                                        <p:attrNameLst>
                                          <p:attrName>ppt_y</p:attrName>
                                        </p:attrNameLst>
                                      </p:cBhvr>
                                      <p:tavLst>
                                        <p:tav tm="0">
                                          <p:val>
                                            <p:strVal val="#ppt_y"/>
                                          </p:val>
                                        </p:tav>
                                        <p:tav tm="100000">
                                          <p:val>
                                            <p:strVal val="#ppt_y"/>
                                          </p:val>
                                        </p:tav>
                                      </p:tavLst>
                                    </p:anim>
                                  </p:childTnLst>
                                </p:cTn>
                              </p:par>
                              <p:par>
                                <p:cTn id="88" presetID="2" presetClass="entr" presetSubtype="8" decel="100000" fill="hold" grpId="0" nodeType="withEffect">
                                  <p:stCondLst>
                                    <p:cond delay="0"/>
                                  </p:stCondLst>
                                  <p:childTnLst>
                                    <p:set>
                                      <p:cBhvr>
                                        <p:cTn id="89" dur="1" fill="hold">
                                          <p:stCondLst>
                                            <p:cond delay="0"/>
                                          </p:stCondLst>
                                        </p:cTn>
                                        <p:tgtEl>
                                          <p:spTgt spid="22"/>
                                        </p:tgtEl>
                                        <p:attrNameLst>
                                          <p:attrName>style.visibility</p:attrName>
                                        </p:attrNameLst>
                                      </p:cBhvr>
                                      <p:to>
                                        <p:strVal val="visible"/>
                                      </p:to>
                                    </p:set>
                                    <p:anim calcmode="lin" valueType="num">
                                      <p:cBhvr additive="base">
                                        <p:cTn id="90" dur="800" fill="hold"/>
                                        <p:tgtEl>
                                          <p:spTgt spid="22"/>
                                        </p:tgtEl>
                                        <p:attrNameLst>
                                          <p:attrName>ppt_x</p:attrName>
                                        </p:attrNameLst>
                                      </p:cBhvr>
                                      <p:tavLst>
                                        <p:tav tm="0">
                                          <p:val>
                                            <p:strVal val="0-#ppt_w/2"/>
                                          </p:val>
                                        </p:tav>
                                        <p:tav tm="100000">
                                          <p:val>
                                            <p:strVal val="#ppt_x"/>
                                          </p:val>
                                        </p:tav>
                                      </p:tavLst>
                                    </p:anim>
                                    <p:anim calcmode="lin" valueType="num">
                                      <p:cBhvr additive="base">
                                        <p:cTn id="91" dur="800" fill="hold"/>
                                        <p:tgtEl>
                                          <p:spTgt spid="22"/>
                                        </p:tgtEl>
                                        <p:attrNameLst>
                                          <p:attrName>ppt_y</p:attrName>
                                        </p:attrNameLst>
                                      </p:cBhvr>
                                      <p:tavLst>
                                        <p:tav tm="0">
                                          <p:val>
                                            <p:strVal val="#ppt_y"/>
                                          </p:val>
                                        </p:tav>
                                        <p:tav tm="100000">
                                          <p:val>
                                            <p:strVal val="#ppt_y"/>
                                          </p:val>
                                        </p:tav>
                                      </p:tavLst>
                                    </p:anim>
                                  </p:childTnLst>
                                </p:cTn>
                              </p:par>
                            </p:childTnLst>
                          </p:cTn>
                        </p:par>
                        <p:par>
                          <p:cTn id="92" fill="hold">
                            <p:stCondLst>
                              <p:cond delay="8150"/>
                            </p:stCondLst>
                            <p:childTnLst>
                              <p:par>
                                <p:cTn id="93" presetID="10" presetClass="entr" presetSubtype="0" fill="hold" grpId="0" nodeType="afterEffect">
                                  <p:stCondLst>
                                    <p:cond delay="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build="p">
        <p:tmplLst>
          <p:tmpl lvl="1">
            <p:tnLst>
              <p:par>
                <p:cTn presetID="2" presetClass="entr" presetSubtype="8" decel="100000" fill="hold" nodeType="afterEffect">
                  <p:stCondLst>
                    <p:cond delay="1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build="p">
        <p:tmplLst>
          <p:tmpl lvl="1">
            <p:tnLst>
              <p:par>
                <p:cTn presetID="2" presetClass="entr" presetSubtype="8" decel="100000" fill="hold" nodeType="withEffect">
                  <p:stCondLst>
                    <p:cond delay="2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animBg="1"/>
      <p:bldP spid="12" grpId="0" animBg="1"/>
      <p:bldP spid="13" grpId="0" animBg="1"/>
      <p:bldP spid="14" grpId="0" build="p">
        <p:tmplLst>
          <p:tmpl lvl="1">
            <p:tnLst>
              <p:par>
                <p:cTn presetID="2" presetClass="entr" presetSubtype="8" decel="100000" fill="hold" nodeType="afterEffect">
                  <p:stCondLst>
                    <p:cond delay="10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600" fill="hold"/>
                        <p:tgtEl>
                          <p:spTgt spid="14"/>
                        </p:tgtEl>
                        <p:attrNameLst>
                          <p:attrName>ppt_x</p:attrName>
                        </p:attrNameLst>
                      </p:cBhvr>
                      <p:tavLst>
                        <p:tav tm="0">
                          <p:val>
                            <p:strVal val="0-#ppt_w/2"/>
                          </p:val>
                        </p:tav>
                        <p:tav tm="100000">
                          <p:val>
                            <p:strVal val="#ppt_x"/>
                          </p:val>
                        </p:tav>
                      </p:tavLst>
                    </p:anim>
                    <p:anim calcmode="lin" valueType="num">
                      <p:cBhvr additive="base">
                        <p:cTn dur="600" fill="hold"/>
                        <p:tgtEl>
                          <p:spTgt spid="14"/>
                        </p:tgtEl>
                        <p:attrNameLst>
                          <p:attrName>ppt_y</p:attrName>
                        </p:attrNameLst>
                      </p:cBhvr>
                      <p:tavLst>
                        <p:tav tm="0">
                          <p:val>
                            <p:strVal val="#ppt_y"/>
                          </p:val>
                        </p:tav>
                        <p:tav tm="100000">
                          <p:val>
                            <p:strVal val="#ppt_y"/>
                          </p:val>
                        </p:tav>
                      </p:tavLst>
                    </p:anim>
                  </p:childTnLst>
                </p:cTn>
              </p:par>
            </p:tnLst>
          </p:tmpl>
        </p:tmplLst>
      </p:bldP>
      <p:bldP spid="15" grpId="0" build="p">
        <p:tmplLst>
          <p:tmpl lvl="1">
            <p:tnLst>
              <p:par>
                <p:cTn presetID="2" presetClass="entr" presetSubtype="8" decel="100000" fill="hold" nodeType="withEffect">
                  <p:stCondLst>
                    <p:cond delay="20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600" fill="hold"/>
                        <p:tgtEl>
                          <p:spTgt spid="15"/>
                        </p:tgtEl>
                        <p:attrNameLst>
                          <p:attrName>ppt_x</p:attrName>
                        </p:attrNameLst>
                      </p:cBhvr>
                      <p:tavLst>
                        <p:tav tm="0">
                          <p:val>
                            <p:strVal val="0-#ppt_w/2"/>
                          </p:val>
                        </p:tav>
                        <p:tav tm="100000">
                          <p:val>
                            <p:strVal val="#ppt_x"/>
                          </p:val>
                        </p:tav>
                      </p:tavLst>
                    </p:anim>
                    <p:anim calcmode="lin" valueType="num">
                      <p:cBhvr additive="base">
                        <p:cTn dur="600" fill="hold"/>
                        <p:tgtEl>
                          <p:spTgt spid="15"/>
                        </p:tgtEl>
                        <p:attrNameLst>
                          <p:attrName>ppt_y</p:attrName>
                        </p:attrNameLst>
                      </p:cBhvr>
                      <p:tavLst>
                        <p:tav tm="0">
                          <p:val>
                            <p:strVal val="#ppt_y"/>
                          </p:val>
                        </p:tav>
                        <p:tav tm="100000">
                          <p:val>
                            <p:strVal val="#ppt_y"/>
                          </p:val>
                        </p:tav>
                      </p:tavLst>
                    </p:anim>
                  </p:childTnLst>
                </p:cTn>
              </p:par>
            </p:tnLst>
          </p:tmpl>
        </p:tmplLst>
      </p:bldP>
      <p:bldP spid="16" grpId="0" animBg="1"/>
      <p:bldP spid="17" grpId="0" animBg="1"/>
      <p:bldP spid="18" grpId="0" animBg="1"/>
      <p:bldP spid="19" grpId="0" build="p">
        <p:tmplLst>
          <p:tmpl lvl="1">
            <p:tnLst>
              <p:par>
                <p:cTn presetID="2" presetClass="entr" presetSubtype="8" decel="100000" fill="hold" nodeType="afterEffect">
                  <p:stCondLst>
                    <p:cond delay="10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700" fill="hold"/>
                        <p:tgtEl>
                          <p:spTgt spid="19"/>
                        </p:tgtEl>
                        <p:attrNameLst>
                          <p:attrName>ppt_x</p:attrName>
                        </p:attrNameLst>
                      </p:cBhvr>
                      <p:tavLst>
                        <p:tav tm="0">
                          <p:val>
                            <p:strVal val="0-#ppt_w/2"/>
                          </p:val>
                        </p:tav>
                        <p:tav tm="100000">
                          <p:val>
                            <p:strVal val="#ppt_x"/>
                          </p:val>
                        </p:tav>
                      </p:tavLst>
                    </p:anim>
                    <p:anim calcmode="lin" valueType="num">
                      <p:cBhvr additive="base">
                        <p:cTn dur="700" fill="hold"/>
                        <p:tgtEl>
                          <p:spTgt spid="19"/>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8" decel="100000" fill="hold" nodeType="withEffect">
                  <p:stCondLst>
                    <p:cond delay="20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700" fill="hold"/>
                        <p:tgtEl>
                          <p:spTgt spid="20"/>
                        </p:tgtEl>
                        <p:attrNameLst>
                          <p:attrName>ppt_x</p:attrName>
                        </p:attrNameLst>
                      </p:cBhvr>
                      <p:tavLst>
                        <p:tav tm="0">
                          <p:val>
                            <p:strVal val="0-#ppt_w/2"/>
                          </p:val>
                        </p:tav>
                        <p:tav tm="100000">
                          <p:val>
                            <p:strVal val="#ppt_x"/>
                          </p:val>
                        </p:tav>
                      </p:tavLst>
                    </p:anim>
                    <p:anim calcmode="lin" valueType="num">
                      <p:cBhvr additive="base">
                        <p:cTn dur="700" fill="hold"/>
                        <p:tgtEl>
                          <p:spTgt spid="20"/>
                        </p:tgtEl>
                        <p:attrNameLst>
                          <p:attrName>ppt_y</p:attrName>
                        </p:attrNameLst>
                      </p:cBhvr>
                      <p:tavLst>
                        <p:tav tm="0">
                          <p:val>
                            <p:strVal val="#ppt_y"/>
                          </p:val>
                        </p:tav>
                        <p:tav tm="100000">
                          <p:val>
                            <p:strVal val="#ppt_y"/>
                          </p:val>
                        </p:tav>
                      </p:tavLst>
                    </p:anim>
                  </p:childTnLst>
                </p:cTn>
              </p:par>
            </p:tnLst>
          </p:tmpl>
        </p:tmplLst>
      </p:bldP>
      <p:bldP spid="21" grpId="0" animBg="1"/>
      <p:bldP spid="22" grpId="0" animBg="1"/>
      <p:bldP spid="23" grpId="0" animBg="1"/>
      <p:bldP spid="24" grpId="0" build="p">
        <p:tmplLst>
          <p:tmpl lvl="1">
            <p:tnLst>
              <p:par>
                <p:cTn presetID="2" presetClass="entr" presetSubtype="8" decel="100000" fill="hold" nodeType="afterEffect">
                  <p:stCondLst>
                    <p:cond delay="10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800" fill="hold"/>
                        <p:tgtEl>
                          <p:spTgt spid="24"/>
                        </p:tgtEl>
                        <p:attrNameLst>
                          <p:attrName>ppt_x</p:attrName>
                        </p:attrNameLst>
                      </p:cBhvr>
                      <p:tavLst>
                        <p:tav tm="0">
                          <p:val>
                            <p:strVal val="0-#ppt_w/2"/>
                          </p:val>
                        </p:tav>
                        <p:tav tm="100000">
                          <p:val>
                            <p:strVal val="#ppt_x"/>
                          </p:val>
                        </p:tav>
                      </p:tavLst>
                    </p:anim>
                    <p:anim calcmode="lin" valueType="num">
                      <p:cBhvr additive="base">
                        <p:cTn dur="800" fill="hold"/>
                        <p:tgtEl>
                          <p:spTgt spid="24"/>
                        </p:tgtEl>
                        <p:attrNameLst>
                          <p:attrName>ppt_y</p:attrName>
                        </p:attrNameLst>
                      </p:cBhvr>
                      <p:tavLst>
                        <p:tav tm="0">
                          <p:val>
                            <p:strVal val="#ppt_y"/>
                          </p:val>
                        </p:tav>
                        <p:tav tm="100000">
                          <p:val>
                            <p:strVal val="#ppt_y"/>
                          </p:val>
                        </p:tav>
                      </p:tavLst>
                    </p:anim>
                  </p:childTnLst>
                </p:cTn>
              </p:par>
            </p:tnLst>
          </p:tmpl>
        </p:tmplLst>
      </p:bldP>
      <p:bldP spid="25" grpId="0" build="p">
        <p:tmplLst>
          <p:tmpl lvl="1">
            <p:tnLst>
              <p:par>
                <p:cTn presetID="2" presetClass="entr" presetSubtype="8" decel="100000" fill="hold" nodeType="withEffect">
                  <p:stCondLst>
                    <p:cond delay="20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800" fill="hold"/>
                        <p:tgtEl>
                          <p:spTgt spid="25"/>
                        </p:tgtEl>
                        <p:attrNameLst>
                          <p:attrName>ppt_x</p:attrName>
                        </p:attrNameLst>
                      </p:cBhvr>
                      <p:tavLst>
                        <p:tav tm="0">
                          <p:val>
                            <p:strVal val="0-#ppt_w/2"/>
                          </p:val>
                        </p:tav>
                        <p:tav tm="100000">
                          <p:val>
                            <p:strVal val="#ppt_x"/>
                          </p:val>
                        </p:tav>
                      </p:tavLst>
                    </p:anim>
                    <p:anim calcmode="lin" valueType="num">
                      <p:cBhvr additive="base">
                        <p:cTn dur="800" fill="hold"/>
                        <p:tgtEl>
                          <p:spTgt spid="2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ofile 1">
    <p:spTree>
      <p:nvGrpSpPr>
        <p:cNvPr id="1" name=""/>
        <p:cNvGrpSpPr/>
        <p:nvPr/>
      </p:nvGrpSpPr>
      <p:grpSpPr>
        <a:xfrm>
          <a:off x="0" y="0"/>
          <a:ext cx="0" cy="0"/>
          <a:chOff x="0" y="0"/>
          <a:chExt cx="0" cy="0"/>
        </a:xfrm>
      </p:grpSpPr>
      <p:sp>
        <p:nvSpPr>
          <p:cNvPr id="11" name="円/楕円 10"/>
          <p:cNvSpPr/>
          <p:nvPr userDrawn="1"/>
        </p:nvSpPr>
        <p:spPr>
          <a:xfrm>
            <a:off x="9359230" y="6032159"/>
            <a:ext cx="1296145" cy="12961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p:cNvSpPr/>
          <p:nvPr userDrawn="1"/>
        </p:nvSpPr>
        <p:spPr>
          <a:xfrm>
            <a:off x="-1" y="0"/>
            <a:ext cx="18286413"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8351118" y="616496"/>
            <a:ext cx="9577064" cy="1203151"/>
          </a:xfrm>
        </p:spPr>
        <p:txBody>
          <a:bodyPr/>
          <a:lstStyle>
            <a:lvl1pPr>
              <a:defRPr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6" name="図プレースホルダー 3"/>
          <p:cNvSpPr>
            <a:spLocks noGrp="1"/>
          </p:cNvSpPr>
          <p:nvPr>
            <p:ph type="pic" sz="quarter" idx="12" hasCustomPrompt="1"/>
          </p:nvPr>
        </p:nvSpPr>
        <p:spPr>
          <a:xfrm>
            <a:off x="862286" y="0"/>
            <a:ext cx="7260600" cy="10287000"/>
          </a:xfrm>
          <a:noFill/>
        </p:spPr>
        <p:txBody>
          <a:bodyPr/>
          <a:lstStyle>
            <a:lvl1pPr>
              <a:defRPr/>
            </a:lvl1pPr>
          </a:lstStyle>
          <a:p>
            <a:r>
              <a:rPr kumimoji="1" lang="en-US" altLang="ja-JP" dirty="0"/>
              <a:t>Add an image</a:t>
            </a:r>
            <a:endParaRPr kumimoji="1" lang="ja-JP" altLang="en-US" dirty="0"/>
          </a:p>
        </p:txBody>
      </p:sp>
      <p:sp>
        <p:nvSpPr>
          <p:cNvPr id="7" name="正方形/長方形 6"/>
          <p:cNvSpPr/>
          <p:nvPr userDrawn="1"/>
        </p:nvSpPr>
        <p:spPr>
          <a:xfrm>
            <a:off x="8567142" y="1834871"/>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6"/>
          <p:cNvSpPr>
            <a:spLocks noGrp="1"/>
          </p:cNvSpPr>
          <p:nvPr>
            <p:ph type="body" sz="quarter" idx="16" hasCustomPrompt="1"/>
          </p:nvPr>
        </p:nvSpPr>
        <p:spPr>
          <a:xfrm>
            <a:off x="8351118" y="1907541"/>
            <a:ext cx="9577064" cy="935442"/>
          </a:xfrm>
        </p:spPr>
        <p:txBody>
          <a:bodyPr anchor="t">
            <a:noAutofit/>
          </a:bodyPr>
          <a:lstStyle>
            <a:lvl1pPr algn="l">
              <a:defRPr sz="3200" i="1" baseline="0">
                <a:solidFill>
                  <a:schemeClr val="bg1">
                    <a:lumMod val="85000"/>
                  </a:schemeClr>
                </a:solidFill>
                <a:latin typeface="+mn-lt"/>
              </a:defRPr>
            </a:lvl1pPr>
          </a:lstStyle>
          <a:p>
            <a:pPr lvl="0"/>
            <a:r>
              <a:rPr kumimoji="1" lang="en-US" altLang="ja-JP" dirty="0"/>
              <a:t>Text goes here</a:t>
            </a:r>
            <a:endParaRPr kumimoji="1" lang="ja-JP" altLang="en-US" dirty="0"/>
          </a:p>
        </p:txBody>
      </p:sp>
      <p:sp>
        <p:nvSpPr>
          <p:cNvPr id="9" name="テキスト プレースホルダー 6"/>
          <p:cNvSpPr>
            <a:spLocks noGrp="1"/>
          </p:cNvSpPr>
          <p:nvPr>
            <p:ph type="body" sz="quarter" idx="14" hasCustomPrompt="1"/>
          </p:nvPr>
        </p:nvSpPr>
        <p:spPr>
          <a:xfrm>
            <a:off x="8351118" y="3271292"/>
            <a:ext cx="9577064" cy="1656184"/>
          </a:xfrm>
        </p:spPr>
        <p:txBody>
          <a:bodyPr anchor="b">
            <a:normAutofit/>
          </a:bodyPr>
          <a:lstStyle>
            <a:lvl1pPr algn="l">
              <a:defRPr sz="2000" baseline="0">
                <a:solidFill>
                  <a:schemeClr val="bg1"/>
                </a:solidFill>
              </a:defRPr>
            </a:lvl1pPr>
          </a:lstStyle>
          <a:p>
            <a:pPr lvl="0"/>
            <a:r>
              <a:rPr kumimoji="1" lang="en-US" altLang="ja-JP" dirty="0"/>
              <a:t>Text goes here</a:t>
            </a:r>
            <a:endParaRPr kumimoji="1" lang="ja-JP" altLang="en-US" dirty="0"/>
          </a:p>
        </p:txBody>
      </p:sp>
      <p:sp>
        <p:nvSpPr>
          <p:cNvPr id="10" name="図プレースホルダー 12"/>
          <p:cNvSpPr>
            <a:spLocks noGrp="1"/>
          </p:cNvSpPr>
          <p:nvPr>
            <p:ph type="pic" sz="quarter" idx="17" hasCustomPrompt="1"/>
          </p:nvPr>
        </p:nvSpPr>
        <p:spPr>
          <a:xfrm>
            <a:off x="9694707" y="6367636"/>
            <a:ext cx="625191" cy="625191"/>
          </a:xfrm>
        </p:spPr>
        <p:txBody>
          <a:bodyPr>
            <a:normAutofit/>
          </a:bodyPr>
          <a:lstStyle>
            <a:lvl1pPr>
              <a:defRPr sz="1600"/>
            </a:lvl1pPr>
          </a:lstStyle>
          <a:p>
            <a:r>
              <a:rPr kumimoji="1" lang="en-US" altLang="ja-JP" dirty="0"/>
              <a:t>Icon</a:t>
            </a:r>
            <a:endParaRPr kumimoji="1" lang="ja-JP" altLang="en-US" dirty="0"/>
          </a:p>
        </p:txBody>
      </p:sp>
      <p:sp>
        <p:nvSpPr>
          <p:cNvPr id="12" name="円/楕円 11"/>
          <p:cNvSpPr/>
          <p:nvPr userDrawn="1"/>
        </p:nvSpPr>
        <p:spPr>
          <a:xfrm>
            <a:off x="12334438" y="6032158"/>
            <a:ext cx="1296145" cy="129614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userDrawn="1"/>
        </p:nvSpPr>
        <p:spPr>
          <a:xfrm>
            <a:off x="15308431" y="6032157"/>
            <a:ext cx="1296145" cy="129614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図プレースホルダー 12"/>
          <p:cNvSpPr>
            <a:spLocks noGrp="1"/>
          </p:cNvSpPr>
          <p:nvPr>
            <p:ph type="pic" sz="quarter" idx="18" hasCustomPrompt="1"/>
          </p:nvPr>
        </p:nvSpPr>
        <p:spPr>
          <a:xfrm>
            <a:off x="12669915" y="6367635"/>
            <a:ext cx="625191" cy="625191"/>
          </a:xfrm>
        </p:spPr>
        <p:txBody>
          <a:bodyPr>
            <a:normAutofit/>
          </a:bodyPr>
          <a:lstStyle>
            <a:lvl1pPr>
              <a:defRPr sz="1600"/>
            </a:lvl1pPr>
          </a:lstStyle>
          <a:p>
            <a:r>
              <a:rPr kumimoji="1" lang="en-US" altLang="ja-JP" dirty="0"/>
              <a:t>Icon</a:t>
            </a:r>
            <a:endParaRPr kumimoji="1" lang="ja-JP" altLang="en-US" dirty="0"/>
          </a:p>
        </p:txBody>
      </p:sp>
      <p:sp>
        <p:nvSpPr>
          <p:cNvPr id="15" name="図プレースホルダー 12"/>
          <p:cNvSpPr>
            <a:spLocks noGrp="1"/>
          </p:cNvSpPr>
          <p:nvPr>
            <p:ph type="pic" sz="quarter" idx="19" hasCustomPrompt="1"/>
          </p:nvPr>
        </p:nvSpPr>
        <p:spPr>
          <a:xfrm>
            <a:off x="15643908" y="6367634"/>
            <a:ext cx="625191" cy="625191"/>
          </a:xfrm>
        </p:spPr>
        <p:txBody>
          <a:bodyPr>
            <a:normAutofit/>
          </a:bodyPr>
          <a:lstStyle>
            <a:lvl1pPr>
              <a:defRPr sz="1600"/>
            </a:lvl1pPr>
          </a:lstStyle>
          <a:p>
            <a:r>
              <a:rPr kumimoji="1" lang="en-US" altLang="ja-JP" dirty="0"/>
              <a:t>Icon</a:t>
            </a:r>
            <a:endParaRPr kumimoji="1" lang="ja-JP" altLang="en-US" dirty="0"/>
          </a:p>
        </p:txBody>
      </p:sp>
      <p:sp>
        <p:nvSpPr>
          <p:cNvPr id="16" name="テキスト プレースホルダー 6"/>
          <p:cNvSpPr>
            <a:spLocks noGrp="1"/>
          </p:cNvSpPr>
          <p:nvPr>
            <p:ph type="body" sz="quarter" idx="20" hasCustomPrompt="1"/>
          </p:nvPr>
        </p:nvSpPr>
        <p:spPr>
          <a:xfrm>
            <a:off x="8796290" y="7472981"/>
            <a:ext cx="2448272" cy="935442"/>
          </a:xfrm>
        </p:spPr>
        <p:txBody>
          <a:bodyPr anchor="t">
            <a:noAutofit/>
          </a:bodyPr>
          <a:lstStyle>
            <a:lvl1pPr algn="ctr">
              <a:defRPr sz="2400" i="0" baseline="0">
                <a:solidFill>
                  <a:schemeClr val="tx2"/>
                </a:solidFill>
                <a:latin typeface="+mn-lt"/>
              </a:defRPr>
            </a:lvl1pPr>
          </a:lstStyle>
          <a:p>
            <a:pPr lvl="0"/>
            <a:r>
              <a:rPr kumimoji="1" lang="en-US" altLang="ja-JP" dirty="0"/>
              <a:t>Text goes here</a:t>
            </a:r>
            <a:endParaRPr kumimoji="1" lang="ja-JP" altLang="en-US" dirty="0"/>
          </a:p>
        </p:txBody>
      </p:sp>
      <p:sp>
        <p:nvSpPr>
          <p:cNvPr id="18" name="テキスト プレースホルダー 6"/>
          <p:cNvSpPr>
            <a:spLocks noGrp="1"/>
          </p:cNvSpPr>
          <p:nvPr>
            <p:ph type="body" sz="quarter" idx="21" hasCustomPrompt="1"/>
          </p:nvPr>
        </p:nvSpPr>
        <p:spPr>
          <a:xfrm>
            <a:off x="11765298" y="7472981"/>
            <a:ext cx="2448272" cy="935442"/>
          </a:xfrm>
        </p:spPr>
        <p:txBody>
          <a:bodyPr anchor="t">
            <a:noAutofit/>
          </a:bodyPr>
          <a:lstStyle>
            <a:lvl1pPr algn="ctr">
              <a:defRPr sz="2400" i="0" baseline="0">
                <a:solidFill>
                  <a:schemeClr val="tx2"/>
                </a:solidFill>
                <a:latin typeface="+mn-lt"/>
              </a:defRPr>
            </a:lvl1pPr>
          </a:lstStyle>
          <a:p>
            <a:pPr lvl="0"/>
            <a:r>
              <a:rPr kumimoji="1" lang="en-US" altLang="ja-JP" dirty="0"/>
              <a:t>Text goes here</a:t>
            </a:r>
            <a:endParaRPr kumimoji="1" lang="ja-JP" altLang="en-US" dirty="0"/>
          </a:p>
        </p:txBody>
      </p:sp>
      <p:sp>
        <p:nvSpPr>
          <p:cNvPr id="19" name="テキスト プレースホルダー 6"/>
          <p:cNvSpPr>
            <a:spLocks noGrp="1"/>
          </p:cNvSpPr>
          <p:nvPr>
            <p:ph type="body" sz="quarter" idx="22" hasCustomPrompt="1"/>
          </p:nvPr>
        </p:nvSpPr>
        <p:spPr>
          <a:xfrm>
            <a:off x="14732367" y="7470636"/>
            <a:ext cx="2448272" cy="935442"/>
          </a:xfrm>
        </p:spPr>
        <p:txBody>
          <a:bodyPr anchor="t">
            <a:noAutofit/>
          </a:bodyPr>
          <a:lstStyle>
            <a:lvl1pPr algn="ctr">
              <a:defRPr sz="2400" i="0" baseline="0">
                <a:solidFill>
                  <a:schemeClr val="tx2"/>
                </a:solidFill>
                <a:latin typeface="+mn-lt"/>
              </a:defRPr>
            </a:lvl1pPr>
          </a:lstStyle>
          <a:p>
            <a:pPr lvl="0"/>
            <a:r>
              <a:rPr kumimoji="1" lang="en-US" altLang="ja-JP" dirty="0"/>
              <a:t>Text goes here</a:t>
            </a:r>
            <a:endParaRPr kumimoji="1" lang="ja-JP" altLang="en-US" dirty="0"/>
          </a:p>
        </p:txBody>
      </p:sp>
      <p:sp>
        <p:nvSpPr>
          <p:cNvPr id="20"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103930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500"/>
                                        <p:tgtEl>
                                          <p:spTgt spid="6"/>
                                        </p:tgtEl>
                                      </p:cBhvr>
                                    </p:animEffect>
                                  </p:childTnLst>
                                </p:cTn>
                              </p:par>
                            </p:childTnLst>
                          </p:cTn>
                        </p:par>
                        <p:par>
                          <p:cTn id="12" fill="hold">
                            <p:stCondLst>
                              <p:cond delay="1000"/>
                            </p:stCondLst>
                            <p:childTnLst>
                              <p:par>
                                <p:cTn id="13" presetID="2" presetClass="entr" presetSubtype="8" decel="10000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25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additive="base">
                                        <p:cTn id="19"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par>
                          <p:cTn id="21" fill="hold">
                            <p:stCondLst>
                              <p:cond delay="1750"/>
                            </p:stCondLst>
                            <p:childTnLst>
                              <p:par>
                                <p:cTn id="22" presetID="2" presetClass="entr" presetSubtype="2" decel="100000" fill="hold" grpId="0" nodeType="afterEffect">
                                  <p:stCondLst>
                                    <p:cond delay="0"/>
                                  </p:stCondLst>
                                  <p:childTnLst>
                                    <p:set>
                                      <p:cBhvr>
                                        <p:cTn id="23" dur="1" fill="hold">
                                          <p:stCondLst>
                                            <p:cond delay="0"/>
                                          </p:stCondLst>
                                        </p:cTn>
                                        <p:tgtEl>
                                          <p:spTgt spid="9">
                                            <p:txEl>
                                              <p:pRg st="0" end="0"/>
                                            </p:txEl>
                                          </p:spTgt>
                                        </p:tgtEl>
                                        <p:attrNameLst>
                                          <p:attrName>style.visibility</p:attrName>
                                        </p:attrNameLst>
                                      </p:cBhvr>
                                      <p:to>
                                        <p:strVal val="visible"/>
                                      </p:to>
                                    </p:set>
                                    <p:anim calcmode="lin" valueType="num">
                                      <p:cBhvr additive="base">
                                        <p:cTn id="24"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9">
                                            <p:txEl>
                                              <p:pRg st="0" end="0"/>
                                            </p:txEl>
                                          </p:spTgt>
                                        </p:tgtEl>
                                        <p:attrNameLst>
                                          <p:attrName>ppt_y</p:attrName>
                                        </p:attrNameLst>
                                      </p:cBhvr>
                                      <p:tavLst>
                                        <p:tav tm="0">
                                          <p:val>
                                            <p:strVal val="#ppt_y"/>
                                          </p:val>
                                        </p:tav>
                                        <p:tav tm="100000">
                                          <p:val>
                                            <p:strVal val="#ppt_y"/>
                                          </p:val>
                                        </p:tav>
                                      </p:tavLst>
                                    </p:anim>
                                  </p:childTnLst>
                                </p:cTn>
                              </p:par>
                              <p:par>
                                <p:cTn id="26" presetID="10" presetClass="entr" presetSubtype="0" fill="hold" grpId="0" nodeType="withEffect">
                                  <p:stCondLst>
                                    <p:cond delay="15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5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150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2" presetClass="entr" presetSubtype="2" decel="100000" fill="hold" grpId="0" nodeType="withEffect">
                                  <p:stCondLst>
                                    <p:cond delay="250"/>
                                  </p:stCondLst>
                                  <p:childTnLst>
                                    <p:set>
                                      <p:cBhvr>
                                        <p:cTn id="36" dur="1" fill="hold">
                                          <p:stCondLst>
                                            <p:cond delay="0"/>
                                          </p:stCondLst>
                                        </p:cTn>
                                        <p:tgtEl>
                                          <p:spTgt spid="16">
                                            <p:txEl>
                                              <p:pRg st="0" end="0"/>
                                            </p:txEl>
                                          </p:spTgt>
                                        </p:tgtEl>
                                        <p:attrNameLst>
                                          <p:attrName>style.visibility</p:attrName>
                                        </p:attrNameLst>
                                      </p:cBhvr>
                                      <p:to>
                                        <p:strVal val="visible"/>
                                      </p:to>
                                    </p:set>
                                    <p:anim calcmode="lin" valueType="num">
                                      <p:cBhvr additive="base">
                                        <p:cTn id="37" dur="5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6">
                                            <p:txEl>
                                              <p:pRg st="0" end="0"/>
                                            </p:txEl>
                                          </p:spTgt>
                                        </p:tgtEl>
                                        <p:attrNameLst>
                                          <p:attrName>ppt_y</p:attrName>
                                        </p:attrNameLst>
                                      </p:cBhvr>
                                      <p:tavLst>
                                        <p:tav tm="0">
                                          <p:val>
                                            <p:strVal val="#ppt_y"/>
                                          </p:val>
                                        </p:tav>
                                        <p:tav tm="100000">
                                          <p:val>
                                            <p:strVal val="#ppt_y"/>
                                          </p:val>
                                        </p:tav>
                                      </p:tavLst>
                                    </p:anim>
                                  </p:childTnLst>
                                </p:cTn>
                              </p:par>
                              <p:par>
                                <p:cTn id="39" presetID="2" presetClass="entr" presetSubtype="2" decel="100000" fill="hold" grpId="0" nodeType="withEffect">
                                  <p:stCondLst>
                                    <p:cond delay="250"/>
                                  </p:stCondLst>
                                  <p:childTnLst>
                                    <p:set>
                                      <p:cBhvr>
                                        <p:cTn id="40" dur="1" fill="hold">
                                          <p:stCondLst>
                                            <p:cond delay="0"/>
                                          </p:stCondLst>
                                        </p:cTn>
                                        <p:tgtEl>
                                          <p:spTgt spid="18">
                                            <p:txEl>
                                              <p:pRg st="0" end="0"/>
                                            </p:txEl>
                                          </p:spTgt>
                                        </p:tgtEl>
                                        <p:attrNameLst>
                                          <p:attrName>style.visibility</p:attrName>
                                        </p:attrNameLst>
                                      </p:cBhvr>
                                      <p:to>
                                        <p:strVal val="visible"/>
                                      </p:to>
                                    </p:set>
                                    <p:anim calcmode="lin" valueType="num">
                                      <p:cBhvr additive="base">
                                        <p:cTn id="41"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8">
                                            <p:txEl>
                                              <p:pRg st="0" end="0"/>
                                            </p:txEl>
                                          </p:spTgt>
                                        </p:tgtEl>
                                        <p:attrNameLst>
                                          <p:attrName>ppt_y</p:attrName>
                                        </p:attrNameLst>
                                      </p:cBhvr>
                                      <p:tavLst>
                                        <p:tav tm="0">
                                          <p:val>
                                            <p:strVal val="#ppt_y"/>
                                          </p:val>
                                        </p:tav>
                                        <p:tav tm="100000">
                                          <p:val>
                                            <p:strVal val="#ppt_y"/>
                                          </p:val>
                                        </p:tav>
                                      </p:tavLst>
                                    </p:anim>
                                  </p:childTnLst>
                                </p:cTn>
                              </p:par>
                              <p:par>
                                <p:cTn id="43" presetID="2" presetClass="entr" presetSubtype="2" decel="100000" fill="hold" grpId="0" nodeType="withEffect">
                                  <p:stCondLst>
                                    <p:cond delay="250"/>
                                  </p:stCondLst>
                                  <p:childTnLst>
                                    <p:set>
                                      <p:cBhvr>
                                        <p:cTn id="44" dur="1" fill="hold">
                                          <p:stCondLst>
                                            <p:cond delay="0"/>
                                          </p:stCondLst>
                                        </p:cTn>
                                        <p:tgtEl>
                                          <p:spTgt spid="19">
                                            <p:txEl>
                                              <p:pRg st="0" end="0"/>
                                            </p:txEl>
                                          </p:spTgt>
                                        </p:tgtEl>
                                        <p:attrNameLst>
                                          <p:attrName>style.visibility</p:attrName>
                                        </p:attrNameLst>
                                      </p:cBhvr>
                                      <p:to>
                                        <p:strVal val="visible"/>
                                      </p:to>
                                    </p:set>
                                    <p:anim calcmode="lin" valueType="num">
                                      <p:cBhvr additive="base">
                                        <p:cTn id="45" dur="5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build="p">
        <p:tmplLst>
          <p:tmpl lvl="1">
            <p:tnLst>
              <p:par>
                <p:cTn presetID="2" presetClass="entr" presetSubtype="2"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1+#ppt_w/2"/>
                          </p:val>
                        </p:tav>
                        <p:tav tm="100000">
                          <p:val>
                            <p:strVal val="#ppt_x"/>
                          </p:val>
                        </p:tav>
                      </p:tavLst>
                    </p:anim>
                    <p:anim calcmode="lin" valueType="num">
                      <p:cBhvr additive="base">
                        <p:cTn dur="500" fill="hold"/>
                        <p:tgtEl>
                          <p:spTgt spid="8"/>
                        </p:tgtEl>
                        <p:attrNameLst>
                          <p:attrName>ppt_y</p:attrName>
                        </p:attrNameLst>
                      </p:cBhvr>
                      <p:tavLst>
                        <p:tav tm="0">
                          <p:val>
                            <p:strVal val="#ppt_y"/>
                          </p:val>
                        </p:tav>
                        <p:tav tm="100000">
                          <p:val>
                            <p:strVal val="#ppt_y"/>
                          </p:val>
                        </p:tav>
                      </p:tavLst>
                    </p:anim>
                  </p:childTnLst>
                </p:cTn>
              </p:par>
            </p:tnLst>
          </p:tmpl>
        </p:tmplLst>
      </p:bldP>
      <p:bldP spid="9" grpId="0" build="allAtOnce"/>
      <p:bldP spid="10" grpId="0"/>
      <p:bldP spid="14" grpId="0"/>
      <p:bldP spid="15" grpId="0"/>
      <p:bldP spid="16" grpId="0" build="p">
        <p:tmplLst>
          <p:tmpl lvl="1">
            <p:tnLst>
              <p:par>
                <p:cTn presetID="2" presetClass="entr" presetSubtype="2" decel="100000" fill="hold" nodeType="withEffect">
                  <p:stCondLst>
                    <p:cond delay="25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8" grpId="0" build="p">
        <p:tmplLst>
          <p:tmpl lvl="1">
            <p:tnLst>
              <p:par>
                <p:cTn presetID="2" presetClass="entr" presetSubtype="2" decel="100000"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19" grpId="0" build="p">
        <p:tmplLst>
          <p:tmpl lvl="1">
            <p:tnLst>
              <p:par>
                <p:cTn presetID="2" presetClass="entr" presetSubtype="2" decel="10000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1+#ppt_w/2"/>
                          </p:val>
                        </p:tav>
                        <p:tav tm="100000">
                          <p:val>
                            <p:strVal val="#ppt_x"/>
                          </p:val>
                        </p:tav>
                      </p:tavLst>
                    </p:anim>
                    <p:anim calcmode="lin" valueType="num">
                      <p:cBhvr additive="base">
                        <p:cTn dur="500" fill="hold"/>
                        <p:tgtEl>
                          <p:spTgt spid="1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rofile 2">
    <p:spTree>
      <p:nvGrpSpPr>
        <p:cNvPr id="1" name=""/>
        <p:cNvGrpSpPr/>
        <p:nvPr/>
      </p:nvGrpSpPr>
      <p:grpSpPr>
        <a:xfrm>
          <a:off x="0" y="0"/>
          <a:ext cx="0" cy="0"/>
          <a:chOff x="0" y="0"/>
          <a:chExt cx="0" cy="0"/>
        </a:xfrm>
      </p:grpSpPr>
      <p:sp>
        <p:nvSpPr>
          <p:cNvPr id="5" name="正方形/長方形 4"/>
          <p:cNvSpPr/>
          <p:nvPr userDrawn="1"/>
        </p:nvSpPr>
        <p:spPr>
          <a:xfrm>
            <a:off x="-1" y="0"/>
            <a:ext cx="18286413" cy="51435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userDrawn="1"/>
        </p:nvSpPr>
        <p:spPr>
          <a:xfrm>
            <a:off x="-794" y="2695228"/>
            <a:ext cx="18286413" cy="2448272"/>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lumMod val="50000"/>
                </a:schemeClr>
              </a:solidFill>
            </a:endParaRPr>
          </a:p>
        </p:txBody>
      </p:sp>
      <p:sp>
        <p:nvSpPr>
          <p:cNvPr id="2" name="タイトル 1"/>
          <p:cNvSpPr>
            <a:spLocks noGrp="1"/>
          </p:cNvSpPr>
          <p:nvPr>
            <p:ph type="title" hasCustomPrompt="1"/>
          </p:nvPr>
        </p:nvSpPr>
        <p:spPr>
          <a:xfrm>
            <a:off x="8351118" y="2695227"/>
            <a:ext cx="9577064" cy="1350907"/>
          </a:xfrm>
        </p:spPr>
        <p:txBody>
          <a:bodyPr anchor="b">
            <a:normAutofit/>
          </a:bodyPr>
          <a:lstStyle>
            <a:lvl1pP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6" name="図プレースホルダー 3"/>
          <p:cNvSpPr>
            <a:spLocks noGrp="1"/>
          </p:cNvSpPr>
          <p:nvPr>
            <p:ph type="pic" sz="quarter" idx="12" hasCustomPrompt="1"/>
          </p:nvPr>
        </p:nvSpPr>
        <p:spPr>
          <a:xfrm>
            <a:off x="862286" y="0"/>
            <a:ext cx="7260600" cy="10287000"/>
          </a:xfrm>
          <a:noFill/>
        </p:spPr>
        <p:txBody>
          <a:bodyPr/>
          <a:lstStyle>
            <a:lvl1pPr>
              <a:defRPr/>
            </a:lvl1pPr>
          </a:lstStyle>
          <a:p>
            <a:r>
              <a:rPr kumimoji="1" lang="en-US" altLang="ja-JP" dirty="0"/>
              <a:t>Add an image</a:t>
            </a:r>
            <a:endParaRPr kumimoji="1" lang="ja-JP" altLang="en-US" dirty="0"/>
          </a:p>
        </p:txBody>
      </p:sp>
      <p:sp>
        <p:nvSpPr>
          <p:cNvPr id="7" name="正方形/長方形 6"/>
          <p:cNvSpPr/>
          <p:nvPr userDrawn="1"/>
        </p:nvSpPr>
        <p:spPr>
          <a:xfrm>
            <a:off x="8495134" y="4061358"/>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6"/>
          <p:cNvSpPr>
            <a:spLocks noGrp="1"/>
          </p:cNvSpPr>
          <p:nvPr>
            <p:ph type="body" sz="quarter" idx="16" hasCustomPrompt="1"/>
          </p:nvPr>
        </p:nvSpPr>
        <p:spPr>
          <a:xfrm>
            <a:off x="8351118" y="4134028"/>
            <a:ext cx="9577064" cy="935442"/>
          </a:xfrm>
        </p:spPr>
        <p:txBody>
          <a:bodyPr anchor="t">
            <a:noAutofit/>
          </a:bodyPr>
          <a:lstStyle>
            <a:lvl1pPr algn="l">
              <a:defRPr sz="3200" i="1" baseline="0">
                <a:solidFill>
                  <a:schemeClr val="bg1">
                    <a:lumMod val="85000"/>
                  </a:schemeClr>
                </a:solidFill>
                <a:latin typeface="+mn-lt"/>
              </a:defRPr>
            </a:lvl1pPr>
          </a:lstStyle>
          <a:p>
            <a:pPr lvl="0"/>
            <a:r>
              <a:rPr kumimoji="1" lang="en-US" altLang="ja-JP" dirty="0"/>
              <a:t>Text goes here</a:t>
            </a:r>
            <a:endParaRPr kumimoji="1" lang="ja-JP" altLang="en-US" dirty="0"/>
          </a:p>
        </p:txBody>
      </p:sp>
      <p:sp>
        <p:nvSpPr>
          <p:cNvPr id="9" name="テキスト プレースホルダー 6"/>
          <p:cNvSpPr>
            <a:spLocks noGrp="1"/>
          </p:cNvSpPr>
          <p:nvPr>
            <p:ph type="body" sz="quarter" idx="14" hasCustomPrompt="1"/>
          </p:nvPr>
        </p:nvSpPr>
        <p:spPr>
          <a:xfrm>
            <a:off x="8351118" y="5359524"/>
            <a:ext cx="9577064" cy="3168352"/>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1"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337718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500"/>
                                        <p:tgtEl>
                                          <p:spTgt spid="6"/>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outVertical)">
                                      <p:cBhvr>
                                        <p:cTn id="15" dur="500"/>
                                        <p:tgtEl>
                                          <p:spTgt spid="20"/>
                                        </p:tgtEl>
                                      </p:cBhvr>
                                    </p:animEffect>
                                  </p:childTnLst>
                                </p:cTn>
                              </p:par>
                            </p:childTnLst>
                          </p:cTn>
                        </p:par>
                        <p:par>
                          <p:cTn id="16" fill="hold">
                            <p:stCondLst>
                              <p:cond delay="1500"/>
                            </p:stCondLst>
                            <p:childTnLst>
                              <p:par>
                                <p:cTn id="17" presetID="2" presetClass="entr" presetSubtype="3" decel="100000" fill="hold" grpId="0" nodeType="afterEffect">
                                  <p:stCondLst>
                                    <p:cond delay="250"/>
                                  </p:stCondLst>
                                  <p:iterate type="wd">
                                    <p:tmPct val="10000"/>
                                  </p:iterate>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0-#ppt_h/2"/>
                                          </p:val>
                                        </p:tav>
                                        <p:tav tm="100000">
                                          <p:val>
                                            <p:strVal val="#ppt_y"/>
                                          </p:val>
                                        </p:tav>
                                      </p:tavLst>
                                    </p:anim>
                                  </p:childTnLst>
                                </p:cTn>
                              </p:par>
                              <p:par>
                                <p:cTn id="21" presetID="2" presetClass="entr" presetSubtype="2" decel="100000" fill="hold" grpId="0" nodeType="withEffect">
                                  <p:stCondLst>
                                    <p:cond delay="25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1+#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par>
                          <p:cTn id="25" fill="hold">
                            <p:stCondLst>
                              <p:cond delay="2350"/>
                            </p:stCondLst>
                            <p:childTnLst>
                              <p:par>
                                <p:cTn id="26" presetID="2" presetClass="entr" presetSubtype="2" decel="100000" fill="hold" grpId="0" nodeType="afterEffect">
                                  <p:stCondLst>
                                    <p:cond delay="0"/>
                                  </p:stCondLst>
                                  <p:iterate type="wd">
                                    <p:tmPct val="10000"/>
                                  </p:iterate>
                                  <p:childTnLst>
                                    <p:set>
                                      <p:cBhvr>
                                        <p:cTn id="27" dur="1" fill="hold">
                                          <p:stCondLst>
                                            <p:cond delay="0"/>
                                          </p:stCondLst>
                                        </p:cTn>
                                        <p:tgtEl>
                                          <p:spTgt spid="8">
                                            <p:txEl>
                                              <p:pRg st="0" end="0"/>
                                            </p:txEl>
                                          </p:spTgt>
                                        </p:tgtEl>
                                        <p:attrNameLst>
                                          <p:attrName>style.visibility</p:attrName>
                                        </p:attrNameLst>
                                      </p:cBhvr>
                                      <p:to>
                                        <p:strVal val="visible"/>
                                      </p:to>
                                    </p:set>
                                    <p:anim calcmode="lin" valueType="num">
                                      <p:cBhvr additive="base">
                                        <p:cTn id="28"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par>
                          <p:cTn id="30" fill="hold">
                            <p:stCondLst>
                              <p:cond delay="2950"/>
                            </p:stCondLst>
                            <p:childTnLst>
                              <p:par>
                                <p:cTn id="31" presetID="10" presetClass="entr" presetSubtype="0" fill="hold" grpId="0" nodeType="afterEffect">
                                  <p:stCondLst>
                                    <p:cond delay="25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P spid="2" grpId="0"/>
      <p:bldP spid="6" grpId="0"/>
      <p:bldP spid="7" grpId="0" animBg="1"/>
      <p:bldP spid="8"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1+#ppt_w/2"/>
                          </p:val>
                        </p:tav>
                        <p:tav tm="100000">
                          <p:val>
                            <p:strVal val="#ppt_x"/>
                          </p:val>
                        </p:tav>
                      </p:tavLst>
                    </p:anim>
                    <p:anim calcmode="lin" valueType="num">
                      <p:cBhvr additive="base">
                        <p:cTn dur="500" fill="hold"/>
                        <p:tgtEl>
                          <p:spTgt spid="8"/>
                        </p:tgtEl>
                        <p:attrNameLst>
                          <p:attrName>ppt_y</p:attrName>
                        </p:attrNameLst>
                      </p:cBhvr>
                      <p:tavLst>
                        <p:tav tm="0">
                          <p:val>
                            <p:strVal val="#ppt_y"/>
                          </p:val>
                        </p:tav>
                        <p:tav tm="100000">
                          <p:val>
                            <p:strVal val="#ppt_y"/>
                          </p:val>
                        </p:tav>
                      </p:tavLst>
                    </p:anim>
                  </p:childTnLst>
                </p:cTn>
              </p:par>
            </p:tnLst>
          </p:tmpl>
        </p:tmplLst>
      </p:bldP>
      <p:bldP spid="9" grpId="0">
        <p:tmplLst>
          <p:tmpl>
            <p:tnLst>
              <p:par>
                <p:cTn presetID="10" presetClass="entr" presetSubtype="0" fill="hold" nodeType="afterEffect">
                  <p:stCondLst>
                    <p:cond delay="25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Keyword 1">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1143471" y="3055269"/>
            <a:ext cx="6140652" cy="1748684"/>
          </a:xfrm>
        </p:spPr>
        <p:txBody>
          <a:bodyPr>
            <a:noAutofit/>
          </a:bodyPr>
          <a:lstStyle>
            <a:lvl1pPr algn="r">
              <a:defRPr sz="8000">
                <a:latin typeface="Route 159 UltraLight" pitchFamily="50" charset="0"/>
              </a:defRPr>
            </a:lvl1pPr>
          </a:lstStyle>
          <a:p>
            <a:r>
              <a:rPr kumimoji="1" lang="en-US" altLang="ja-JP" dirty="0"/>
              <a:t>Word</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円/楕円 4"/>
          <p:cNvSpPr/>
          <p:nvPr userDrawn="1"/>
        </p:nvSpPr>
        <p:spPr>
          <a:xfrm>
            <a:off x="6348019" y="5915094"/>
            <a:ext cx="679093" cy="67909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円/楕円 5"/>
          <p:cNvSpPr/>
          <p:nvPr userDrawn="1"/>
        </p:nvSpPr>
        <p:spPr>
          <a:xfrm>
            <a:off x="7623670" y="3721840"/>
            <a:ext cx="864096" cy="86409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 name="円/楕円 6"/>
          <p:cNvSpPr/>
          <p:nvPr userDrawn="1"/>
        </p:nvSpPr>
        <p:spPr>
          <a:xfrm>
            <a:off x="7287819" y="4896455"/>
            <a:ext cx="1358186" cy="135818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円/楕円 7"/>
          <p:cNvSpPr/>
          <p:nvPr userDrawn="1"/>
        </p:nvSpPr>
        <p:spPr>
          <a:xfrm>
            <a:off x="8945661" y="3271292"/>
            <a:ext cx="599312" cy="59931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 name="テキスト プレースホルダー 6"/>
          <p:cNvSpPr>
            <a:spLocks noGrp="1"/>
          </p:cNvSpPr>
          <p:nvPr>
            <p:ph type="body" sz="quarter" idx="14" hasCustomPrompt="1"/>
          </p:nvPr>
        </p:nvSpPr>
        <p:spPr>
          <a:xfrm>
            <a:off x="9156331" y="4293198"/>
            <a:ext cx="7763739" cy="30825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0" name="正方形/長方形 9"/>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4280297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650"/>
                            </p:stCondLst>
                            <p:childTnLst>
                              <p:par>
                                <p:cTn id="10" presetID="2" presetClass="entr" presetSubtype="6" decel="100000" fill="hold" grpId="0" nodeType="afterEffect">
                                  <p:stCondLst>
                                    <p:cond delay="30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1+#ppt_w/2"/>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par>
                                <p:cTn id="14" presetID="45" presetClass="entr" presetSubtype="0" fill="hold" grpId="1" nodeType="withEffect">
                                  <p:stCondLst>
                                    <p:cond delay="3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anim calcmode="lin" valueType="num">
                                      <p:cBhvr>
                                        <p:cTn id="17" dur="750" fill="hold"/>
                                        <p:tgtEl>
                                          <p:spTgt spid="5"/>
                                        </p:tgtEl>
                                        <p:attrNameLst>
                                          <p:attrName>ppt_w</p:attrName>
                                        </p:attrNameLst>
                                      </p:cBhvr>
                                      <p:tavLst>
                                        <p:tav tm="0" fmla="#ppt_w*sin(2.5*pi*$)">
                                          <p:val>
                                            <p:fltVal val="0"/>
                                          </p:val>
                                        </p:tav>
                                        <p:tav tm="100000">
                                          <p:val>
                                            <p:fltVal val="1"/>
                                          </p:val>
                                        </p:tav>
                                      </p:tavLst>
                                    </p:anim>
                                    <p:anim calcmode="lin" valueType="num">
                                      <p:cBhvr>
                                        <p:cTn id="18" dur="750" fill="hold"/>
                                        <p:tgtEl>
                                          <p:spTgt spid="5"/>
                                        </p:tgtEl>
                                        <p:attrNameLst>
                                          <p:attrName>ppt_h</p:attrName>
                                        </p:attrNameLst>
                                      </p:cBhvr>
                                      <p:tavLst>
                                        <p:tav tm="0">
                                          <p:val>
                                            <p:strVal val="#ppt_h"/>
                                          </p:val>
                                        </p:tav>
                                        <p:tav tm="100000">
                                          <p:val>
                                            <p:strVal val="#ppt_h"/>
                                          </p:val>
                                        </p:tav>
                                      </p:tavLst>
                                    </p:anim>
                                  </p:childTnLst>
                                </p:cTn>
                              </p:par>
                              <p:par>
                                <p:cTn id="19" presetID="2" presetClass="entr" presetSubtype="6" decel="100000" fill="hold" grpId="0" nodeType="withEffect">
                                  <p:stCondLst>
                                    <p:cond delay="10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750" fill="hold"/>
                                        <p:tgtEl>
                                          <p:spTgt spid="6"/>
                                        </p:tgtEl>
                                        <p:attrNameLst>
                                          <p:attrName>ppt_x</p:attrName>
                                        </p:attrNameLst>
                                      </p:cBhvr>
                                      <p:tavLst>
                                        <p:tav tm="0">
                                          <p:val>
                                            <p:strVal val="1+#ppt_w/2"/>
                                          </p:val>
                                        </p:tav>
                                        <p:tav tm="100000">
                                          <p:val>
                                            <p:strVal val="#ppt_x"/>
                                          </p:val>
                                        </p:tav>
                                      </p:tavLst>
                                    </p:anim>
                                    <p:anim calcmode="lin" valueType="num">
                                      <p:cBhvr additive="base">
                                        <p:cTn id="22" dur="750" fill="hold"/>
                                        <p:tgtEl>
                                          <p:spTgt spid="6"/>
                                        </p:tgtEl>
                                        <p:attrNameLst>
                                          <p:attrName>ppt_y</p:attrName>
                                        </p:attrNameLst>
                                      </p:cBhvr>
                                      <p:tavLst>
                                        <p:tav tm="0">
                                          <p:val>
                                            <p:strVal val="1+#ppt_h/2"/>
                                          </p:val>
                                        </p:tav>
                                        <p:tav tm="100000">
                                          <p:val>
                                            <p:strVal val="#ppt_y"/>
                                          </p:val>
                                        </p:tav>
                                      </p:tavLst>
                                    </p:anim>
                                  </p:childTnLst>
                                </p:cTn>
                              </p:par>
                              <p:par>
                                <p:cTn id="23" presetID="45" presetClass="entr" presetSubtype="0" fill="hold" grpId="1" nodeType="withEffect">
                                  <p:stCondLst>
                                    <p:cond delay="1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750"/>
                                        <p:tgtEl>
                                          <p:spTgt spid="6"/>
                                        </p:tgtEl>
                                      </p:cBhvr>
                                    </p:animEffect>
                                    <p:anim calcmode="lin" valueType="num">
                                      <p:cBhvr>
                                        <p:cTn id="26" dur="750" fill="hold"/>
                                        <p:tgtEl>
                                          <p:spTgt spid="6"/>
                                        </p:tgtEl>
                                        <p:attrNameLst>
                                          <p:attrName>ppt_w</p:attrName>
                                        </p:attrNameLst>
                                      </p:cBhvr>
                                      <p:tavLst>
                                        <p:tav tm="0" fmla="#ppt_w*sin(2.5*pi*$)">
                                          <p:val>
                                            <p:fltVal val="0"/>
                                          </p:val>
                                        </p:tav>
                                        <p:tav tm="100000">
                                          <p:val>
                                            <p:fltVal val="1"/>
                                          </p:val>
                                        </p:tav>
                                      </p:tavLst>
                                    </p:anim>
                                    <p:anim calcmode="lin" valueType="num">
                                      <p:cBhvr>
                                        <p:cTn id="27" dur="750" fill="hold"/>
                                        <p:tgtEl>
                                          <p:spTgt spid="6"/>
                                        </p:tgtEl>
                                        <p:attrNameLst>
                                          <p:attrName>ppt_h</p:attrName>
                                        </p:attrNameLst>
                                      </p:cBhvr>
                                      <p:tavLst>
                                        <p:tav tm="0">
                                          <p:val>
                                            <p:strVal val="#ppt_h"/>
                                          </p:val>
                                        </p:tav>
                                        <p:tav tm="100000">
                                          <p:val>
                                            <p:strVal val="#ppt_h"/>
                                          </p:val>
                                        </p:tav>
                                      </p:tavLst>
                                    </p:anim>
                                  </p:childTnLst>
                                </p:cTn>
                              </p:par>
                              <p:par>
                                <p:cTn id="28" presetID="2" presetClass="entr" presetSubtype="6" decel="100000" fill="hold" grpId="0" nodeType="withEffect">
                                  <p:stCondLst>
                                    <p:cond delay="20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750" fill="hold"/>
                                        <p:tgtEl>
                                          <p:spTgt spid="7"/>
                                        </p:tgtEl>
                                        <p:attrNameLst>
                                          <p:attrName>ppt_x</p:attrName>
                                        </p:attrNameLst>
                                      </p:cBhvr>
                                      <p:tavLst>
                                        <p:tav tm="0">
                                          <p:val>
                                            <p:strVal val="1+#ppt_w/2"/>
                                          </p:val>
                                        </p:tav>
                                        <p:tav tm="100000">
                                          <p:val>
                                            <p:strVal val="#ppt_x"/>
                                          </p:val>
                                        </p:tav>
                                      </p:tavLst>
                                    </p:anim>
                                    <p:anim calcmode="lin" valueType="num">
                                      <p:cBhvr additive="base">
                                        <p:cTn id="31" dur="750" fill="hold"/>
                                        <p:tgtEl>
                                          <p:spTgt spid="7"/>
                                        </p:tgtEl>
                                        <p:attrNameLst>
                                          <p:attrName>ppt_y</p:attrName>
                                        </p:attrNameLst>
                                      </p:cBhvr>
                                      <p:tavLst>
                                        <p:tav tm="0">
                                          <p:val>
                                            <p:strVal val="1+#ppt_h/2"/>
                                          </p:val>
                                        </p:tav>
                                        <p:tav tm="100000">
                                          <p:val>
                                            <p:strVal val="#ppt_y"/>
                                          </p:val>
                                        </p:tav>
                                      </p:tavLst>
                                    </p:anim>
                                  </p:childTnLst>
                                </p:cTn>
                              </p:par>
                              <p:par>
                                <p:cTn id="32" presetID="45" presetClass="entr" presetSubtype="0" fill="hold" grpId="1" nodeType="withEffect">
                                  <p:stCondLst>
                                    <p:cond delay="20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750"/>
                                        <p:tgtEl>
                                          <p:spTgt spid="7"/>
                                        </p:tgtEl>
                                      </p:cBhvr>
                                    </p:animEffect>
                                    <p:anim calcmode="lin" valueType="num">
                                      <p:cBhvr>
                                        <p:cTn id="35" dur="750" fill="hold"/>
                                        <p:tgtEl>
                                          <p:spTgt spid="7"/>
                                        </p:tgtEl>
                                        <p:attrNameLst>
                                          <p:attrName>ppt_w</p:attrName>
                                        </p:attrNameLst>
                                      </p:cBhvr>
                                      <p:tavLst>
                                        <p:tav tm="0" fmla="#ppt_w*sin(2.5*pi*$)">
                                          <p:val>
                                            <p:fltVal val="0"/>
                                          </p:val>
                                        </p:tav>
                                        <p:tav tm="100000">
                                          <p:val>
                                            <p:fltVal val="1"/>
                                          </p:val>
                                        </p:tav>
                                      </p:tavLst>
                                    </p:anim>
                                    <p:anim calcmode="lin" valueType="num">
                                      <p:cBhvr>
                                        <p:cTn id="36" dur="750" fill="hold"/>
                                        <p:tgtEl>
                                          <p:spTgt spid="7"/>
                                        </p:tgtEl>
                                        <p:attrNameLst>
                                          <p:attrName>ppt_h</p:attrName>
                                        </p:attrNameLst>
                                      </p:cBhvr>
                                      <p:tavLst>
                                        <p:tav tm="0">
                                          <p:val>
                                            <p:strVal val="#ppt_h"/>
                                          </p:val>
                                        </p:tav>
                                        <p:tav tm="100000">
                                          <p:val>
                                            <p:strVal val="#ppt_h"/>
                                          </p:val>
                                        </p:tav>
                                      </p:tavLst>
                                    </p:anim>
                                  </p:childTnLst>
                                </p:cTn>
                              </p:par>
                              <p:par>
                                <p:cTn id="37" presetID="2" presetClass="entr" presetSubtype="6"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750" fill="hold"/>
                                        <p:tgtEl>
                                          <p:spTgt spid="8"/>
                                        </p:tgtEl>
                                        <p:attrNameLst>
                                          <p:attrName>ppt_x</p:attrName>
                                        </p:attrNameLst>
                                      </p:cBhvr>
                                      <p:tavLst>
                                        <p:tav tm="0">
                                          <p:val>
                                            <p:strVal val="1+#ppt_w/2"/>
                                          </p:val>
                                        </p:tav>
                                        <p:tav tm="100000">
                                          <p:val>
                                            <p:strVal val="#ppt_x"/>
                                          </p:val>
                                        </p:tav>
                                      </p:tavLst>
                                    </p:anim>
                                    <p:anim calcmode="lin" valueType="num">
                                      <p:cBhvr additive="base">
                                        <p:cTn id="40" dur="750" fill="hold"/>
                                        <p:tgtEl>
                                          <p:spTgt spid="8"/>
                                        </p:tgtEl>
                                        <p:attrNameLst>
                                          <p:attrName>ppt_y</p:attrName>
                                        </p:attrNameLst>
                                      </p:cBhvr>
                                      <p:tavLst>
                                        <p:tav tm="0">
                                          <p:val>
                                            <p:strVal val="1+#ppt_h/2"/>
                                          </p:val>
                                        </p:tav>
                                        <p:tav tm="100000">
                                          <p:val>
                                            <p:strVal val="#ppt_y"/>
                                          </p:val>
                                        </p:tav>
                                      </p:tavLst>
                                    </p:anim>
                                  </p:childTnLst>
                                </p:cTn>
                              </p:par>
                              <p:par>
                                <p:cTn id="41" presetID="45" presetClass="entr" presetSubtype="0" fill="hold" grpId="1"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750"/>
                                        <p:tgtEl>
                                          <p:spTgt spid="8"/>
                                        </p:tgtEl>
                                      </p:cBhvr>
                                    </p:animEffect>
                                    <p:anim calcmode="lin" valueType="num">
                                      <p:cBhvr>
                                        <p:cTn id="44" dur="750" fill="hold"/>
                                        <p:tgtEl>
                                          <p:spTgt spid="8"/>
                                        </p:tgtEl>
                                        <p:attrNameLst>
                                          <p:attrName>ppt_w</p:attrName>
                                        </p:attrNameLst>
                                      </p:cBhvr>
                                      <p:tavLst>
                                        <p:tav tm="0" fmla="#ppt_w*sin(2.5*pi*$)">
                                          <p:val>
                                            <p:fltVal val="0"/>
                                          </p:val>
                                        </p:tav>
                                        <p:tav tm="100000">
                                          <p:val>
                                            <p:fltVal val="1"/>
                                          </p:val>
                                        </p:tav>
                                      </p:tavLst>
                                    </p:anim>
                                    <p:anim calcmode="lin" valueType="num">
                                      <p:cBhvr>
                                        <p:cTn id="45" dur="750" fill="hold"/>
                                        <p:tgtEl>
                                          <p:spTgt spid="8"/>
                                        </p:tgtEl>
                                        <p:attrNameLst>
                                          <p:attrName>ppt_h</p:attrName>
                                        </p:attrNameLst>
                                      </p:cBhvr>
                                      <p:tavLst>
                                        <p:tav tm="0">
                                          <p:val>
                                            <p:strVal val="#ppt_h"/>
                                          </p:val>
                                        </p:tav>
                                        <p:tav tm="100000">
                                          <p:val>
                                            <p:strVal val="#ppt_h"/>
                                          </p:val>
                                        </p:tav>
                                      </p:tavLst>
                                    </p:anim>
                                  </p:childTnLst>
                                </p:cTn>
                              </p:par>
                            </p:childTnLst>
                          </p:cTn>
                        </p:par>
                        <p:par>
                          <p:cTn id="46" fill="hold">
                            <p:stCondLst>
                              <p:cond delay="1700"/>
                            </p:stCondLst>
                            <p:childTnLst>
                              <p:par>
                                <p:cTn id="47" presetID="2" presetClass="entr" presetSubtype="2" decel="100000" fill="hold" grpId="0" nodeType="afterEffect">
                                  <p:stCondLst>
                                    <p:cond delay="25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1+#ppt_w/2"/>
                                          </p:val>
                                        </p:tav>
                                        <p:tav tm="100000">
                                          <p:val>
                                            <p:strVal val="#ppt_x"/>
                                          </p:val>
                                        </p:tav>
                                      </p:tavLst>
                                    </p:anim>
                                    <p:anim calcmode="lin" valueType="num">
                                      <p:cBhvr additive="base">
                                        <p:cTn id="5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5" grpId="1" animBg="1"/>
      <p:bldP spid="6" grpId="0" animBg="1"/>
      <p:bldP spid="6" grpId="1" animBg="1"/>
      <p:bldP spid="7" grpId="0" animBg="1"/>
      <p:bldP spid="7" grpId="1" animBg="1"/>
      <p:bldP spid="8" grpId="0" animBg="1"/>
      <p:bldP spid="8" grpId="1" animBg="1"/>
      <p:bldP spid="9" grpId="0">
        <p:tmplLst>
          <p:tmpl>
            <p:tnLst>
              <p:par>
                <p:cTn presetID="2" presetClass="entr" presetSubtype="2" decel="100000" fill="hold" nodeType="afterEffect">
                  <p:stCondLst>
                    <p:cond delay="2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1+#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5" name="正方形/長方形 4"/>
          <p:cNvSpPr/>
          <p:nvPr userDrawn="1"/>
        </p:nvSpPr>
        <p:spPr>
          <a:xfrm>
            <a:off x="-1" y="1"/>
            <a:ext cx="18286413" cy="528751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7" name="図プレースホルダー 6"/>
          <p:cNvSpPr>
            <a:spLocks noGrp="1"/>
          </p:cNvSpPr>
          <p:nvPr>
            <p:ph type="pic" sz="quarter" idx="12"/>
          </p:nvPr>
        </p:nvSpPr>
        <p:spPr>
          <a:xfrm>
            <a:off x="0" y="0"/>
            <a:ext cx="18286413" cy="5143500"/>
          </a:xfrm>
        </p:spPr>
        <p:txBody>
          <a:bodyPr/>
          <a:lstStyle/>
          <a:p>
            <a:endParaRPr kumimoji="1" lang="ja-JP" altLang="en-US"/>
          </a:p>
        </p:txBody>
      </p:sp>
      <p:sp>
        <p:nvSpPr>
          <p:cNvPr id="8" name="テキスト プレースホルダー 5"/>
          <p:cNvSpPr>
            <a:spLocks noGrp="1"/>
          </p:cNvSpPr>
          <p:nvPr>
            <p:ph type="body" sz="quarter" idx="13" hasCustomPrompt="1"/>
          </p:nvPr>
        </p:nvSpPr>
        <p:spPr>
          <a:xfrm>
            <a:off x="2592146" y="3919364"/>
            <a:ext cx="2448273" cy="2448273"/>
          </a:xfrm>
          <a:prstGeom prst="ellipse">
            <a:avLst/>
          </a:prstGeom>
          <a:solidFill>
            <a:schemeClr val="accent1"/>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11" name="テキスト プレースホルダー 5"/>
          <p:cNvSpPr>
            <a:spLocks noGrp="1"/>
          </p:cNvSpPr>
          <p:nvPr>
            <p:ph type="body" sz="quarter" idx="14" hasCustomPrompt="1"/>
          </p:nvPr>
        </p:nvSpPr>
        <p:spPr>
          <a:xfrm>
            <a:off x="7911202" y="3919364"/>
            <a:ext cx="2448273" cy="2448273"/>
          </a:xfrm>
          <a:prstGeom prst="ellipse">
            <a:avLst/>
          </a:prstGeom>
          <a:solidFill>
            <a:schemeClr val="accent3"/>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12" name="テキスト プレースホルダー 5"/>
          <p:cNvSpPr>
            <a:spLocks noGrp="1"/>
          </p:cNvSpPr>
          <p:nvPr>
            <p:ph type="body" sz="quarter" idx="15" hasCustomPrompt="1"/>
          </p:nvPr>
        </p:nvSpPr>
        <p:spPr>
          <a:xfrm>
            <a:off x="13249331" y="3919364"/>
            <a:ext cx="2448273" cy="2448273"/>
          </a:xfrm>
          <a:prstGeom prst="ellipse">
            <a:avLst/>
          </a:prstGeom>
          <a:solidFill>
            <a:schemeClr val="accent2"/>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13" name="図プレースホルダー 12"/>
          <p:cNvSpPr>
            <a:spLocks noGrp="1"/>
          </p:cNvSpPr>
          <p:nvPr>
            <p:ph type="pic" sz="quarter" idx="17" hasCustomPrompt="1"/>
          </p:nvPr>
        </p:nvSpPr>
        <p:spPr>
          <a:xfrm>
            <a:off x="3384234" y="4711452"/>
            <a:ext cx="864096" cy="864096"/>
          </a:xfrm>
        </p:spPr>
        <p:txBody>
          <a:bodyPr>
            <a:normAutofit/>
          </a:bodyPr>
          <a:lstStyle>
            <a:lvl1pPr>
              <a:defRPr sz="1600"/>
            </a:lvl1pPr>
          </a:lstStyle>
          <a:p>
            <a:r>
              <a:rPr kumimoji="1" lang="en-US" altLang="ja-JP" dirty="0"/>
              <a:t>Icon</a:t>
            </a:r>
            <a:endParaRPr kumimoji="1" lang="ja-JP" altLang="en-US" dirty="0"/>
          </a:p>
        </p:txBody>
      </p:sp>
      <p:sp>
        <p:nvSpPr>
          <p:cNvPr id="14" name="図プレースホルダー 12"/>
          <p:cNvSpPr>
            <a:spLocks noGrp="1"/>
          </p:cNvSpPr>
          <p:nvPr>
            <p:ph type="pic" sz="quarter" idx="18" hasCustomPrompt="1"/>
          </p:nvPr>
        </p:nvSpPr>
        <p:spPr>
          <a:xfrm>
            <a:off x="14041419" y="4711452"/>
            <a:ext cx="864096" cy="864096"/>
          </a:xfrm>
        </p:spPr>
        <p:txBody>
          <a:bodyPr>
            <a:normAutofit/>
          </a:bodyPr>
          <a:lstStyle>
            <a:lvl1pPr>
              <a:defRPr sz="1600"/>
            </a:lvl1pPr>
          </a:lstStyle>
          <a:p>
            <a:r>
              <a:rPr kumimoji="1" lang="en-US" altLang="ja-JP" dirty="0"/>
              <a:t>Icon</a:t>
            </a:r>
            <a:endParaRPr kumimoji="1" lang="ja-JP" altLang="en-US" dirty="0"/>
          </a:p>
        </p:txBody>
      </p:sp>
      <p:sp>
        <p:nvSpPr>
          <p:cNvPr id="15" name="図プレースホルダー 12"/>
          <p:cNvSpPr>
            <a:spLocks noGrp="1"/>
          </p:cNvSpPr>
          <p:nvPr>
            <p:ph type="pic" sz="quarter" idx="19" hasCustomPrompt="1"/>
          </p:nvPr>
        </p:nvSpPr>
        <p:spPr>
          <a:xfrm>
            <a:off x="8703290" y="4711452"/>
            <a:ext cx="864096" cy="864096"/>
          </a:xfrm>
        </p:spPr>
        <p:txBody>
          <a:bodyPr>
            <a:normAutofit/>
          </a:bodyPr>
          <a:lstStyle>
            <a:lvl1pPr>
              <a:defRPr sz="1600"/>
            </a:lvl1pPr>
          </a:lstStyle>
          <a:p>
            <a:r>
              <a:rPr kumimoji="1" lang="en-US" altLang="ja-JP" dirty="0"/>
              <a:t>Icon</a:t>
            </a:r>
            <a:endParaRPr kumimoji="1" lang="ja-JP" altLang="en-US" dirty="0"/>
          </a:p>
        </p:txBody>
      </p:sp>
      <p:sp>
        <p:nvSpPr>
          <p:cNvPr id="16" name="テキスト プレースホルダー 6"/>
          <p:cNvSpPr>
            <a:spLocks noGrp="1"/>
          </p:cNvSpPr>
          <p:nvPr>
            <p:ph type="body" sz="quarter" idx="20" hasCustomPrompt="1"/>
          </p:nvPr>
        </p:nvSpPr>
        <p:spPr>
          <a:xfrm>
            <a:off x="1728051" y="6439644"/>
            <a:ext cx="4210864" cy="720080"/>
          </a:xfrm>
        </p:spPr>
        <p:txBody>
          <a:bodyPr anchor="t">
            <a:noAutofit/>
          </a:bodyPr>
          <a:lstStyle>
            <a:lvl1pPr algn="ct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p:ph type="body" sz="quarter" idx="21" hasCustomPrompt="1"/>
          </p:nvPr>
        </p:nvSpPr>
        <p:spPr>
          <a:xfrm>
            <a:off x="7051843" y="6439644"/>
            <a:ext cx="4210864" cy="720080"/>
          </a:xfrm>
        </p:spPr>
        <p:txBody>
          <a:bodyPr anchor="t">
            <a:noAutofit/>
          </a:bodyPr>
          <a:lstStyle>
            <a:lvl1pPr algn="ctr">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8" name="テキスト プレースホルダー 6"/>
          <p:cNvSpPr>
            <a:spLocks noGrp="1"/>
          </p:cNvSpPr>
          <p:nvPr>
            <p:ph type="body" sz="quarter" idx="22" hasCustomPrompt="1"/>
          </p:nvPr>
        </p:nvSpPr>
        <p:spPr>
          <a:xfrm>
            <a:off x="12394706" y="6437299"/>
            <a:ext cx="4210864" cy="720080"/>
          </a:xfrm>
        </p:spPr>
        <p:txBody>
          <a:bodyPr anchor="t">
            <a:noAutofit/>
          </a:bodyPr>
          <a:lstStyle>
            <a:lvl1pPr algn="ct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19" name="テキスト プレースホルダー 6"/>
          <p:cNvSpPr>
            <a:spLocks noGrp="1"/>
          </p:cNvSpPr>
          <p:nvPr>
            <p:ph type="body" sz="quarter" idx="23" hasCustomPrompt="1"/>
          </p:nvPr>
        </p:nvSpPr>
        <p:spPr>
          <a:xfrm>
            <a:off x="1510358" y="7318997"/>
            <a:ext cx="4752528" cy="1787288"/>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24" hasCustomPrompt="1"/>
          </p:nvPr>
        </p:nvSpPr>
        <p:spPr>
          <a:xfrm>
            <a:off x="6763905" y="7318997"/>
            <a:ext cx="4752528" cy="1787288"/>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1" name="テキスト プレースホルダー 6"/>
          <p:cNvSpPr>
            <a:spLocks noGrp="1"/>
          </p:cNvSpPr>
          <p:nvPr>
            <p:ph type="body" sz="quarter" idx="25" hasCustomPrompt="1"/>
          </p:nvPr>
        </p:nvSpPr>
        <p:spPr>
          <a:xfrm>
            <a:off x="12167542" y="7316652"/>
            <a:ext cx="4752528" cy="1787288"/>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2" name="正方形/長方形 21"/>
          <p:cNvSpPr/>
          <p:nvPr userDrawn="1"/>
        </p:nvSpPr>
        <p:spPr>
          <a:xfrm>
            <a:off x="2203016" y="7231732"/>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userDrawn="1"/>
        </p:nvSpPr>
        <p:spPr>
          <a:xfrm>
            <a:off x="7456563" y="723173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userDrawn="1"/>
        </p:nvSpPr>
        <p:spPr>
          <a:xfrm>
            <a:off x="12860200" y="7231732"/>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2"/>
              </a:solidFill>
            </a:endParaRPr>
          </a:p>
        </p:txBody>
      </p:sp>
      <p:sp>
        <p:nvSpPr>
          <p:cNvPr id="25"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186649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nodePh="1">
                                  <p:stCondLst>
                                    <p:cond delay="250"/>
                                  </p:stCondLst>
                                  <p:endCondLst>
                                    <p:cond evt="begin" delay="0">
                                      <p:tn val="8"/>
                                    </p:cond>
                                  </p:end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par>
                          <p:cTn id="11" fill="hold">
                            <p:stCondLst>
                              <p:cond delay="750"/>
                            </p:stCondLst>
                            <p:childTnLst>
                              <p:par>
                                <p:cTn id="12" presetID="2" presetClass="entr" presetSubtype="1" decel="10000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1000" fill="hold"/>
                                        <p:tgtEl>
                                          <p:spTgt spid="8"/>
                                        </p:tgtEl>
                                        <p:attrNameLst>
                                          <p:attrName>ppt_x</p:attrName>
                                        </p:attrNameLst>
                                      </p:cBhvr>
                                      <p:tavLst>
                                        <p:tav tm="0">
                                          <p:val>
                                            <p:strVal val="#ppt_x"/>
                                          </p:val>
                                        </p:tav>
                                        <p:tav tm="100000">
                                          <p:val>
                                            <p:strVal val="#ppt_x"/>
                                          </p:val>
                                        </p:tav>
                                      </p:tavLst>
                                    </p:anim>
                                    <p:anim calcmode="lin" valueType="num">
                                      <p:cBhvr additive="base">
                                        <p:cTn id="15" dur="1000" fill="hold"/>
                                        <p:tgtEl>
                                          <p:spTgt spid="8"/>
                                        </p:tgtEl>
                                        <p:attrNameLst>
                                          <p:attrName>ppt_y</p:attrName>
                                        </p:attrNameLst>
                                      </p:cBhvr>
                                      <p:tavLst>
                                        <p:tav tm="0">
                                          <p:val>
                                            <p:strVal val="0-#ppt_h/2"/>
                                          </p:val>
                                        </p:tav>
                                        <p:tav tm="100000">
                                          <p:val>
                                            <p:strVal val="#ppt_y"/>
                                          </p:val>
                                        </p:tav>
                                      </p:tavLst>
                                    </p:anim>
                                  </p:childTnLst>
                                </p:cTn>
                              </p:par>
                              <p:par>
                                <p:cTn id="16" presetID="2" presetClass="entr" presetSubtype="1" decel="10000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1000" fill="hold"/>
                                        <p:tgtEl>
                                          <p:spTgt spid="13"/>
                                        </p:tgtEl>
                                        <p:attrNameLst>
                                          <p:attrName>ppt_x</p:attrName>
                                        </p:attrNameLst>
                                      </p:cBhvr>
                                      <p:tavLst>
                                        <p:tav tm="0">
                                          <p:val>
                                            <p:strVal val="#ppt_x"/>
                                          </p:val>
                                        </p:tav>
                                        <p:tav tm="100000">
                                          <p:val>
                                            <p:strVal val="#ppt_x"/>
                                          </p:val>
                                        </p:tav>
                                      </p:tavLst>
                                    </p:anim>
                                    <p:anim calcmode="lin" valueType="num">
                                      <p:cBhvr additive="base">
                                        <p:cTn id="19" dur="1000" fill="hold"/>
                                        <p:tgtEl>
                                          <p:spTgt spid="13"/>
                                        </p:tgtEl>
                                        <p:attrNameLst>
                                          <p:attrName>ppt_y</p:attrName>
                                        </p:attrNameLst>
                                      </p:cBhvr>
                                      <p:tavLst>
                                        <p:tav tm="0">
                                          <p:val>
                                            <p:strVal val="0-#ppt_h/2"/>
                                          </p:val>
                                        </p:tav>
                                        <p:tav tm="100000">
                                          <p:val>
                                            <p:strVal val="#ppt_y"/>
                                          </p:val>
                                        </p:tav>
                                      </p:tavLst>
                                    </p:anim>
                                  </p:childTnLst>
                                </p:cTn>
                              </p:par>
                              <p:par>
                                <p:cTn id="20" presetID="45" presetClass="entr" presetSubtype="0" fill="hold" grpId="2"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ppt_w</p:attrName>
                                        </p:attrNameLst>
                                      </p:cBhvr>
                                      <p:tavLst>
                                        <p:tav tm="0" fmla="#ppt_w*sin(2.5*pi*$)">
                                          <p:val>
                                            <p:fltVal val="0"/>
                                          </p:val>
                                        </p:tav>
                                        <p:tav tm="100000">
                                          <p:val>
                                            <p:fltVal val="1"/>
                                          </p:val>
                                        </p:tav>
                                      </p:tavLst>
                                    </p:anim>
                                    <p:anim calcmode="lin" valueType="num">
                                      <p:cBhvr>
                                        <p:cTn id="24" dur="1000" fill="hold"/>
                                        <p:tgtEl>
                                          <p:spTgt spid="8"/>
                                        </p:tgtEl>
                                        <p:attrNameLst>
                                          <p:attrName>ppt_h</p:attrName>
                                        </p:attrNameLst>
                                      </p:cBhvr>
                                      <p:tavLst>
                                        <p:tav tm="0">
                                          <p:val>
                                            <p:strVal val="#ppt_h"/>
                                          </p:val>
                                        </p:tav>
                                        <p:tav tm="100000">
                                          <p:val>
                                            <p:strVal val="#ppt_h"/>
                                          </p:val>
                                        </p:tav>
                                      </p:tavLst>
                                    </p:anim>
                                  </p:childTnLst>
                                </p:cTn>
                              </p:par>
                              <p:par>
                                <p:cTn id="25" presetID="45" presetClass="entr" presetSubtype="0" fill="hold" grpId="2"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ppt_w</p:attrName>
                                        </p:attrNameLst>
                                      </p:cBhvr>
                                      <p:tavLst>
                                        <p:tav tm="0" fmla="#ppt_w*sin(2.5*pi*$)">
                                          <p:val>
                                            <p:fltVal val="0"/>
                                          </p:val>
                                        </p:tav>
                                        <p:tav tm="100000">
                                          <p:val>
                                            <p:fltVal val="1"/>
                                          </p:val>
                                        </p:tav>
                                      </p:tavLst>
                                    </p:anim>
                                    <p:anim calcmode="lin" valueType="num">
                                      <p:cBhvr>
                                        <p:cTn id="29" dur="1000" fill="hold"/>
                                        <p:tgtEl>
                                          <p:spTgt spid="13"/>
                                        </p:tgtEl>
                                        <p:attrNameLst>
                                          <p:attrName>ppt_h</p:attrName>
                                        </p:attrNameLst>
                                      </p:cBhvr>
                                      <p:tavLst>
                                        <p:tav tm="0">
                                          <p:val>
                                            <p:strVal val="#ppt_h"/>
                                          </p:val>
                                        </p:tav>
                                        <p:tav tm="100000">
                                          <p:val>
                                            <p:strVal val="#ppt_h"/>
                                          </p:val>
                                        </p:tav>
                                      </p:tavLst>
                                    </p:anim>
                                  </p:childTnLst>
                                </p:cTn>
                              </p:par>
                            </p:childTnLst>
                          </p:cTn>
                        </p:par>
                        <p:par>
                          <p:cTn id="30" fill="hold">
                            <p:stCondLst>
                              <p:cond delay="1750"/>
                            </p:stCondLst>
                            <p:childTnLst>
                              <p:par>
                                <p:cTn id="31" presetID="2" presetClass="entr" presetSubtype="4" decel="100000" fill="hold" grpId="0" nodeType="after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anim calcmode="lin" valueType="num">
                                      <p:cBhvr additive="base">
                                        <p:cTn id="33"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35" presetID="2" presetClass="entr" presetSubtype="4" decel="100000" fill="hold" grpId="0" nodeType="withEffect">
                                  <p:stCondLst>
                                    <p:cond delay="0"/>
                                  </p:stCondLst>
                                  <p:childTnLst>
                                    <p:set>
                                      <p:cBhvr>
                                        <p:cTn id="36" dur="1" fill="hold">
                                          <p:stCondLst>
                                            <p:cond delay="0"/>
                                          </p:stCondLst>
                                        </p:cTn>
                                        <p:tgtEl>
                                          <p:spTgt spid="19">
                                            <p:txEl>
                                              <p:pRg st="0" end="0"/>
                                            </p:txEl>
                                          </p:spTgt>
                                        </p:tgtEl>
                                        <p:attrNameLst>
                                          <p:attrName>style.visibility</p:attrName>
                                        </p:attrNameLst>
                                      </p:cBhvr>
                                      <p:to>
                                        <p:strVal val="visible"/>
                                      </p:to>
                                    </p:set>
                                    <p:anim calcmode="lin" valueType="num">
                                      <p:cBhvr additive="base">
                                        <p:cTn id="3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decel="10000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childTnLst>
                          </p:cTn>
                        </p:par>
                        <p:par>
                          <p:cTn id="43" fill="hold">
                            <p:stCondLst>
                              <p:cond delay="2250"/>
                            </p:stCondLst>
                            <p:childTnLst>
                              <p:par>
                                <p:cTn id="44" presetID="2" presetClass="entr" presetSubtype="1" decel="10000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1000" fill="hold"/>
                                        <p:tgtEl>
                                          <p:spTgt spid="11"/>
                                        </p:tgtEl>
                                        <p:attrNameLst>
                                          <p:attrName>ppt_x</p:attrName>
                                        </p:attrNameLst>
                                      </p:cBhvr>
                                      <p:tavLst>
                                        <p:tav tm="0">
                                          <p:val>
                                            <p:strVal val="#ppt_x"/>
                                          </p:val>
                                        </p:tav>
                                        <p:tav tm="100000">
                                          <p:val>
                                            <p:strVal val="#ppt_x"/>
                                          </p:val>
                                        </p:tav>
                                      </p:tavLst>
                                    </p:anim>
                                    <p:anim calcmode="lin" valueType="num">
                                      <p:cBhvr additive="base">
                                        <p:cTn id="47" dur="1000" fill="hold"/>
                                        <p:tgtEl>
                                          <p:spTgt spid="11"/>
                                        </p:tgtEl>
                                        <p:attrNameLst>
                                          <p:attrName>ppt_y</p:attrName>
                                        </p:attrNameLst>
                                      </p:cBhvr>
                                      <p:tavLst>
                                        <p:tav tm="0">
                                          <p:val>
                                            <p:strVal val="0-#ppt_h/2"/>
                                          </p:val>
                                        </p:tav>
                                        <p:tav tm="100000">
                                          <p:val>
                                            <p:strVal val="#ppt_y"/>
                                          </p:val>
                                        </p:tav>
                                      </p:tavLst>
                                    </p:anim>
                                  </p:childTnLst>
                                </p:cTn>
                              </p:par>
                              <p:par>
                                <p:cTn id="48" presetID="2" presetClass="entr" presetSubtype="1" decel="10000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1000" fill="hold"/>
                                        <p:tgtEl>
                                          <p:spTgt spid="15"/>
                                        </p:tgtEl>
                                        <p:attrNameLst>
                                          <p:attrName>ppt_x</p:attrName>
                                        </p:attrNameLst>
                                      </p:cBhvr>
                                      <p:tavLst>
                                        <p:tav tm="0">
                                          <p:val>
                                            <p:strVal val="#ppt_x"/>
                                          </p:val>
                                        </p:tav>
                                        <p:tav tm="100000">
                                          <p:val>
                                            <p:strVal val="#ppt_x"/>
                                          </p:val>
                                        </p:tav>
                                      </p:tavLst>
                                    </p:anim>
                                    <p:anim calcmode="lin" valueType="num">
                                      <p:cBhvr additive="base">
                                        <p:cTn id="51" dur="1000" fill="hold"/>
                                        <p:tgtEl>
                                          <p:spTgt spid="15"/>
                                        </p:tgtEl>
                                        <p:attrNameLst>
                                          <p:attrName>ppt_y</p:attrName>
                                        </p:attrNameLst>
                                      </p:cBhvr>
                                      <p:tavLst>
                                        <p:tav tm="0">
                                          <p:val>
                                            <p:strVal val="0-#ppt_h/2"/>
                                          </p:val>
                                        </p:tav>
                                        <p:tav tm="100000">
                                          <p:val>
                                            <p:strVal val="#ppt_y"/>
                                          </p:val>
                                        </p:tav>
                                      </p:tavLst>
                                    </p:anim>
                                  </p:childTnLst>
                                </p:cTn>
                              </p:par>
                              <p:par>
                                <p:cTn id="52" presetID="45" presetClass="entr" presetSubtype="0" fill="hold" grpId="2"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ppt_w</p:attrName>
                                        </p:attrNameLst>
                                      </p:cBhvr>
                                      <p:tavLst>
                                        <p:tav tm="0" fmla="#ppt_w*sin(2.5*pi*$)">
                                          <p:val>
                                            <p:fltVal val="0"/>
                                          </p:val>
                                        </p:tav>
                                        <p:tav tm="100000">
                                          <p:val>
                                            <p:fltVal val="1"/>
                                          </p:val>
                                        </p:tav>
                                      </p:tavLst>
                                    </p:anim>
                                    <p:anim calcmode="lin" valueType="num">
                                      <p:cBhvr>
                                        <p:cTn id="56" dur="1000" fill="hold"/>
                                        <p:tgtEl>
                                          <p:spTgt spid="11"/>
                                        </p:tgtEl>
                                        <p:attrNameLst>
                                          <p:attrName>ppt_h</p:attrName>
                                        </p:attrNameLst>
                                      </p:cBhvr>
                                      <p:tavLst>
                                        <p:tav tm="0">
                                          <p:val>
                                            <p:strVal val="#ppt_h"/>
                                          </p:val>
                                        </p:tav>
                                        <p:tav tm="100000">
                                          <p:val>
                                            <p:strVal val="#ppt_h"/>
                                          </p:val>
                                        </p:tav>
                                      </p:tavLst>
                                    </p:anim>
                                  </p:childTnLst>
                                </p:cTn>
                              </p:par>
                              <p:par>
                                <p:cTn id="57" presetID="45" presetClass="entr" presetSubtype="0" fill="hold" grpId="2"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1000"/>
                                        <p:tgtEl>
                                          <p:spTgt spid="15"/>
                                        </p:tgtEl>
                                      </p:cBhvr>
                                    </p:animEffect>
                                    <p:anim calcmode="lin" valueType="num">
                                      <p:cBhvr>
                                        <p:cTn id="60" dur="1000" fill="hold"/>
                                        <p:tgtEl>
                                          <p:spTgt spid="15"/>
                                        </p:tgtEl>
                                        <p:attrNameLst>
                                          <p:attrName>ppt_w</p:attrName>
                                        </p:attrNameLst>
                                      </p:cBhvr>
                                      <p:tavLst>
                                        <p:tav tm="0" fmla="#ppt_w*sin(2.5*pi*$)">
                                          <p:val>
                                            <p:fltVal val="0"/>
                                          </p:val>
                                        </p:tav>
                                        <p:tav tm="100000">
                                          <p:val>
                                            <p:fltVal val="1"/>
                                          </p:val>
                                        </p:tav>
                                      </p:tavLst>
                                    </p:anim>
                                    <p:anim calcmode="lin" valueType="num">
                                      <p:cBhvr>
                                        <p:cTn id="61" dur="1000" fill="hold"/>
                                        <p:tgtEl>
                                          <p:spTgt spid="15"/>
                                        </p:tgtEl>
                                        <p:attrNameLst>
                                          <p:attrName>ppt_h</p:attrName>
                                        </p:attrNameLst>
                                      </p:cBhvr>
                                      <p:tavLst>
                                        <p:tav tm="0">
                                          <p:val>
                                            <p:strVal val="#ppt_h"/>
                                          </p:val>
                                        </p:tav>
                                        <p:tav tm="100000">
                                          <p:val>
                                            <p:strVal val="#ppt_h"/>
                                          </p:val>
                                        </p:tav>
                                      </p:tavLst>
                                    </p:anim>
                                  </p:childTnLst>
                                </p:cTn>
                              </p:par>
                            </p:childTnLst>
                          </p:cTn>
                        </p:par>
                        <p:par>
                          <p:cTn id="62" fill="hold">
                            <p:stCondLst>
                              <p:cond delay="3250"/>
                            </p:stCondLst>
                            <p:childTnLst>
                              <p:par>
                                <p:cTn id="63" presetID="2" presetClass="entr" presetSubtype="4" decel="100000" fill="hold" grpId="0" nodeType="afterEffect">
                                  <p:stCondLst>
                                    <p:cond delay="0"/>
                                  </p:stCondLst>
                                  <p:childTnLst>
                                    <p:set>
                                      <p:cBhvr>
                                        <p:cTn id="64" dur="1" fill="hold">
                                          <p:stCondLst>
                                            <p:cond delay="0"/>
                                          </p:stCondLst>
                                        </p:cTn>
                                        <p:tgtEl>
                                          <p:spTgt spid="17">
                                            <p:txEl>
                                              <p:pRg st="0" end="0"/>
                                            </p:txEl>
                                          </p:spTgt>
                                        </p:tgtEl>
                                        <p:attrNameLst>
                                          <p:attrName>style.visibility</p:attrName>
                                        </p:attrNameLst>
                                      </p:cBhvr>
                                      <p:to>
                                        <p:strVal val="visible"/>
                                      </p:to>
                                    </p:set>
                                    <p:anim calcmode="lin" valueType="num">
                                      <p:cBhvr additive="base">
                                        <p:cTn id="65"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7">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decel="100000" fill="hold" grpId="0" nodeType="withEffect">
                                  <p:stCondLst>
                                    <p:cond delay="0"/>
                                  </p:stCondLst>
                                  <p:childTnLst>
                                    <p:set>
                                      <p:cBhvr>
                                        <p:cTn id="68" dur="1" fill="hold">
                                          <p:stCondLst>
                                            <p:cond delay="0"/>
                                          </p:stCondLst>
                                        </p:cTn>
                                        <p:tgtEl>
                                          <p:spTgt spid="20">
                                            <p:txEl>
                                              <p:pRg st="0" end="0"/>
                                            </p:txEl>
                                          </p:spTgt>
                                        </p:tgtEl>
                                        <p:attrNameLst>
                                          <p:attrName>style.visibility</p:attrName>
                                        </p:attrNameLst>
                                      </p:cBhvr>
                                      <p:to>
                                        <p:strVal val="visible"/>
                                      </p:to>
                                    </p:set>
                                    <p:anim calcmode="lin" valueType="num">
                                      <p:cBhvr additive="base">
                                        <p:cTn id="69"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decel="10000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00" fill="hold"/>
                                        <p:tgtEl>
                                          <p:spTgt spid="23"/>
                                        </p:tgtEl>
                                        <p:attrNameLst>
                                          <p:attrName>ppt_x</p:attrName>
                                        </p:attrNameLst>
                                      </p:cBhvr>
                                      <p:tavLst>
                                        <p:tav tm="0">
                                          <p:val>
                                            <p:strVal val="#ppt_x"/>
                                          </p:val>
                                        </p:tav>
                                        <p:tav tm="100000">
                                          <p:val>
                                            <p:strVal val="#ppt_x"/>
                                          </p:val>
                                        </p:tav>
                                      </p:tavLst>
                                    </p:anim>
                                    <p:anim calcmode="lin" valueType="num">
                                      <p:cBhvr additive="base">
                                        <p:cTn id="74" dur="500" fill="hold"/>
                                        <p:tgtEl>
                                          <p:spTgt spid="23"/>
                                        </p:tgtEl>
                                        <p:attrNameLst>
                                          <p:attrName>ppt_y</p:attrName>
                                        </p:attrNameLst>
                                      </p:cBhvr>
                                      <p:tavLst>
                                        <p:tav tm="0">
                                          <p:val>
                                            <p:strVal val="1+#ppt_h/2"/>
                                          </p:val>
                                        </p:tav>
                                        <p:tav tm="100000">
                                          <p:val>
                                            <p:strVal val="#ppt_y"/>
                                          </p:val>
                                        </p:tav>
                                      </p:tavLst>
                                    </p:anim>
                                  </p:childTnLst>
                                </p:cTn>
                              </p:par>
                            </p:childTnLst>
                          </p:cTn>
                        </p:par>
                        <p:par>
                          <p:cTn id="75" fill="hold">
                            <p:stCondLst>
                              <p:cond delay="3750"/>
                            </p:stCondLst>
                            <p:childTnLst>
                              <p:par>
                                <p:cTn id="76" presetID="2" presetClass="entr" presetSubtype="1" decel="100000" fill="hold" grpId="0" nodeType="afterEffect">
                                  <p:stCondLst>
                                    <p:cond delay="0"/>
                                  </p:stCondLst>
                                  <p:childTnLst>
                                    <p:set>
                                      <p:cBhvr>
                                        <p:cTn id="77" dur="1" fill="hold">
                                          <p:stCondLst>
                                            <p:cond delay="0"/>
                                          </p:stCondLst>
                                        </p:cTn>
                                        <p:tgtEl>
                                          <p:spTgt spid="12"/>
                                        </p:tgtEl>
                                        <p:attrNameLst>
                                          <p:attrName>style.visibility</p:attrName>
                                        </p:attrNameLst>
                                      </p:cBhvr>
                                      <p:to>
                                        <p:strVal val="visible"/>
                                      </p:to>
                                    </p:set>
                                    <p:anim calcmode="lin" valueType="num">
                                      <p:cBhvr additive="base">
                                        <p:cTn id="78" dur="1000" fill="hold"/>
                                        <p:tgtEl>
                                          <p:spTgt spid="12"/>
                                        </p:tgtEl>
                                        <p:attrNameLst>
                                          <p:attrName>ppt_x</p:attrName>
                                        </p:attrNameLst>
                                      </p:cBhvr>
                                      <p:tavLst>
                                        <p:tav tm="0">
                                          <p:val>
                                            <p:strVal val="#ppt_x"/>
                                          </p:val>
                                        </p:tav>
                                        <p:tav tm="100000">
                                          <p:val>
                                            <p:strVal val="#ppt_x"/>
                                          </p:val>
                                        </p:tav>
                                      </p:tavLst>
                                    </p:anim>
                                    <p:anim calcmode="lin" valueType="num">
                                      <p:cBhvr additive="base">
                                        <p:cTn id="79" dur="1000" fill="hold"/>
                                        <p:tgtEl>
                                          <p:spTgt spid="12"/>
                                        </p:tgtEl>
                                        <p:attrNameLst>
                                          <p:attrName>ppt_y</p:attrName>
                                        </p:attrNameLst>
                                      </p:cBhvr>
                                      <p:tavLst>
                                        <p:tav tm="0">
                                          <p:val>
                                            <p:strVal val="0-#ppt_h/2"/>
                                          </p:val>
                                        </p:tav>
                                        <p:tav tm="100000">
                                          <p:val>
                                            <p:strVal val="#ppt_y"/>
                                          </p:val>
                                        </p:tav>
                                      </p:tavLst>
                                    </p:anim>
                                  </p:childTnLst>
                                </p:cTn>
                              </p:par>
                              <p:par>
                                <p:cTn id="80" presetID="2" presetClass="entr" presetSubtype="1" decel="100000" fill="hold" grpId="0" nodeType="withEffect">
                                  <p:stCondLst>
                                    <p:cond delay="0"/>
                                  </p:stCondLst>
                                  <p:childTnLst>
                                    <p:set>
                                      <p:cBhvr>
                                        <p:cTn id="81" dur="1" fill="hold">
                                          <p:stCondLst>
                                            <p:cond delay="0"/>
                                          </p:stCondLst>
                                        </p:cTn>
                                        <p:tgtEl>
                                          <p:spTgt spid="14"/>
                                        </p:tgtEl>
                                        <p:attrNameLst>
                                          <p:attrName>style.visibility</p:attrName>
                                        </p:attrNameLst>
                                      </p:cBhvr>
                                      <p:to>
                                        <p:strVal val="visible"/>
                                      </p:to>
                                    </p:set>
                                    <p:anim calcmode="lin" valueType="num">
                                      <p:cBhvr additive="base">
                                        <p:cTn id="82" dur="1000" fill="hold"/>
                                        <p:tgtEl>
                                          <p:spTgt spid="14"/>
                                        </p:tgtEl>
                                        <p:attrNameLst>
                                          <p:attrName>ppt_x</p:attrName>
                                        </p:attrNameLst>
                                      </p:cBhvr>
                                      <p:tavLst>
                                        <p:tav tm="0">
                                          <p:val>
                                            <p:strVal val="#ppt_x"/>
                                          </p:val>
                                        </p:tav>
                                        <p:tav tm="100000">
                                          <p:val>
                                            <p:strVal val="#ppt_x"/>
                                          </p:val>
                                        </p:tav>
                                      </p:tavLst>
                                    </p:anim>
                                    <p:anim calcmode="lin" valueType="num">
                                      <p:cBhvr additive="base">
                                        <p:cTn id="83" dur="1000" fill="hold"/>
                                        <p:tgtEl>
                                          <p:spTgt spid="14"/>
                                        </p:tgtEl>
                                        <p:attrNameLst>
                                          <p:attrName>ppt_y</p:attrName>
                                        </p:attrNameLst>
                                      </p:cBhvr>
                                      <p:tavLst>
                                        <p:tav tm="0">
                                          <p:val>
                                            <p:strVal val="0-#ppt_h/2"/>
                                          </p:val>
                                        </p:tav>
                                        <p:tav tm="100000">
                                          <p:val>
                                            <p:strVal val="#ppt_y"/>
                                          </p:val>
                                        </p:tav>
                                      </p:tavLst>
                                    </p:anim>
                                  </p:childTnLst>
                                </p:cTn>
                              </p:par>
                              <p:par>
                                <p:cTn id="84" presetID="45" presetClass="entr" presetSubtype="0" fill="hold" grpId="2" nodeType="withEffect">
                                  <p:stCondLst>
                                    <p:cond delay="0"/>
                                  </p:stCondLst>
                                  <p:childTnLst>
                                    <p:set>
                                      <p:cBhvr>
                                        <p:cTn id="85" dur="1" fill="hold">
                                          <p:stCondLst>
                                            <p:cond delay="0"/>
                                          </p:stCondLst>
                                        </p:cTn>
                                        <p:tgtEl>
                                          <p:spTgt spid="12"/>
                                        </p:tgtEl>
                                        <p:attrNameLst>
                                          <p:attrName>style.visibility</p:attrName>
                                        </p:attrNameLst>
                                      </p:cBhvr>
                                      <p:to>
                                        <p:strVal val="visible"/>
                                      </p:to>
                                    </p:set>
                                    <p:animEffect transition="in" filter="fade">
                                      <p:cBhvr>
                                        <p:cTn id="86" dur="1000"/>
                                        <p:tgtEl>
                                          <p:spTgt spid="12"/>
                                        </p:tgtEl>
                                      </p:cBhvr>
                                    </p:animEffect>
                                    <p:anim calcmode="lin" valueType="num">
                                      <p:cBhvr>
                                        <p:cTn id="87" dur="1000" fill="hold"/>
                                        <p:tgtEl>
                                          <p:spTgt spid="12"/>
                                        </p:tgtEl>
                                        <p:attrNameLst>
                                          <p:attrName>ppt_w</p:attrName>
                                        </p:attrNameLst>
                                      </p:cBhvr>
                                      <p:tavLst>
                                        <p:tav tm="0" fmla="#ppt_w*sin(2.5*pi*$)">
                                          <p:val>
                                            <p:fltVal val="0"/>
                                          </p:val>
                                        </p:tav>
                                        <p:tav tm="100000">
                                          <p:val>
                                            <p:fltVal val="1"/>
                                          </p:val>
                                        </p:tav>
                                      </p:tavLst>
                                    </p:anim>
                                    <p:anim calcmode="lin" valueType="num">
                                      <p:cBhvr>
                                        <p:cTn id="88" dur="1000" fill="hold"/>
                                        <p:tgtEl>
                                          <p:spTgt spid="12"/>
                                        </p:tgtEl>
                                        <p:attrNameLst>
                                          <p:attrName>ppt_h</p:attrName>
                                        </p:attrNameLst>
                                      </p:cBhvr>
                                      <p:tavLst>
                                        <p:tav tm="0">
                                          <p:val>
                                            <p:strVal val="#ppt_h"/>
                                          </p:val>
                                        </p:tav>
                                        <p:tav tm="100000">
                                          <p:val>
                                            <p:strVal val="#ppt_h"/>
                                          </p:val>
                                        </p:tav>
                                      </p:tavLst>
                                    </p:anim>
                                  </p:childTnLst>
                                </p:cTn>
                              </p:par>
                              <p:par>
                                <p:cTn id="89" presetID="45" presetClass="entr" presetSubtype="0" fill="hold" grpId="2" nodeType="withEffect">
                                  <p:stCondLst>
                                    <p:cond delay="0"/>
                                  </p:stCondLst>
                                  <p:childTnLst>
                                    <p:set>
                                      <p:cBhvr>
                                        <p:cTn id="90" dur="1" fill="hold">
                                          <p:stCondLst>
                                            <p:cond delay="0"/>
                                          </p:stCondLst>
                                        </p:cTn>
                                        <p:tgtEl>
                                          <p:spTgt spid="14"/>
                                        </p:tgtEl>
                                        <p:attrNameLst>
                                          <p:attrName>style.visibility</p:attrName>
                                        </p:attrNameLst>
                                      </p:cBhvr>
                                      <p:to>
                                        <p:strVal val="visible"/>
                                      </p:to>
                                    </p:set>
                                    <p:animEffect transition="in" filter="fade">
                                      <p:cBhvr>
                                        <p:cTn id="91" dur="1000"/>
                                        <p:tgtEl>
                                          <p:spTgt spid="14"/>
                                        </p:tgtEl>
                                      </p:cBhvr>
                                    </p:animEffect>
                                    <p:anim calcmode="lin" valueType="num">
                                      <p:cBhvr>
                                        <p:cTn id="92" dur="1000" fill="hold"/>
                                        <p:tgtEl>
                                          <p:spTgt spid="14"/>
                                        </p:tgtEl>
                                        <p:attrNameLst>
                                          <p:attrName>ppt_w</p:attrName>
                                        </p:attrNameLst>
                                      </p:cBhvr>
                                      <p:tavLst>
                                        <p:tav tm="0" fmla="#ppt_w*sin(2.5*pi*$)">
                                          <p:val>
                                            <p:fltVal val="0"/>
                                          </p:val>
                                        </p:tav>
                                        <p:tav tm="100000">
                                          <p:val>
                                            <p:fltVal val="1"/>
                                          </p:val>
                                        </p:tav>
                                      </p:tavLst>
                                    </p:anim>
                                    <p:anim calcmode="lin" valueType="num">
                                      <p:cBhvr>
                                        <p:cTn id="93" dur="1000" fill="hold"/>
                                        <p:tgtEl>
                                          <p:spTgt spid="14"/>
                                        </p:tgtEl>
                                        <p:attrNameLst>
                                          <p:attrName>ppt_h</p:attrName>
                                        </p:attrNameLst>
                                      </p:cBhvr>
                                      <p:tavLst>
                                        <p:tav tm="0">
                                          <p:val>
                                            <p:strVal val="#ppt_h"/>
                                          </p:val>
                                        </p:tav>
                                        <p:tav tm="100000">
                                          <p:val>
                                            <p:strVal val="#ppt_h"/>
                                          </p:val>
                                        </p:tav>
                                      </p:tavLst>
                                    </p:anim>
                                  </p:childTnLst>
                                </p:cTn>
                              </p:par>
                            </p:childTnLst>
                          </p:cTn>
                        </p:par>
                        <p:par>
                          <p:cTn id="94" fill="hold">
                            <p:stCondLst>
                              <p:cond delay="4750"/>
                            </p:stCondLst>
                            <p:childTnLst>
                              <p:par>
                                <p:cTn id="95" presetID="2" presetClass="entr" presetSubtype="4" decel="100000" fill="hold" grpId="0" nodeType="afterEffect">
                                  <p:stCondLst>
                                    <p:cond delay="0"/>
                                  </p:stCondLst>
                                  <p:childTnLst>
                                    <p:set>
                                      <p:cBhvr>
                                        <p:cTn id="96" dur="1" fill="hold">
                                          <p:stCondLst>
                                            <p:cond delay="0"/>
                                          </p:stCondLst>
                                        </p:cTn>
                                        <p:tgtEl>
                                          <p:spTgt spid="18">
                                            <p:txEl>
                                              <p:pRg st="0" end="0"/>
                                            </p:txEl>
                                          </p:spTgt>
                                        </p:tgtEl>
                                        <p:attrNameLst>
                                          <p:attrName>style.visibility</p:attrName>
                                        </p:attrNameLst>
                                      </p:cBhvr>
                                      <p:to>
                                        <p:strVal val="visible"/>
                                      </p:to>
                                    </p:set>
                                    <p:anim calcmode="lin" valueType="num">
                                      <p:cBhvr additive="base">
                                        <p:cTn id="97"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99" presetID="2" presetClass="entr" presetSubtype="4" decel="100000" fill="hold" grpId="0" nodeType="withEffect">
                                  <p:stCondLst>
                                    <p:cond delay="0"/>
                                  </p:stCondLst>
                                  <p:childTnLst>
                                    <p:set>
                                      <p:cBhvr>
                                        <p:cTn id="100" dur="1" fill="hold">
                                          <p:stCondLst>
                                            <p:cond delay="0"/>
                                          </p:stCondLst>
                                        </p:cTn>
                                        <p:tgtEl>
                                          <p:spTgt spid="21">
                                            <p:txEl>
                                              <p:pRg st="0" end="0"/>
                                            </p:txEl>
                                          </p:spTgt>
                                        </p:tgtEl>
                                        <p:attrNameLst>
                                          <p:attrName>style.visibility</p:attrName>
                                        </p:attrNameLst>
                                      </p:cBhvr>
                                      <p:to>
                                        <p:strVal val="visible"/>
                                      </p:to>
                                    </p:set>
                                    <p:anim calcmode="lin" valueType="num">
                                      <p:cBhvr additive="base">
                                        <p:cTn id="101"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21">
                                            <p:txEl>
                                              <p:pRg st="0" end="0"/>
                                            </p:txEl>
                                          </p:spTgt>
                                        </p:tgtEl>
                                        <p:attrNameLst>
                                          <p:attrName>ppt_y</p:attrName>
                                        </p:attrNameLst>
                                      </p:cBhvr>
                                      <p:tavLst>
                                        <p:tav tm="0">
                                          <p:val>
                                            <p:strVal val="1+#ppt_h/2"/>
                                          </p:val>
                                        </p:tav>
                                        <p:tav tm="100000">
                                          <p:val>
                                            <p:strVal val="#ppt_y"/>
                                          </p:val>
                                        </p:tav>
                                      </p:tavLst>
                                    </p:anim>
                                  </p:childTnLst>
                                </p:cTn>
                              </p:par>
                              <p:par>
                                <p:cTn id="103" presetID="2" presetClass="entr" presetSubtype="4" decel="100000" fill="hold" grpId="0" nodeType="withEffect">
                                  <p:stCondLst>
                                    <p:cond delay="0"/>
                                  </p:stCondLst>
                                  <p:childTnLst>
                                    <p:set>
                                      <p:cBhvr>
                                        <p:cTn id="104" dur="1" fill="hold">
                                          <p:stCondLst>
                                            <p:cond delay="0"/>
                                          </p:stCondLst>
                                        </p:cTn>
                                        <p:tgtEl>
                                          <p:spTgt spid="24"/>
                                        </p:tgtEl>
                                        <p:attrNameLst>
                                          <p:attrName>style.visibility</p:attrName>
                                        </p:attrNameLst>
                                      </p:cBhvr>
                                      <p:to>
                                        <p:strVal val="visible"/>
                                      </p:to>
                                    </p:set>
                                    <p:anim calcmode="lin" valueType="num">
                                      <p:cBhvr additive="base">
                                        <p:cTn id="105" dur="500" fill="hold"/>
                                        <p:tgtEl>
                                          <p:spTgt spid="24"/>
                                        </p:tgtEl>
                                        <p:attrNameLst>
                                          <p:attrName>ppt_x</p:attrName>
                                        </p:attrNameLst>
                                      </p:cBhvr>
                                      <p:tavLst>
                                        <p:tav tm="0">
                                          <p:val>
                                            <p:strVal val="#ppt_x"/>
                                          </p:val>
                                        </p:tav>
                                        <p:tav tm="100000">
                                          <p:val>
                                            <p:strVal val="#ppt_x"/>
                                          </p:val>
                                        </p:tav>
                                      </p:tavLst>
                                    </p:anim>
                                    <p:anim calcmode="lin" valueType="num">
                                      <p:cBhvr additive="base">
                                        <p:cTn id="10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animBg="1">
        <p:tmplLst>
          <p:tmpl>
            <p:tnLst>
              <p:par>
                <p:cTn presetID="2" presetClass="entr" presetSubtype="1" decel="100000"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1000" fill="hold"/>
                        <p:tgtEl>
                          <p:spTgt spid="8"/>
                        </p:tgtEl>
                        <p:attrNameLst>
                          <p:attrName>ppt_x</p:attrName>
                        </p:attrNameLst>
                      </p:cBhvr>
                      <p:tavLst>
                        <p:tav tm="0">
                          <p:val>
                            <p:strVal val="#ppt_x"/>
                          </p:val>
                        </p:tav>
                        <p:tav tm="100000">
                          <p:val>
                            <p:strVal val="#ppt_x"/>
                          </p:val>
                        </p:tav>
                      </p:tavLst>
                    </p:anim>
                    <p:anim calcmode="lin" valueType="num">
                      <p:cBhvr additive="base">
                        <p:cTn dur="1000" fill="hold"/>
                        <p:tgtEl>
                          <p:spTgt spid="8"/>
                        </p:tgtEl>
                        <p:attrNameLst>
                          <p:attrName>ppt_y</p:attrName>
                        </p:attrNameLst>
                      </p:cBhvr>
                      <p:tavLst>
                        <p:tav tm="0">
                          <p:val>
                            <p:strVal val="0-#ppt_h/2"/>
                          </p:val>
                        </p:tav>
                        <p:tav tm="100000">
                          <p:val>
                            <p:strVal val="#ppt_y"/>
                          </p:val>
                        </p:tav>
                      </p:tavLst>
                    </p:anim>
                  </p:childTnLst>
                </p:cTn>
              </p:par>
            </p:tnLst>
          </p:tmpl>
        </p:tmplLst>
      </p:bldP>
      <p:bldP spid="8" grpId="2" animBg="1">
        <p:tmplLst>
          <p:tmpl>
            <p:tnLst>
              <p:par>
                <p:cTn presetID="45"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1000"/>
                        <p:tgtEl>
                          <p:spTgt spid="8"/>
                        </p:tgtEl>
                      </p:cBhvr>
                    </p:animEffect>
                    <p:anim calcmode="lin" valueType="num">
                      <p:cBhvr>
                        <p:cTn dur="1000" fill="hold"/>
                        <p:tgtEl>
                          <p:spTgt spid="8"/>
                        </p:tgtEl>
                        <p:attrNameLst>
                          <p:attrName>ppt_w</p:attrName>
                        </p:attrNameLst>
                      </p:cBhvr>
                      <p:tavLst>
                        <p:tav tm="0" fmla="#ppt_w*sin(2.5*pi*$)">
                          <p:val>
                            <p:fltVal val="0"/>
                          </p:val>
                        </p:tav>
                        <p:tav tm="100000">
                          <p:val>
                            <p:fltVal val="1"/>
                          </p:val>
                        </p:tav>
                      </p:tavLst>
                    </p:anim>
                    <p:anim calcmode="lin" valueType="num">
                      <p:cBhvr>
                        <p:cTn dur="1000" fill="hold"/>
                        <p:tgtEl>
                          <p:spTgt spid="8"/>
                        </p:tgtEl>
                        <p:attrNameLst>
                          <p:attrName>ppt_h</p:attrName>
                        </p:attrNameLst>
                      </p:cBhvr>
                      <p:tavLst>
                        <p:tav tm="0">
                          <p:val>
                            <p:strVal val="#ppt_h"/>
                          </p:val>
                        </p:tav>
                        <p:tav tm="100000">
                          <p:val>
                            <p:strVal val="#ppt_h"/>
                          </p:val>
                        </p:tav>
                      </p:tavLst>
                    </p:anim>
                  </p:childTnLst>
                </p:cTn>
              </p:par>
            </p:tnLst>
          </p:tmpl>
        </p:tmplLst>
      </p:bldP>
      <p:bldP spid="11" grpId="0" animBg="1">
        <p:tmplLst>
          <p:tmpl>
            <p:tnLst>
              <p:par>
                <p:cTn presetID="2" presetClass="entr" presetSubtype="1" decel="10000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1000" fill="hold"/>
                        <p:tgtEl>
                          <p:spTgt spid="11"/>
                        </p:tgtEl>
                        <p:attrNameLst>
                          <p:attrName>ppt_x</p:attrName>
                        </p:attrNameLst>
                      </p:cBhvr>
                      <p:tavLst>
                        <p:tav tm="0">
                          <p:val>
                            <p:strVal val="#ppt_x"/>
                          </p:val>
                        </p:tav>
                        <p:tav tm="100000">
                          <p:val>
                            <p:strVal val="#ppt_x"/>
                          </p:val>
                        </p:tav>
                      </p:tavLst>
                    </p:anim>
                    <p:anim calcmode="lin" valueType="num">
                      <p:cBhvr additive="base">
                        <p:cTn dur="1000" fill="hold"/>
                        <p:tgtEl>
                          <p:spTgt spid="11"/>
                        </p:tgtEl>
                        <p:attrNameLst>
                          <p:attrName>ppt_y</p:attrName>
                        </p:attrNameLst>
                      </p:cBhvr>
                      <p:tavLst>
                        <p:tav tm="0">
                          <p:val>
                            <p:strVal val="0-#ppt_h/2"/>
                          </p:val>
                        </p:tav>
                        <p:tav tm="100000">
                          <p:val>
                            <p:strVal val="#ppt_y"/>
                          </p:val>
                        </p:tav>
                      </p:tavLst>
                    </p:anim>
                  </p:childTnLst>
                </p:cTn>
              </p:par>
            </p:tnLst>
          </p:tmpl>
        </p:tmplLst>
      </p:bldP>
      <p:bldP spid="11" grpId="2" animBg="1">
        <p:tmplLst>
          <p:tmpl>
            <p:tnLst>
              <p:par>
                <p:cTn presetID="45"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anim calcmode="lin" valueType="num">
                      <p:cBhvr>
                        <p:cTn dur="1000" fill="hold"/>
                        <p:tgtEl>
                          <p:spTgt spid="11"/>
                        </p:tgtEl>
                        <p:attrNameLst>
                          <p:attrName>ppt_w</p:attrName>
                        </p:attrNameLst>
                      </p:cBhvr>
                      <p:tavLst>
                        <p:tav tm="0" fmla="#ppt_w*sin(2.5*pi*$)">
                          <p:val>
                            <p:fltVal val="0"/>
                          </p:val>
                        </p:tav>
                        <p:tav tm="100000">
                          <p:val>
                            <p:fltVal val="1"/>
                          </p:val>
                        </p:tav>
                      </p:tavLst>
                    </p:anim>
                    <p:anim calcmode="lin" valueType="num">
                      <p:cBhvr>
                        <p:cTn dur="1000" fill="hold"/>
                        <p:tgtEl>
                          <p:spTgt spid="11"/>
                        </p:tgtEl>
                        <p:attrNameLst>
                          <p:attrName>ppt_h</p:attrName>
                        </p:attrNameLst>
                      </p:cBhvr>
                      <p:tavLst>
                        <p:tav tm="0">
                          <p:val>
                            <p:strVal val="#ppt_h"/>
                          </p:val>
                        </p:tav>
                        <p:tav tm="100000">
                          <p:val>
                            <p:strVal val="#ppt_h"/>
                          </p:val>
                        </p:tav>
                      </p:tavLst>
                    </p:anim>
                  </p:childTnLst>
                </p:cTn>
              </p:par>
            </p:tnLst>
          </p:tmpl>
        </p:tmplLst>
      </p:bldP>
      <p:bldP spid="12" grpId="0" animBg="1">
        <p:tmplLst>
          <p:tmpl>
            <p:tnLst>
              <p:par>
                <p:cTn presetID="2" presetClass="entr" presetSubtype="1" decel="10000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1000" fill="hold"/>
                        <p:tgtEl>
                          <p:spTgt spid="12"/>
                        </p:tgtEl>
                        <p:attrNameLst>
                          <p:attrName>ppt_x</p:attrName>
                        </p:attrNameLst>
                      </p:cBhvr>
                      <p:tavLst>
                        <p:tav tm="0">
                          <p:val>
                            <p:strVal val="#ppt_x"/>
                          </p:val>
                        </p:tav>
                        <p:tav tm="100000">
                          <p:val>
                            <p:strVal val="#ppt_x"/>
                          </p:val>
                        </p:tav>
                      </p:tavLst>
                    </p:anim>
                    <p:anim calcmode="lin" valueType="num">
                      <p:cBhvr additive="base">
                        <p:cTn dur="1000" fill="hold"/>
                        <p:tgtEl>
                          <p:spTgt spid="12"/>
                        </p:tgtEl>
                        <p:attrNameLst>
                          <p:attrName>ppt_y</p:attrName>
                        </p:attrNameLst>
                      </p:cBhvr>
                      <p:tavLst>
                        <p:tav tm="0">
                          <p:val>
                            <p:strVal val="0-#ppt_h/2"/>
                          </p:val>
                        </p:tav>
                        <p:tav tm="100000">
                          <p:val>
                            <p:strVal val="#ppt_y"/>
                          </p:val>
                        </p:tav>
                      </p:tavLst>
                    </p:anim>
                  </p:childTnLst>
                </p:cTn>
              </p:par>
            </p:tnLst>
          </p:tmpl>
        </p:tmplLst>
      </p:bldP>
      <p:bldP spid="12" grpId="2" animBg="1">
        <p:tmplLst>
          <p:tmpl>
            <p:tnLst>
              <p:par>
                <p:cTn presetID="45"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1000"/>
                        <p:tgtEl>
                          <p:spTgt spid="12"/>
                        </p:tgtEl>
                      </p:cBhvr>
                    </p:animEffect>
                    <p:anim calcmode="lin" valueType="num">
                      <p:cBhvr>
                        <p:cTn dur="1000" fill="hold"/>
                        <p:tgtEl>
                          <p:spTgt spid="12"/>
                        </p:tgtEl>
                        <p:attrNameLst>
                          <p:attrName>ppt_w</p:attrName>
                        </p:attrNameLst>
                      </p:cBhvr>
                      <p:tavLst>
                        <p:tav tm="0" fmla="#ppt_w*sin(2.5*pi*$)">
                          <p:val>
                            <p:fltVal val="0"/>
                          </p:val>
                        </p:tav>
                        <p:tav tm="100000">
                          <p:val>
                            <p:fltVal val="1"/>
                          </p:val>
                        </p:tav>
                      </p:tavLst>
                    </p:anim>
                    <p:anim calcmode="lin" valueType="num">
                      <p:cBhvr>
                        <p:cTn dur="1000" fill="hold"/>
                        <p:tgtEl>
                          <p:spTgt spid="12"/>
                        </p:tgtEl>
                        <p:attrNameLst>
                          <p:attrName>ppt_h</p:attrName>
                        </p:attrNameLst>
                      </p:cBhvr>
                      <p:tavLst>
                        <p:tav tm="0">
                          <p:val>
                            <p:strVal val="#ppt_h"/>
                          </p:val>
                        </p:tav>
                        <p:tav tm="100000">
                          <p:val>
                            <p:strVal val="#ppt_h"/>
                          </p:val>
                        </p:tav>
                      </p:tavLst>
                    </p:anim>
                  </p:childTnLst>
                </p:cTn>
              </p:par>
            </p:tnLst>
          </p:tmpl>
        </p:tmplLst>
      </p:bldP>
      <p:bldP spid="13" grpId="0"/>
      <p:bldP spid="13" grpId="2"/>
      <p:bldP spid="14" grpId="0"/>
      <p:bldP spid="14" grpId="2"/>
      <p:bldP spid="15" grpId="0"/>
      <p:bldP spid="15" grpId="2"/>
      <p:bldP spid="16" grpId="0" build="p">
        <p:tmplLst>
          <p:tmpl lvl="1">
            <p:tnLst>
              <p:par>
                <p:cTn presetID="2" presetClass="entr" presetSubtype="4" decel="100000"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ppt_x"/>
                          </p:val>
                        </p:tav>
                        <p:tav tm="100000">
                          <p:val>
                            <p:strVal val="#ppt_x"/>
                          </p:val>
                        </p:tav>
                      </p:tavLst>
                    </p:anim>
                    <p:anim calcmode="lin" valueType="num">
                      <p:cBhvr additive="base">
                        <p:cTn dur="500" fill="hold"/>
                        <p:tgtEl>
                          <p:spTgt spid="16"/>
                        </p:tgtEl>
                        <p:attrNameLst>
                          <p:attrName>ppt_y</p:attrName>
                        </p:attrNameLst>
                      </p:cBhvr>
                      <p:tavLst>
                        <p:tav tm="0">
                          <p:val>
                            <p:strVal val="1+#ppt_h/2"/>
                          </p:val>
                        </p:tav>
                        <p:tav tm="100000">
                          <p:val>
                            <p:strVal val="#ppt_y"/>
                          </p:val>
                        </p:tav>
                      </p:tavLst>
                    </p:anim>
                  </p:childTnLst>
                </p:cTn>
              </p:par>
            </p:tnLst>
          </p:tmpl>
        </p:tmplLst>
      </p:bldP>
      <p:bldP spid="17" grpId="0" build="p">
        <p:tmplLst>
          <p:tmpl lvl="1">
            <p:tnLst>
              <p:par>
                <p:cTn presetID="2" presetClass="entr" presetSubtype="4" decel="10000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ppt_x"/>
                          </p:val>
                        </p:tav>
                        <p:tav tm="100000">
                          <p:val>
                            <p:strVal val="#ppt_x"/>
                          </p:val>
                        </p:tav>
                      </p:tavLst>
                    </p:anim>
                    <p:anim calcmode="lin" valueType="num">
                      <p:cBhvr additive="base">
                        <p:cTn dur="500" fill="hold"/>
                        <p:tgtEl>
                          <p:spTgt spid="17"/>
                        </p:tgtEl>
                        <p:attrNameLst>
                          <p:attrName>ppt_y</p:attrName>
                        </p:attrNameLst>
                      </p:cBhvr>
                      <p:tavLst>
                        <p:tav tm="0">
                          <p:val>
                            <p:strVal val="1+#ppt_h/2"/>
                          </p:val>
                        </p:tav>
                        <p:tav tm="100000">
                          <p:val>
                            <p:strVal val="#ppt_y"/>
                          </p:val>
                        </p:tav>
                      </p:tavLst>
                    </p:anim>
                  </p:childTnLst>
                </p:cTn>
              </p:par>
            </p:tnLst>
          </p:tmpl>
        </p:tmplLst>
      </p:bldP>
      <p:bldP spid="18" grpId="0" build="p">
        <p:tmplLst>
          <p:tmpl lvl="1">
            <p:tnLst>
              <p:par>
                <p:cTn presetID="2" presetClass="entr" presetSubtype="4" decel="10000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ppt_x"/>
                          </p:val>
                        </p:tav>
                        <p:tav tm="100000">
                          <p:val>
                            <p:strVal val="#ppt_x"/>
                          </p:val>
                        </p:tav>
                      </p:tavLst>
                    </p:anim>
                    <p:anim calcmode="lin" valueType="num">
                      <p:cBhvr additive="base">
                        <p:cTn dur="500" fill="hold"/>
                        <p:tgtEl>
                          <p:spTgt spid="18"/>
                        </p:tgtEl>
                        <p:attrNameLst>
                          <p:attrName>ppt_y</p:attrName>
                        </p:attrNameLst>
                      </p:cBhvr>
                      <p:tavLst>
                        <p:tav tm="0">
                          <p:val>
                            <p:strVal val="1+#ppt_h/2"/>
                          </p:val>
                        </p:tav>
                        <p:tav tm="100000">
                          <p:val>
                            <p:strVal val="#ppt_y"/>
                          </p:val>
                        </p:tav>
                      </p:tavLst>
                    </p:anim>
                  </p:childTnLst>
                </p:cTn>
              </p:par>
            </p:tnLst>
          </p:tmpl>
        </p:tmplLst>
      </p:bldP>
      <p:bldP spid="19" grpId="0" build="p">
        <p:tmplLst>
          <p:tmpl lvl="1">
            <p:tnLst>
              <p:par>
                <p:cTn presetID="2" presetClass="entr" presetSubtype="4" decel="10000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ppt_x"/>
                          </p:val>
                        </p:tav>
                        <p:tav tm="100000">
                          <p:val>
                            <p:strVal val="#ppt_x"/>
                          </p:val>
                        </p:tav>
                      </p:tavLst>
                    </p:anim>
                    <p:anim calcmode="lin" valueType="num">
                      <p:cBhvr additive="base">
                        <p:cTn dur="500" fill="hold"/>
                        <p:tgtEl>
                          <p:spTgt spid="19"/>
                        </p:tgtEl>
                        <p:attrNameLst>
                          <p:attrName>ppt_y</p:attrName>
                        </p:attrNameLst>
                      </p:cBhvr>
                      <p:tavLst>
                        <p:tav tm="0">
                          <p:val>
                            <p:strVal val="1+#ppt_h/2"/>
                          </p:val>
                        </p:tav>
                        <p:tav tm="100000">
                          <p:val>
                            <p:strVal val="#ppt_y"/>
                          </p:val>
                        </p:tav>
                      </p:tavLst>
                    </p:anim>
                  </p:childTnLst>
                </p:cTn>
              </p:par>
            </p:tnLst>
          </p:tmpl>
        </p:tmplLst>
      </p:bldP>
      <p:bldP spid="20" grpId="0" build="p">
        <p:tmplLst>
          <p:tmpl lvl="1">
            <p:tnLst>
              <p:par>
                <p:cTn presetID="2" presetClass="entr" presetSubtype="4" decel="10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1+#ppt_h/2"/>
                          </p:val>
                        </p:tav>
                        <p:tav tm="100000">
                          <p:val>
                            <p:strVal val="#ppt_y"/>
                          </p:val>
                        </p:tav>
                      </p:tavLst>
                    </p:anim>
                  </p:childTnLst>
                </p:cTn>
              </p:par>
            </p:tnLst>
          </p:tmpl>
        </p:tmplLst>
      </p:bldP>
      <p:bldP spid="21" grpId="0" build="p">
        <p:tmplLst>
          <p:tmpl lvl="1">
            <p:tnLst>
              <p:par>
                <p:cTn presetID="2" presetClass="entr" presetSubtype="4" decel="10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ppt_x"/>
                          </p:val>
                        </p:tav>
                        <p:tav tm="100000">
                          <p:val>
                            <p:strVal val="#ppt_x"/>
                          </p:val>
                        </p:tav>
                      </p:tavLst>
                    </p:anim>
                    <p:anim calcmode="lin" valueType="num">
                      <p:cBhvr additive="base">
                        <p:cTn dur="500" fill="hold"/>
                        <p:tgtEl>
                          <p:spTgt spid="21"/>
                        </p:tgtEl>
                        <p:attrNameLst>
                          <p:attrName>ppt_y</p:attrName>
                        </p:attrNameLst>
                      </p:cBhvr>
                      <p:tavLst>
                        <p:tav tm="0">
                          <p:val>
                            <p:strVal val="1+#ppt_h/2"/>
                          </p:val>
                        </p:tav>
                        <p:tav tm="100000">
                          <p:val>
                            <p:strVal val="#ppt_y"/>
                          </p:val>
                        </p:tav>
                      </p:tavLst>
                    </p:anim>
                  </p:childTnLst>
                </p:cTn>
              </p:par>
            </p:tnLst>
          </p:tmpl>
        </p:tmplLst>
      </p:bldP>
      <p:bldP spid="22" grpId="0" animBg="1"/>
      <p:bldP spid="23" grpId="0" animBg="1"/>
      <p:bldP spid="24" grpId="0" animBg="1"/>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 Pillars">
    <p:spTree>
      <p:nvGrpSpPr>
        <p:cNvPr id="1" name=""/>
        <p:cNvGrpSpPr/>
        <p:nvPr/>
      </p:nvGrpSpPr>
      <p:grpSpPr>
        <a:xfrm>
          <a:off x="0" y="0"/>
          <a:ext cx="0" cy="0"/>
          <a:chOff x="0" y="0"/>
          <a:chExt cx="0" cy="0"/>
        </a:xfrm>
      </p:grpSpPr>
      <p:sp>
        <p:nvSpPr>
          <p:cNvPr id="7" name="正方形/長方形 6"/>
          <p:cNvSpPr/>
          <p:nvPr userDrawn="1"/>
        </p:nvSpPr>
        <p:spPr>
          <a:xfrm>
            <a:off x="761206" y="3352800"/>
            <a:ext cx="3920837" cy="3311236"/>
          </a:xfrm>
          <a:custGeom>
            <a:avLst/>
            <a:gdLst/>
            <a:ahLst/>
            <a:cxnLst/>
            <a:rect l="l" t="t" r="r" b="b"/>
            <a:pathLst>
              <a:path w="3920837" h="3311236">
                <a:moveTo>
                  <a:pt x="0" y="0"/>
                </a:moveTo>
                <a:lnTo>
                  <a:pt x="3920837" y="0"/>
                </a:lnTo>
                <a:lnTo>
                  <a:pt x="3920837" y="3311236"/>
                </a:lnTo>
                <a:lnTo>
                  <a:pt x="1960419" y="2784764"/>
                </a:lnTo>
                <a:lnTo>
                  <a:pt x="0" y="3311236"/>
                </a:lnTo>
                <a:close/>
              </a:path>
            </a:pathLst>
          </a:custGeom>
          <a:ln>
            <a:noFill/>
          </a:ln>
          <a:effectLst>
            <a:outerShdw dist="88900" algn="tl" rotWithShape="0">
              <a:schemeClr val="accent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a:off x="9323316" y="3352799"/>
            <a:ext cx="3920837" cy="4475019"/>
          </a:xfrm>
          <a:custGeom>
            <a:avLst/>
            <a:gdLst/>
            <a:ahLst/>
            <a:cxnLst/>
            <a:rect l="l" t="t" r="r" b="b"/>
            <a:pathLst>
              <a:path w="3920837" h="4475019">
                <a:moveTo>
                  <a:pt x="0" y="0"/>
                </a:moveTo>
                <a:lnTo>
                  <a:pt x="3920837" y="0"/>
                </a:lnTo>
                <a:lnTo>
                  <a:pt x="3920837" y="4475019"/>
                </a:lnTo>
                <a:lnTo>
                  <a:pt x="3920836" y="4475019"/>
                </a:lnTo>
                <a:lnTo>
                  <a:pt x="1960418" y="3948547"/>
                </a:lnTo>
                <a:lnTo>
                  <a:pt x="0" y="4475019"/>
                </a:lnTo>
                <a:close/>
              </a:path>
            </a:pathLst>
          </a:custGeom>
          <a:solidFill>
            <a:schemeClr val="accent2"/>
          </a:solidFill>
          <a:ln>
            <a:noFill/>
          </a:ln>
          <a:effectLst>
            <a:outerShdw dist="88900" algn="tl" rotWithShape="0">
              <a:schemeClr val="accent2">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13604369" y="3352799"/>
            <a:ext cx="3920838" cy="5001491"/>
          </a:xfrm>
          <a:custGeom>
            <a:avLst/>
            <a:gdLst/>
            <a:ahLst/>
            <a:cxnLst/>
            <a:rect l="l" t="t" r="r" b="b"/>
            <a:pathLst>
              <a:path w="3920838" h="5001491">
                <a:moveTo>
                  <a:pt x="0" y="0"/>
                </a:moveTo>
                <a:lnTo>
                  <a:pt x="3920838" y="0"/>
                </a:lnTo>
                <a:lnTo>
                  <a:pt x="3920838" y="5001491"/>
                </a:lnTo>
                <a:lnTo>
                  <a:pt x="1960419" y="4475019"/>
                </a:lnTo>
                <a:lnTo>
                  <a:pt x="0" y="5001491"/>
                </a:lnTo>
                <a:close/>
              </a:path>
            </a:pathLst>
          </a:custGeom>
          <a:solidFill>
            <a:schemeClr val="accent5"/>
          </a:solidFill>
          <a:ln>
            <a:noFill/>
          </a:ln>
          <a:effectLst>
            <a:outerShdw dist="88900" algn="tl" rotWithShape="0">
              <a:schemeClr val="accent5">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1" y="1"/>
            <a:ext cx="18286413" cy="3352799"/>
          </a:xfrm>
          <a:prstGeom prst="rect">
            <a:avLst/>
          </a:prstGeom>
          <a:solidFill>
            <a:schemeClr val="tx1">
              <a:lumMod val="75000"/>
              <a:lumOff val="25000"/>
            </a:schemeClr>
          </a:solidFill>
          <a:ln>
            <a:noFill/>
          </a:ln>
          <a:effectLst>
            <a:outerShdw dist="889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userDrawn="1"/>
        </p:nvSpPr>
        <p:spPr>
          <a:xfrm>
            <a:off x="5042261" y="1"/>
            <a:ext cx="3920837" cy="7259781"/>
          </a:xfrm>
          <a:custGeom>
            <a:avLst/>
            <a:gdLst/>
            <a:ahLst/>
            <a:cxnLst/>
            <a:rect l="l" t="t" r="r" b="b"/>
            <a:pathLst>
              <a:path w="3920837" h="7259781">
                <a:moveTo>
                  <a:pt x="0" y="0"/>
                </a:moveTo>
                <a:lnTo>
                  <a:pt x="3920837" y="0"/>
                </a:lnTo>
                <a:lnTo>
                  <a:pt x="3920837" y="7259781"/>
                </a:lnTo>
                <a:lnTo>
                  <a:pt x="3920836" y="7259781"/>
                </a:lnTo>
                <a:lnTo>
                  <a:pt x="1960418" y="6733309"/>
                </a:lnTo>
                <a:lnTo>
                  <a:pt x="0" y="7259781"/>
                </a:lnTo>
                <a:close/>
              </a:path>
            </a:pathLst>
          </a:custGeom>
          <a:solidFill>
            <a:schemeClr val="accent3"/>
          </a:solidFill>
          <a:ln>
            <a:noFill/>
          </a:ln>
          <a:effectLst>
            <a:outerShdw dist="88900" algn="tl" rotWithShape="0">
              <a:schemeClr val="accent3">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p:cNvSpPr txBox="1"/>
          <p:nvPr userDrawn="1"/>
        </p:nvSpPr>
        <p:spPr>
          <a:xfrm>
            <a:off x="816625" y="2386804"/>
            <a:ext cx="2771703" cy="1015663"/>
          </a:xfrm>
          <a:prstGeom prst="rect">
            <a:avLst/>
          </a:prstGeom>
          <a:noFill/>
        </p:spPr>
        <p:txBody>
          <a:bodyPr wrap="square" rtlCol="0">
            <a:spAutoFit/>
          </a:bodyPr>
          <a:lstStyle/>
          <a:p>
            <a:r>
              <a:rPr kumimoji="1" lang="en-US" altLang="ja-JP" sz="60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01</a:t>
            </a:r>
            <a:endParaRPr kumimoji="1" lang="ja-JP" altLang="en-US" sz="6000" dirty="0">
              <a:solidFill>
                <a:schemeClr val="bg1"/>
              </a:solidFill>
              <a:latin typeface="Open Sans Light" panose="020B0306030504020204" pitchFamily="34" charset="0"/>
              <a:cs typeface="Open Sans Light" panose="020B0306030504020204" pitchFamily="34" charset="0"/>
            </a:endParaRPr>
          </a:p>
        </p:txBody>
      </p:sp>
      <p:sp>
        <p:nvSpPr>
          <p:cNvPr id="24" name="テキスト ボックス 23"/>
          <p:cNvSpPr txBox="1"/>
          <p:nvPr userDrawn="1"/>
        </p:nvSpPr>
        <p:spPr>
          <a:xfrm>
            <a:off x="5106919" y="2386803"/>
            <a:ext cx="2771703" cy="1015663"/>
          </a:xfrm>
          <a:prstGeom prst="rect">
            <a:avLst/>
          </a:prstGeom>
          <a:noFill/>
        </p:spPr>
        <p:txBody>
          <a:bodyPr wrap="square" rtlCol="0">
            <a:spAutoFit/>
          </a:bodyPr>
          <a:lstStyle/>
          <a:p>
            <a:r>
              <a:rPr kumimoji="1" lang="en-US" altLang="ja-JP" sz="60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02</a:t>
            </a:r>
            <a:endParaRPr kumimoji="1" lang="ja-JP" altLang="en-US" sz="6000" dirty="0">
              <a:solidFill>
                <a:schemeClr val="bg1"/>
              </a:solidFill>
              <a:latin typeface="Open Sans Light" panose="020B0306030504020204" pitchFamily="34" charset="0"/>
              <a:cs typeface="Open Sans Light" panose="020B0306030504020204" pitchFamily="34" charset="0"/>
            </a:endParaRPr>
          </a:p>
        </p:txBody>
      </p:sp>
      <p:sp>
        <p:nvSpPr>
          <p:cNvPr id="25" name="テキスト ボックス 24"/>
          <p:cNvSpPr txBox="1"/>
          <p:nvPr userDrawn="1"/>
        </p:nvSpPr>
        <p:spPr>
          <a:xfrm>
            <a:off x="9397213" y="2386803"/>
            <a:ext cx="2771703" cy="1015663"/>
          </a:xfrm>
          <a:prstGeom prst="rect">
            <a:avLst/>
          </a:prstGeom>
          <a:noFill/>
        </p:spPr>
        <p:txBody>
          <a:bodyPr wrap="square" rtlCol="0">
            <a:spAutoFit/>
          </a:bodyPr>
          <a:lstStyle/>
          <a:p>
            <a:r>
              <a:rPr kumimoji="1" lang="en-US" altLang="ja-JP" sz="60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03</a:t>
            </a:r>
            <a:endParaRPr kumimoji="1" lang="ja-JP" altLang="en-US" sz="6000" dirty="0">
              <a:solidFill>
                <a:schemeClr val="bg1"/>
              </a:solidFill>
              <a:latin typeface="Open Sans Light" panose="020B0306030504020204" pitchFamily="34" charset="0"/>
              <a:cs typeface="Open Sans Light" panose="020B0306030504020204" pitchFamily="34" charset="0"/>
            </a:endParaRPr>
          </a:p>
        </p:txBody>
      </p:sp>
      <p:sp>
        <p:nvSpPr>
          <p:cNvPr id="26" name="テキスト ボックス 25"/>
          <p:cNvSpPr txBox="1"/>
          <p:nvPr userDrawn="1"/>
        </p:nvSpPr>
        <p:spPr>
          <a:xfrm>
            <a:off x="13687506" y="2386802"/>
            <a:ext cx="2771703" cy="1015663"/>
          </a:xfrm>
          <a:prstGeom prst="rect">
            <a:avLst/>
          </a:prstGeom>
          <a:noFill/>
        </p:spPr>
        <p:txBody>
          <a:bodyPr wrap="square" rtlCol="0">
            <a:spAutoFit/>
          </a:bodyPr>
          <a:lstStyle/>
          <a:p>
            <a:r>
              <a:rPr kumimoji="1" lang="en-US" altLang="ja-JP" sz="60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04</a:t>
            </a:r>
            <a:endParaRPr kumimoji="1" lang="ja-JP" altLang="en-US" sz="6000" dirty="0">
              <a:solidFill>
                <a:schemeClr val="bg1"/>
              </a:solidFill>
              <a:latin typeface="Open Sans Light" panose="020B0306030504020204" pitchFamily="34" charset="0"/>
              <a:cs typeface="Open Sans Light" panose="020B0306030504020204" pitchFamily="34" charset="0"/>
            </a:endParaRPr>
          </a:p>
        </p:txBody>
      </p:sp>
      <p:sp>
        <p:nvSpPr>
          <p:cNvPr id="27" name="タイトル 1"/>
          <p:cNvSpPr>
            <a:spLocks noGrp="1"/>
          </p:cNvSpPr>
          <p:nvPr>
            <p:ph type="title" hasCustomPrompt="1"/>
          </p:nvPr>
        </p:nvSpPr>
        <p:spPr>
          <a:xfrm>
            <a:off x="9280957" y="248400"/>
            <a:ext cx="8244250" cy="1203151"/>
          </a:xfrm>
        </p:spPr>
        <p:txBody>
          <a:bodyPr/>
          <a:lstStyle>
            <a:lvl1pPr>
              <a:defRPr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28" name="正方形/長方形 27"/>
          <p:cNvSpPr/>
          <p:nvPr userDrawn="1"/>
        </p:nvSpPr>
        <p:spPr>
          <a:xfrm>
            <a:off x="9496981" y="1400400"/>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プレースホルダー 6"/>
          <p:cNvSpPr>
            <a:spLocks noGrp="1"/>
          </p:cNvSpPr>
          <p:nvPr>
            <p:ph type="body" sz="quarter" idx="20" hasCustomPrompt="1"/>
          </p:nvPr>
        </p:nvSpPr>
        <p:spPr>
          <a:xfrm>
            <a:off x="813675" y="3552224"/>
            <a:ext cx="3716212" cy="720080"/>
          </a:xfrm>
        </p:spPr>
        <p:txBody>
          <a:bodyPr anchor="t">
            <a:noAutofit/>
          </a:bodyPr>
          <a:lstStyle>
            <a:lvl1pPr algn="l">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p:ph type="body" sz="quarter" idx="23" hasCustomPrompt="1"/>
          </p:nvPr>
        </p:nvSpPr>
        <p:spPr>
          <a:xfrm>
            <a:off x="828189" y="4184839"/>
            <a:ext cx="3729297" cy="1809561"/>
          </a:xfrm>
        </p:spPr>
        <p:txBody>
          <a:bodyPr anchor="t">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24" hasCustomPrompt="1"/>
          </p:nvPr>
        </p:nvSpPr>
        <p:spPr>
          <a:xfrm>
            <a:off x="5092230" y="3552224"/>
            <a:ext cx="3716212" cy="720080"/>
          </a:xfrm>
        </p:spPr>
        <p:txBody>
          <a:bodyPr anchor="t">
            <a:noAutofit/>
          </a:bodyPr>
          <a:lstStyle>
            <a:lvl1pPr algn="l">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25" hasCustomPrompt="1"/>
          </p:nvPr>
        </p:nvSpPr>
        <p:spPr>
          <a:xfrm>
            <a:off x="5106744" y="4184839"/>
            <a:ext cx="3729297" cy="2479197"/>
          </a:xfrm>
        </p:spPr>
        <p:txBody>
          <a:bodyPr anchor="t">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34" name="テキスト プレースホルダー 6"/>
          <p:cNvSpPr>
            <a:spLocks noGrp="1"/>
          </p:cNvSpPr>
          <p:nvPr>
            <p:ph type="body" sz="quarter" idx="26" hasCustomPrompt="1"/>
          </p:nvPr>
        </p:nvSpPr>
        <p:spPr>
          <a:xfrm>
            <a:off x="9370785" y="3552224"/>
            <a:ext cx="3716212" cy="720080"/>
          </a:xfrm>
        </p:spPr>
        <p:txBody>
          <a:bodyPr anchor="t">
            <a:noAutofit/>
          </a:bodyPr>
          <a:lstStyle>
            <a:lvl1pPr algn="l">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p:ph type="body" sz="quarter" idx="27" hasCustomPrompt="1"/>
          </p:nvPr>
        </p:nvSpPr>
        <p:spPr>
          <a:xfrm>
            <a:off x="9385299" y="4184839"/>
            <a:ext cx="3729297" cy="2898132"/>
          </a:xfrm>
        </p:spPr>
        <p:txBody>
          <a:bodyPr anchor="t">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28" hasCustomPrompt="1"/>
          </p:nvPr>
        </p:nvSpPr>
        <p:spPr>
          <a:xfrm>
            <a:off x="13678369" y="3552224"/>
            <a:ext cx="3695231" cy="720080"/>
          </a:xfrm>
        </p:spPr>
        <p:txBody>
          <a:bodyPr anchor="t">
            <a:noAutofit/>
          </a:bodyPr>
          <a:lstStyle>
            <a:lvl1pPr algn="l">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p:ph type="body" sz="quarter" idx="29" hasCustomPrompt="1"/>
          </p:nvPr>
        </p:nvSpPr>
        <p:spPr>
          <a:xfrm>
            <a:off x="13663855" y="4184839"/>
            <a:ext cx="3729297" cy="3522247"/>
          </a:xfrm>
        </p:spPr>
        <p:txBody>
          <a:bodyPr anchor="t">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39" name="テキスト プレースホルダー 6"/>
          <p:cNvSpPr>
            <a:spLocks noGrp="1"/>
          </p:cNvSpPr>
          <p:nvPr>
            <p:ph type="body" sz="quarter" idx="15" hasCustomPrompt="1"/>
          </p:nvPr>
        </p:nvSpPr>
        <p:spPr>
          <a:xfrm>
            <a:off x="617191" y="8098971"/>
            <a:ext cx="12735952" cy="1306286"/>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40" name="正方形/長方形 39"/>
          <p:cNvSpPr/>
          <p:nvPr userDrawn="1"/>
        </p:nvSpPr>
        <p:spPr>
          <a:xfrm>
            <a:off x="761206" y="7998731"/>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プレースホルダー 6"/>
          <p:cNvSpPr>
            <a:spLocks noGrp="1"/>
          </p:cNvSpPr>
          <p:nvPr>
            <p:ph type="body" sz="quarter" idx="13" hasCustomPrompt="1"/>
          </p:nvPr>
        </p:nvSpPr>
        <p:spPr>
          <a:xfrm>
            <a:off x="9323316" y="1543100"/>
            <a:ext cx="8098881" cy="504056"/>
          </a:xfrm>
        </p:spPr>
        <p:txBody>
          <a:bodyPr/>
          <a:lstStyle>
            <a:lvl1pPr>
              <a:defRPr i="1" baseline="0">
                <a:solidFill>
                  <a:schemeClr val="bg1">
                    <a:lumMod val="95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Tree>
    <p:extLst>
      <p:ext uri="{BB962C8B-B14F-4D97-AF65-F5344CB8AC3E}">
        <p14:creationId xmlns:p14="http://schemas.microsoft.com/office/powerpoint/2010/main" val="840335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0-#ppt_h/2"/>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1+#ppt_w/2"/>
                                          </p:val>
                                        </p:tav>
                                        <p:tav tm="100000">
                                          <p:val>
                                            <p:strVal val="#ppt_x"/>
                                          </p:val>
                                        </p:tav>
                                      </p:tavLst>
                                    </p:anim>
                                    <p:anim calcmode="lin" valueType="num">
                                      <p:cBhvr additive="base">
                                        <p:cTn id="16" dur="500" fill="hold"/>
                                        <p:tgtEl>
                                          <p:spTgt spid="28"/>
                                        </p:tgtEl>
                                        <p:attrNameLst>
                                          <p:attrName>ppt_y</p:attrName>
                                        </p:attrNameLst>
                                      </p:cBhvr>
                                      <p:tavLst>
                                        <p:tav tm="0">
                                          <p:val>
                                            <p:strVal val="#ppt_y"/>
                                          </p:val>
                                        </p:tav>
                                        <p:tav tm="100000">
                                          <p:val>
                                            <p:strVal val="#ppt_y"/>
                                          </p:val>
                                        </p:tav>
                                      </p:tavLst>
                                    </p:anim>
                                  </p:childTnLst>
                                </p:cTn>
                              </p:par>
                            </p:childTnLst>
                          </p:cTn>
                        </p:par>
                        <p:par>
                          <p:cTn id="17" fill="hold">
                            <p:stCondLst>
                              <p:cond delay="1100"/>
                            </p:stCondLst>
                            <p:childTnLst>
                              <p:par>
                                <p:cTn id="18" presetID="22" presetClass="entr" presetSubtype="8" fill="hold" grpId="0" nodeType="afterEffect">
                                  <p:stCondLst>
                                    <p:cond delay="0"/>
                                  </p:stCondLst>
                                  <p:childTnLst>
                                    <p:set>
                                      <p:cBhvr>
                                        <p:cTn id="19" dur="1" fill="hold">
                                          <p:stCondLst>
                                            <p:cond delay="0"/>
                                          </p:stCondLst>
                                        </p:cTn>
                                        <p:tgtEl>
                                          <p:spTgt spid="41">
                                            <p:txEl>
                                              <p:pRg st="0" end="0"/>
                                            </p:txEl>
                                          </p:spTgt>
                                        </p:tgtEl>
                                        <p:attrNameLst>
                                          <p:attrName>style.visibility</p:attrName>
                                        </p:attrNameLst>
                                      </p:cBhvr>
                                      <p:to>
                                        <p:strVal val="visible"/>
                                      </p:to>
                                    </p:set>
                                    <p:animEffect transition="in" filter="wipe(left)">
                                      <p:cBhvr>
                                        <p:cTn id="20" dur="500"/>
                                        <p:tgtEl>
                                          <p:spTgt spid="41">
                                            <p:txEl>
                                              <p:pRg st="0" end="0"/>
                                            </p:txEl>
                                          </p:spTgt>
                                        </p:tgtEl>
                                      </p:cBhvr>
                                    </p:animEffect>
                                  </p:childTnLst>
                                </p:cTn>
                              </p:par>
                            </p:childTnLst>
                          </p:cTn>
                        </p:par>
                        <p:par>
                          <p:cTn id="21" fill="hold">
                            <p:stCondLst>
                              <p:cond delay="1600"/>
                            </p:stCondLst>
                            <p:childTnLst>
                              <p:par>
                                <p:cTn id="22" presetID="22" presetClass="entr" presetSubtype="1" fill="hold" grpId="0" nodeType="afterEffect">
                                  <p:stCondLst>
                                    <p:cond delay="25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par>
                                <p:cTn id="25" presetID="2" presetClass="entr" presetSubtype="1" decel="100000" fill="hold" grpId="0" nodeType="withEffect">
                                  <p:stCondLst>
                                    <p:cond delay="250"/>
                                  </p:stCondLst>
                                  <p:iterate type="lt">
                                    <p:tmPct val="10000"/>
                                  </p:iterate>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500" fill="hold"/>
                                        <p:tgtEl>
                                          <p:spTgt spid="23"/>
                                        </p:tgtEl>
                                        <p:attrNameLst>
                                          <p:attrName>ppt_x</p:attrName>
                                        </p:attrNameLst>
                                      </p:cBhvr>
                                      <p:tavLst>
                                        <p:tav tm="0">
                                          <p:val>
                                            <p:strVal val="#ppt_x"/>
                                          </p:val>
                                        </p:tav>
                                        <p:tav tm="100000">
                                          <p:val>
                                            <p:strVal val="#ppt_x"/>
                                          </p:val>
                                        </p:tav>
                                      </p:tavLst>
                                    </p:anim>
                                    <p:anim calcmode="lin" valueType="num">
                                      <p:cBhvr additive="base">
                                        <p:cTn id="28" dur="500" fill="hold"/>
                                        <p:tgtEl>
                                          <p:spTgt spid="23"/>
                                        </p:tgtEl>
                                        <p:attrNameLst>
                                          <p:attrName>ppt_y</p:attrName>
                                        </p:attrNameLst>
                                      </p:cBhvr>
                                      <p:tavLst>
                                        <p:tav tm="0">
                                          <p:val>
                                            <p:strVal val="0-#ppt_h/2"/>
                                          </p:val>
                                        </p:tav>
                                        <p:tav tm="100000">
                                          <p:val>
                                            <p:strVal val="#ppt_y"/>
                                          </p:val>
                                        </p:tav>
                                      </p:tavLst>
                                    </p:anim>
                                  </p:childTnLst>
                                </p:cTn>
                              </p:par>
                              <p:par>
                                <p:cTn id="29" presetID="22" presetClass="entr" presetSubtype="1" fill="hold" grpId="0" nodeType="withEffect">
                                  <p:stCondLst>
                                    <p:cond delay="250"/>
                                  </p:stCondLst>
                                  <p:childTnLst>
                                    <p:set>
                                      <p:cBhvr>
                                        <p:cTn id="30" dur="1" fill="hold">
                                          <p:stCondLst>
                                            <p:cond delay="0"/>
                                          </p:stCondLst>
                                        </p:cTn>
                                        <p:tgtEl>
                                          <p:spTgt spid="30">
                                            <p:txEl>
                                              <p:pRg st="0" end="0"/>
                                            </p:txEl>
                                          </p:spTgt>
                                        </p:tgtEl>
                                        <p:attrNameLst>
                                          <p:attrName>style.visibility</p:attrName>
                                        </p:attrNameLst>
                                      </p:cBhvr>
                                      <p:to>
                                        <p:strVal val="visible"/>
                                      </p:to>
                                    </p:set>
                                    <p:animEffect transition="in" filter="wipe(up)">
                                      <p:cBhvr>
                                        <p:cTn id="31" dur="500"/>
                                        <p:tgtEl>
                                          <p:spTgt spid="30">
                                            <p:txEl>
                                              <p:pRg st="0" end="0"/>
                                            </p:txEl>
                                          </p:spTgt>
                                        </p:tgtEl>
                                      </p:cBhvr>
                                    </p:animEffect>
                                  </p:childTnLst>
                                </p:cTn>
                              </p:par>
                              <p:par>
                                <p:cTn id="32" presetID="22" presetClass="entr" presetSubtype="1" fill="hold" grpId="0" nodeType="withEffect">
                                  <p:stCondLst>
                                    <p:cond delay="250"/>
                                  </p:stCondLst>
                                  <p:childTnLst>
                                    <p:set>
                                      <p:cBhvr>
                                        <p:cTn id="33" dur="1" fill="hold">
                                          <p:stCondLst>
                                            <p:cond delay="0"/>
                                          </p:stCondLst>
                                        </p:cTn>
                                        <p:tgtEl>
                                          <p:spTgt spid="31">
                                            <p:txEl>
                                              <p:pRg st="0" end="0"/>
                                            </p:txEl>
                                          </p:spTgt>
                                        </p:tgtEl>
                                        <p:attrNameLst>
                                          <p:attrName>style.visibility</p:attrName>
                                        </p:attrNameLst>
                                      </p:cBhvr>
                                      <p:to>
                                        <p:strVal val="visible"/>
                                      </p:to>
                                    </p:set>
                                    <p:animEffect transition="in" filter="wipe(up)">
                                      <p:cBhvr>
                                        <p:cTn id="34" dur="500"/>
                                        <p:tgtEl>
                                          <p:spTgt spid="31">
                                            <p:txEl>
                                              <p:pRg st="0" end="0"/>
                                            </p:txEl>
                                          </p:spTgt>
                                        </p:tgtEl>
                                      </p:cBhvr>
                                    </p:animEffect>
                                  </p:childTnLst>
                                </p:cTn>
                              </p:par>
                            </p:childTnLst>
                          </p:cTn>
                        </p:par>
                        <p:par>
                          <p:cTn id="35" fill="hold">
                            <p:stCondLst>
                              <p:cond delay="2400"/>
                            </p:stCondLst>
                            <p:childTnLst>
                              <p:par>
                                <p:cTn id="36" presetID="22" presetClass="entr" presetSubtype="1" fill="hold" grpId="0" nodeType="afterEffect">
                                  <p:stCondLst>
                                    <p:cond delay="250"/>
                                  </p:stCondLst>
                                  <p:childTnLst>
                                    <p:set>
                                      <p:cBhvr>
                                        <p:cTn id="37" dur="1" fill="hold">
                                          <p:stCondLst>
                                            <p:cond delay="0"/>
                                          </p:stCondLst>
                                        </p:cTn>
                                        <p:tgtEl>
                                          <p:spTgt spid="8"/>
                                        </p:tgtEl>
                                        <p:attrNameLst>
                                          <p:attrName>style.visibility</p:attrName>
                                        </p:attrNameLst>
                                      </p:cBhvr>
                                      <p:to>
                                        <p:strVal val="visible"/>
                                      </p:to>
                                    </p:set>
                                    <p:animEffect transition="in" filter="wipe(up)">
                                      <p:cBhvr>
                                        <p:cTn id="38" dur="500"/>
                                        <p:tgtEl>
                                          <p:spTgt spid="8"/>
                                        </p:tgtEl>
                                      </p:cBhvr>
                                    </p:animEffect>
                                  </p:childTnLst>
                                </p:cTn>
                              </p:par>
                              <p:par>
                                <p:cTn id="39" presetID="2" presetClass="entr" presetSubtype="1" decel="100000" fill="hold" grpId="0" nodeType="withEffect">
                                  <p:stCondLst>
                                    <p:cond delay="250"/>
                                  </p:stCondLst>
                                  <p:iterate type="lt">
                                    <p:tmPct val="10000"/>
                                  </p:iterate>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0-#ppt_h/2"/>
                                          </p:val>
                                        </p:tav>
                                        <p:tav tm="100000">
                                          <p:val>
                                            <p:strVal val="#ppt_y"/>
                                          </p:val>
                                        </p:tav>
                                      </p:tavLst>
                                    </p:anim>
                                  </p:childTnLst>
                                </p:cTn>
                              </p:par>
                              <p:par>
                                <p:cTn id="43" presetID="22" presetClass="entr" presetSubtype="1" fill="hold" grpId="0" nodeType="withEffect">
                                  <p:stCondLst>
                                    <p:cond delay="250"/>
                                  </p:stCondLst>
                                  <p:childTnLst>
                                    <p:set>
                                      <p:cBhvr>
                                        <p:cTn id="44" dur="1" fill="hold">
                                          <p:stCondLst>
                                            <p:cond delay="0"/>
                                          </p:stCondLst>
                                        </p:cTn>
                                        <p:tgtEl>
                                          <p:spTgt spid="32">
                                            <p:txEl>
                                              <p:pRg st="0" end="0"/>
                                            </p:txEl>
                                          </p:spTgt>
                                        </p:tgtEl>
                                        <p:attrNameLst>
                                          <p:attrName>style.visibility</p:attrName>
                                        </p:attrNameLst>
                                      </p:cBhvr>
                                      <p:to>
                                        <p:strVal val="visible"/>
                                      </p:to>
                                    </p:set>
                                    <p:animEffect transition="in" filter="wipe(up)">
                                      <p:cBhvr>
                                        <p:cTn id="45" dur="500"/>
                                        <p:tgtEl>
                                          <p:spTgt spid="32">
                                            <p:txEl>
                                              <p:pRg st="0" end="0"/>
                                            </p:txEl>
                                          </p:spTgt>
                                        </p:tgtEl>
                                      </p:cBhvr>
                                    </p:animEffect>
                                  </p:childTnLst>
                                </p:cTn>
                              </p:par>
                              <p:par>
                                <p:cTn id="46" presetID="22" presetClass="entr" presetSubtype="1" fill="hold" grpId="0" nodeType="withEffect">
                                  <p:stCondLst>
                                    <p:cond delay="250"/>
                                  </p:stCondLst>
                                  <p:childTnLst>
                                    <p:set>
                                      <p:cBhvr>
                                        <p:cTn id="47" dur="1" fill="hold">
                                          <p:stCondLst>
                                            <p:cond delay="0"/>
                                          </p:stCondLst>
                                        </p:cTn>
                                        <p:tgtEl>
                                          <p:spTgt spid="33">
                                            <p:txEl>
                                              <p:pRg st="0" end="0"/>
                                            </p:txEl>
                                          </p:spTgt>
                                        </p:tgtEl>
                                        <p:attrNameLst>
                                          <p:attrName>style.visibility</p:attrName>
                                        </p:attrNameLst>
                                      </p:cBhvr>
                                      <p:to>
                                        <p:strVal val="visible"/>
                                      </p:to>
                                    </p:set>
                                    <p:animEffect transition="in" filter="wipe(up)">
                                      <p:cBhvr>
                                        <p:cTn id="48" dur="500"/>
                                        <p:tgtEl>
                                          <p:spTgt spid="33">
                                            <p:txEl>
                                              <p:pRg st="0" end="0"/>
                                            </p:txEl>
                                          </p:spTgt>
                                        </p:tgtEl>
                                      </p:cBhvr>
                                    </p:animEffect>
                                  </p:childTnLst>
                                </p:cTn>
                              </p:par>
                            </p:childTnLst>
                          </p:cTn>
                        </p:par>
                        <p:par>
                          <p:cTn id="49" fill="hold">
                            <p:stCondLst>
                              <p:cond delay="3200"/>
                            </p:stCondLst>
                            <p:childTnLst>
                              <p:par>
                                <p:cTn id="50" presetID="22" presetClass="entr" presetSubtype="1" fill="hold" grpId="0" nodeType="afterEffect">
                                  <p:stCondLst>
                                    <p:cond delay="25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500"/>
                                        <p:tgtEl>
                                          <p:spTgt spid="9"/>
                                        </p:tgtEl>
                                      </p:cBhvr>
                                    </p:animEffect>
                                  </p:childTnLst>
                                </p:cTn>
                              </p:par>
                              <p:par>
                                <p:cTn id="53" presetID="22" presetClass="entr" presetSubtype="1" fill="hold" grpId="0" nodeType="withEffect">
                                  <p:stCondLst>
                                    <p:cond delay="250"/>
                                  </p:stCondLst>
                                  <p:childTnLst>
                                    <p:set>
                                      <p:cBhvr>
                                        <p:cTn id="54" dur="1" fill="hold">
                                          <p:stCondLst>
                                            <p:cond delay="0"/>
                                          </p:stCondLst>
                                        </p:cTn>
                                        <p:tgtEl>
                                          <p:spTgt spid="34">
                                            <p:txEl>
                                              <p:pRg st="0" end="0"/>
                                            </p:txEl>
                                          </p:spTgt>
                                        </p:tgtEl>
                                        <p:attrNameLst>
                                          <p:attrName>style.visibility</p:attrName>
                                        </p:attrNameLst>
                                      </p:cBhvr>
                                      <p:to>
                                        <p:strVal val="visible"/>
                                      </p:to>
                                    </p:set>
                                    <p:animEffect transition="in" filter="wipe(up)">
                                      <p:cBhvr>
                                        <p:cTn id="55" dur="500"/>
                                        <p:tgtEl>
                                          <p:spTgt spid="34">
                                            <p:txEl>
                                              <p:pRg st="0" end="0"/>
                                            </p:txEl>
                                          </p:spTgt>
                                        </p:tgtEl>
                                      </p:cBhvr>
                                    </p:animEffect>
                                  </p:childTnLst>
                                </p:cTn>
                              </p:par>
                              <p:par>
                                <p:cTn id="56" presetID="22" presetClass="entr" presetSubtype="1" fill="hold" grpId="0" nodeType="withEffect">
                                  <p:stCondLst>
                                    <p:cond delay="250"/>
                                  </p:stCondLst>
                                  <p:childTnLst>
                                    <p:set>
                                      <p:cBhvr>
                                        <p:cTn id="57" dur="1" fill="hold">
                                          <p:stCondLst>
                                            <p:cond delay="0"/>
                                          </p:stCondLst>
                                        </p:cTn>
                                        <p:tgtEl>
                                          <p:spTgt spid="35">
                                            <p:txEl>
                                              <p:pRg st="0" end="0"/>
                                            </p:txEl>
                                          </p:spTgt>
                                        </p:tgtEl>
                                        <p:attrNameLst>
                                          <p:attrName>style.visibility</p:attrName>
                                        </p:attrNameLst>
                                      </p:cBhvr>
                                      <p:to>
                                        <p:strVal val="visible"/>
                                      </p:to>
                                    </p:set>
                                    <p:animEffect transition="in" filter="wipe(up)">
                                      <p:cBhvr>
                                        <p:cTn id="58" dur="500"/>
                                        <p:tgtEl>
                                          <p:spTgt spid="35">
                                            <p:txEl>
                                              <p:pRg st="0" end="0"/>
                                            </p:txEl>
                                          </p:spTgt>
                                        </p:tgtEl>
                                      </p:cBhvr>
                                    </p:animEffect>
                                  </p:childTnLst>
                                </p:cTn>
                              </p:par>
                              <p:par>
                                <p:cTn id="59" presetID="2" presetClass="entr" presetSubtype="1" decel="100000" fill="hold" grpId="0" nodeType="withEffect">
                                  <p:stCondLst>
                                    <p:cond delay="250"/>
                                  </p:stCondLst>
                                  <p:iterate type="lt">
                                    <p:tmPct val="10000"/>
                                  </p:iterate>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500" fill="hold"/>
                                        <p:tgtEl>
                                          <p:spTgt spid="25"/>
                                        </p:tgtEl>
                                        <p:attrNameLst>
                                          <p:attrName>ppt_x</p:attrName>
                                        </p:attrNameLst>
                                      </p:cBhvr>
                                      <p:tavLst>
                                        <p:tav tm="0">
                                          <p:val>
                                            <p:strVal val="#ppt_x"/>
                                          </p:val>
                                        </p:tav>
                                        <p:tav tm="100000">
                                          <p:val>
                                            <p:strVal val="#ppt_x"/>
                                          </p:val>
                                        </p:tav>
                                      </p:tavLst>
                                    </p:anim>
                                    <p:anim calcmode="lin" valueType="num">
                                      <p:cBhvr additive="base">
                                        <p:cTn id="62" dur="500" fill="hold"/>
                                        <p:tgtEl>
                                          <p:spTgt spid="25"/>
                                        </p:tgtEl>
                                        <p:attrNameLst>
                                          <p:attrName>ppt_y</p:attrName>
                                        </p:attrNameLst>
                                      </p:cBhvr>
                                      <p:tavLst>
                                        <p:tav tm="0">
                                          <p:val>
                                            <p:strVal val="0-#ppt_h/2"/>
                                          </p:val>
                                        </p:tav>
                                        <p:tav tm="100000">
                                          <p:val>
                                            <p:strVal val="#ppt_y"/>
                                          </p:val>
                                        </p:tav>
                                      </p:tavLst>
                                    </p:anim>
                                  </p:childTnLst>
                                </p:cTn>
                              </p:par>
                            </p:childTnLst>
                          </p:cTn>
                        </p:par>
                        <p:par>
                          <p:cTn id="63" fill="hold">
                            <p:stCondLst>
                              <p:cond delay="4000"/>
                            </p:stCondLst>
                            <p:childTnLst>
                              <p:par>
                                <p:cTn id="64" presetID="22" presetClass="entr" presetSubtype="1" fill="hold" grpId="0" nodeType="afterEffect">
                                  <p:stCondLst>
                                    <p:cond delay="250"/>
                                  </p:stCondLst>
                                  <p:childTnLst>
                                    <p:set>
                                      <p:cBhvr>
                                        <p:cTn id="65" dur="1" fill="hold">
                                          <p:stCondLst>
                                            <p:cond delay="0"/>
                                          </p:stCondLst>
                                        </p:cTn>
                                        <p:tgtEl>
                                          <p:spTgt spid="10"/>
                                        </p:tgtEl>
                                        <p:attrNameLst>
                                          <p:attrName>style.visibility</p:attrName>
                                        </p:attrNameLst>
                                      </p:cBhvr>
                                      <p:to>
                                        <p:strVal val="visible"/>
                                      </p:to>
                                    </p:set>
                                    <p:animEffect transition="in" filter="wipe(up)">
                                      <p:cBhvr>
                                        <p:cTn id="66" dur="500"/>
                                        <p:tgtEl>
                                          <p:spTgt spid="10"/>
                                        </p:tgtEl>
                                      </p:cBhvr>
                                    </p:animEffect>
                                  </p:childTnLst>
                                </p:cTn>
                              </p:par>
                              <p:par>
                                <p:cTn id="67" presetID="2" presetClass="entr" presetSubtype="1" decel="100000" fill="hold" grpId="0" nodeType="withEffect">
                                  <p:stCondLst>
                                    <p:cond delay="250"/>
                                  </p:stCondLst>
                                  <p:iterate type="lt">
                                    <p:tmPct val="10000"/>
                                  </p:iterate>
                                  <p:childTnLst>
                                    <p:set>
                                      <p:cBhvr>
                                        <p:cTn id="68" dur="1" fill="hold">
                                          <p:stCondLst>
                                            <p:cond delay="0"/>
                                          </p:stCondLst>
                                        </p:cTn>
                                        <p:tgtEl>
                                          <p:spTgt spid="26"/>
                                        </p:tgtEl>
                                        <p:attrNameLst>
                                          <p:attrName>style.visibility</p:attrName>
                                        </p:attrNameLst>
                                      </p:cBhvr>
                                      <p:to>
                                        <p:strVal val="visible"/>
                                      </p:to>
                                    </p:set>
                                    <p:anim calcmode="lin" valueType="num">
                                      <p:cBhvr additive="base">
                                        <p:cTn id="69" dur="500" fill="hold"/>
                                        <p:tgtEl>
                                          <p:spTgt spid="26"/>
                                        </p:tgtEl>
                                        <p:attrNameLst>
                                          <p:attrName>ppt_x</p:attrName>
                                        </p:attrNameLst>
                                      </p:cBhvr>
                                      <p:tavLst>
                                        <p:tav tm="0">
                                          <p:val>
                                            <p:strVal val="#ppt_x"/>
                                          </p:val>
                                        </p:tav>
                                        <p:tav tm="100000">
                                          <p:val>
                                            <p:strVal val="#ppt_x"/>
                                          </p:val>
                                        </p:tav>
                                      </p:tavLst>
                                    </p:anim>
                                    <p:anim calcmode="lin" valueType="num">
                                      <p:cBhvr additive="base">
                                        <p:cTn id="70" dur="500" fill="hold"/>
                                        <p:tgtEl>
                                          <p:spTgt spid="26"/>
                                        </p:tgtEl>
                                        <p:attrNameLst>
                                          <p:attrName>ppt_y</p:attrName>
                                        </p:attrNameLst>
                                      </p:cBhvr>
                                      <p:tavLst>
                                        <p:tav tm="0">
                                          <p:val>
                                            <p:strVal val="0-#ppt_h/2"/>
                                          </p:val>
                                        </p:tav>
                                        <p:tav tm="100000">
                                          <p:val>
                                            <p:strVal val="#ppt_y"/>
                                          </p:val>
                                        </p:tav>
                                      </p:tavLst>
                                    </p:anim>
                                  </p:childTnLst>
                                </p:cTn>
                              </p:par>
                              <p:par>
                                <p:cTn id="71" presetID="22" presetClass="entr" presetSubtype="1" fill="hold" grpId="0" nodeType="withEffect">
                                  <p:stCondLst>
                                    <p:cond delay="250"/>
                                  </p:stCondLst>
                                  <p:childTnLst>
                                    <p:set>
                                      <p:cBhvr>
                                        <p:cTn id="72" dur="1" fill="hold">
                                          <p:stCondLst>
                                            <p:cond delay="0"/>
                                          </p:stCondLst>
                                        </p:cTn>
                                        <p:tgtEl>
                                          <p:spTgt spid="36">
                                            <p:txEl>
                                              <p:pRg st="0" end="0"/>
                                            </p:txEl>
                                          </p:spTgt>
                                        </p:tgtEl>
                                        <p:attrNameLst>
                                          <p:attrName>style.visibility</p:attrName>
                                        </p:attrNameLst>
                                      </p:cBhvr>
                                      <p:to>
                                        <p:strVal val="visible"/>
                                      </p:to>
                                    </p:set>
                                    <p:animEffect transition="in" filter="wipe(up)">
                                      <p:cBhvr>
                                        <p:cTn id="73" dur="500"/>
                                        <p:tgtEl>
                                          <p:spTgt spid="36">
                                            <p:txEl>
                                              <p:pRg st="0" end="0"/>
                                            </p:txEl>
                                          </p:spTgt>
                                        </p:tgtEl>
                                      </p:cBhvr>
                                    </p:animEffect>
                                  </p:childTnLst>
                                </p:cTn>
                              </p:par>
                              <p:par>
                                <p:cTn id="74" presetID="22" presetClass="entr" presetSubtype="1" fill="hold" grpId="0" nodeType="withEffect">
                                  <p:stCondLst>
                                    <p:cond delay="250"/>
                                  </p:stCondLst>
                                  <p:childTnLst>
                                    <p:set>
                                      <p:cBhvr>
                                        <p:cTn id="75" dur="1" fill="hold">
                                          <p:stCondLst>
                                            <p:cond delay="0"/>
                                          </p:stCondLst>
                                        </p:cTn>
                                        <p:tgtEl>
                                          <p:spTgt spid="37">
                                            <p:txEl>
                                              <p:pRg st="0" end="0"/>
                                            </p:txEl>
                                          </p:spTgt>
                                        </p:tgtEl>
                                        <p:attrNameLst>
                                          <p:attrName>style.visibility</p:attrName>
                                        </p:attrNameLst>
                                      </p:cBhvr>
                                      <p:to>
                                        <p:strVal val="visible"/>
                                      </p:to>
                                    </p:set>
                                    <p:animEffect transition="in" filter="wipe(up)">
                                      <p:cBhvr>
                                        <p:cTn id="76" dur="500"/>
                                        <p:tgtEl>
                                          <p:spTgt spid="37">
                                            <p:txEl>
                                              <p:pRg st="0" end="0"/>
                                            </p:txEl>
                                          </p:spTgt>
                                        </p:tgtEl>
                                      </p:cBhvr>
                                    </p:animEffect>
                                  </p:childTnLst>
                                </p:cTn>
                              </p:par>
                            </p:childTnLst>
                          </p:cTn>
                        </p:par>
                        <p:par>
                          <p:cTn id="77" fill="hold">
                            <p:stCondLst>
                              <p:cond delay="4800"/>
                            </p:stCondLst>
                            <p:childTnLst>
                              <p:par>
                                <p:cTn id="78" presetID="2" presetClass="entr" presetSubtype="8" decel="100000" fill="hold" grpId="0" nodeType="afterEffect">
                                  <p:stCondLst>
                                    <p:cond delay="500"/>
                                  </p:stCondLst>
                                  <p:childTnLst>
                                    <p:set>
                                      <p:cBhvr>
                                        <p:cTn id="79" dur="1" fill="hold">
                                          <p:stCondLst>
                                            <p:cond delay="0"/>
                                          </p:stCondLst>
                                        </p:cTn>
                                        <p:tgtEl>
                                          <p:spTgt spid="40"/>
                                        </p:tgtEl>
                                        <p:attrNameLst>
                                          <p:attrName>style.visibility</p:attrName>
                                        </p:attrNameLst>
                                      </p:cBhvr>
                                      <p:to>
                                        <p:strVal val="visible"/>
                                      </p:to>
                                    </p:set>
                                    <p:anim calcmode="lin" valueType="num">
                                      <p:cBhvr additive="base">
                                        <p:cTn id="80" dur="500" fill="hold"/>
                                        <p:tgtEl>
                                          <p:spTgt spid="40"/>
                                        </p:tgtEl>
                                        <p:attrNameLst>
                                          <p:attrName>ppt_x</p:attrName>
                                        </p:attrNameLst>
                                      </p:cBhvr>
                                      <p:tavLst>
                                        <p:tav tm="0">
                                          <p:val>
                                            <p:strVal val="0-#ppt_w/2"/>
                                          </p:val>
                                        </p:tav>
                                        <p:tav tm="100000">
                                          <p:val>
                                            <p:strVal val="#ppt_x"/>
                                          </p:val>
                                        </p:tav>
                                      </p:tavLst>
                                    </p:anim>
                                    <p:anim calcmode="lin" valueType="num">
                                      <p:cBhvr additive="base">
                                        <p:cTn id="81" dur="500" fill="hold"/>
                                        <p:tgtEl>
                                          <p:spTgt spid="40"/>
                                        </p:tgtEl>
                                        <p:attrNameLst>
                                          <p:attrName>ppt_y</p:attrName>
                                        </p:attrNameLst>
                                      </p:cBhvr>
                                      <p:tavLst>
                                        <p:tav tm="0">
                                          <p:val>
                                            <p:strVal val="#ppt_y"/>
                                          </p:val>
                                        </p:tav>
                                        <p:tav tm="100000">
                                          <p:val>
                                            <p:strVal val="#ppt_y"/>
                                          </p:val>
                                        </p:tav>
                                      </p:tavLst>
                                    </p:anim>
                                  </p:childTnLst>
                                </p:cTn>
                              </p:par>
                              <p:par>
                                <p:cTn id="82" presetID="2" presetClass="entr" presetSubtype="2" decel="100000" fill="hold" grpId="0" nodeType="withEffect">
                                  <p:stCondLst>
                                    <p:cond delay="500"/>
                                  </p:stCondLst>
                                  <p:childTnLst>
                                    <p:set>
                                      <p:cBhvr>
                                        <p:cTn id="83" dur="1" fill="hold">
                                          <p:stCondLst>
                                            <p:cond delay="0"/>
                                          </p:stCondLst>
                                        </p:cTn>
                                        <p:tgtEl>
                                          <p:spTgt spid="39">
                                            <p:txEl>
                                              <p:pRg st="0" end="0"/>
                                            </p:txEl>
                                          </p:spTgt>
                                        </p:tgtEl>
                                        <p:attrNameLst>
                                          <p:attrName>style.visibility</p:attrName>
                                        </p:attrNameLst>
                                      </p:cBhvr>
                                      <p:to>
                                        <p:strVal val="visible"/>
                                      </p:to>
                                    </p:set>
                                    <p:anim calcmode="lin" valueType="num">
                                      <p:cBhvr additive="base">
                                        <p:cTn id="84" dur="5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85" dur="500" fill="hold"/>
                                        <p:tgtEl>
                                          <p:spTgt spid="3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5" grpId="0" animBg="1"/>
      <p:bldP spid="8" grpId="0" animBg="1"/>
      <p:bldP spid="23" grpId="0"/>
      <p:bldP spid="24" grpId="0"/>
      <p:bldP spid="25" grpId="0"/>
      <p:bldP spid="26" grpId="0"/>
      <p:bldP spid="27" grpId="0"/>
      <p:bldP spid="28" grpId="0" animBg="1"/>
      <p:bldP spid="30" grpId="0" build="p">
        <p:tmplLst>
          <p:tmpl lvl="1">
            <p:tnLst>
              <p:par>
                <p:cTn presetID="22" presetClass="entr" presetSubtype="1" fill="hold" nodeType="withEffect">
                  <p:stCondLst>
                    <p:cond delay="250"/>
                  </p:stCondLst>
                  <p:childTnLst>
                    <p:set>
                      <p:cBhvr>
                        <p:cTn dur="1" fill="hold">
                          <p:stCondLst>
                            <p:cond delay="0"/>
                          </p:stCondLst>
                        </p:cTn>
                        <p:tgtEl>
                          <p:spTgt spid="30"/>
                        </p:tgtEl>
                        <p:attrNameLst>
                          <p:attrName>style.visibility</p:attrName>
                        </p:attrNameLst>
                      </p:cBhvr>
                      <p:to>
                        <p:strVal val="visible"/>
                      </p:to>
                    </p:set>
                    <p:animEffect transition="in" filter="wipe(up)">
                      <p:cBhvr>
                        <p:cTn dur="500"/>
                        <p:tgtEl>
                          <p:spTgt spid="30"/>
                        </p:tgtEl>
                      </p:cBhvr>
                    </p:animEffect>
                  </p:childTnLst>
                </p:cTn>
              </p:par>
            </p:tnLst>
          </p:tmpl>
        </p:tmplLst>
      </p:bldP>
      <p:bldP spid="31" grpId="0" build="p">
        <p:tmplLst>
          <p:tmpl lvl="1">
            <p:tnLst>
              <p:par>
                <p:cTn presetID="22" presetClass="entr" presetSubtype="1" fill="hold" nodeType="withEffect">
                  <p:stCondLst>
                    <p:cond delay="250"/>
                  </p:stCondLst>
                  <p:childTnLst>
                    <p:set>
                      <p:cBhvr>
                        <p:cTn dur="1" fill="hold">
                          <p:stCondLst>
                            <p:cond delay="0"/>
                          </p:stCondLst>
                        </p:cTn>
                        <p:tgtEl>
                          <p:spTgt spid="31"/>
                        </p:tgtEl>
                        <p:attrNameLst>
                          <p:attrName>style.visibility</p:attrName>
                        </p:attrNameLst>
                      </p:cBhvr>
                      <p:to>
                        <p:strVal val="visible"/>
                      </p:to>
                    </p:set>
                    <p:animEffect transition="in" filter="wipe(up)">
                      <p:cBhvr>
                        <p:cTn dur="500"/>
                        <p:tgtEl>
                          <p:spTgt spid="31"/>
                        </p:tgtEl>
                      </p:cBhvr>
                    </p:animEffect>
                  </p:childTnLst>
                </p:cTn>
              </p:par>
            </p:tnLst>
          </p:tmpl>
        </p:tmplLst>
      </p:bldP>
      <p:bldP spid="32" grpId="0" build="p">
        <p:tmplLst>
          <p:tmpl lvl="1">
            <p:tnLst>
              <p:par>
                <p:cTn presetID="22" presetClass="entr" presetSubtype="1" fill="hold" nodeType="withEffect">
                  <p:stCondLst>
                    <p:cond delay="250"/>
                  </p:stCondLst>
                  <p:childTnLst>
                    <p:set>
                      <p:cBhvr>
                        <p:cTn dur="1" fill="hold">
                          <p:stCondLst>
                            <p:cond delay="0"/>
                          </p:stCondLst>
                        </p:cTn>
                        <p:tgtEl>
                          <p:spTgt spid="32"/>
                        </p:tgtEl>
                        <p:attrNameLst>
                          <p:attrName>style.visibility</p:attrName>
                        </p:attrNameLst>
                      </p:cBhvr>
                      <p:to>
                        <p:strVal val="visible"/>
                      </p:to>
                    </p:set>
                    <p:animEffect transition="in" filter="wipe(up)">
                      <p:cBhvr>
                        <p:cTn dur="500"/>
                        <p:tgtEl>
                          <p:spTgt spid="32"/>
                        </p:tgtEl>
                      </p:cBhvr>
                    </p:animEffect>
                  </p:childTnLst>
                </p:cTn>
              </p:par>
            </p:tnLst>
          </p:tmpl>
        </p:tmplLst>
      </p:bldP>
      <p:bldP spid="33" grpId="0" build="p">
        <p:tmplLst>
          <p:tmpl lvl="1">
            <p:tnLst>
              <p:par>
                <p:cTn presetID="22" presetClass="entr" presetSubtype="1" fill="hold" nodeType="withEffect">
                  <p:stCondLst>
                    <p:cond delay="250"/>
                  </p:stCondLst>
                  <p:childTnLst>
                    <p:set>
                      <p:cBhvr>
                        <p:cTn dur="1" fill="hold">
                          <p:stCondLst>
                            <p:cond delay="0"/>
                          </p:stCondLst>
                        </p:cTn>
                        <p:tgtEl>
                          <p:spTgt spid="33"/>
                        </p:tgtEl>
                        <p:attrNameLst>
                          <p:attrName>style.visibility</p:attrName>
                        </p:attrNameLst>
                      </p:cBhvr>
                      <p:to>
                        <p:strVal val="visible"/>
                      </p:to>
                    </p:set>
                    <p:animEffect transition="in" filter="wipe(up)">
                      <p:cBhvr>
                        <p:cTn dur="500"/>
                        <p:tgtEl>
                          <p:spTgt spid="33"/>
                        </p:tgtEl>
                      </p:cBhvr>
                    </p:animEffect>
                  </p:childTnLst>
                </p:cTn>
              </p:par>
            </p:tnLst>
          </p:tmpl>
        </p:tmplLst>
      </p:bldP>
      <p:bldP spid="34" grpId="0" build="p">
        <p:tmplLst>
          <p:tmpl lvl="1">
            <p:tnLst>
              <p:par>
                <p:cTn presetID="22" presetClass="entr" presetSubtype="1" fill="hold" nodeType="withEffect">
                  <p:stCondLst>
                    <p:cond delay="250"/>
                  </p:stCondLst>
                  <p:childTnLst>
                    <p:set>
                      <p:cBhvr>
                        <p:cTn dur="1" fill="hold">
                          <p:stCondLst>
                            <p:cond delay="0"/>
                          </p:stCondLst>
                        </p:cTn>
                        <p:tgtEl>
                          <p:spTgt spid="34"/>
                        </p:tgtEl>
                        <p:attrNameLst>
                          <p:attrName>style.visibility</p:attrName>
                        </p:attrNameLst>
                      </p:cBhvr>
                      <p:to>
                        <p:strVal val="visible"/>
                      </p:to>
                    </p:set>
                    <p:animEffect transition="in" filter="wipe(up)">
                      <p:cBhvr>
                        <p:cTn dur="500"/>
                        <p:tgtEl>
                          <p:spTgt spid="34"/>
                        </p:tgtEl>
                      </p:cBhvr>
                    </p:animEffect>
                  </p:childTnLst>
                </p:cTn>
              </p:par>
            </p:tnLst>
          </p:tmpl>
        </p:tmplLst>
      </p:bldP>
      <p:bldP spid="35" grpId="0" build="p">
        <p:tmplLst>
          <p:tmpl lvl="1">
            <p:tnLst>
              <p:par>
                <p:cTn presetID="22" presetClass="entr" presetSubtype="1" fill="hold" nodeType="withEffect">
                  <p:stCondLst>
                    <p:cond delay="250"/>
                  </p:stCondLst>
                  <p:childTnLst>
                    <p:set>
                      <p:cBhvr>
                        <p:cTn dur="1" fill="hold">
                          <p:stCondLst>
                            <p:cond delay="0"/>
                          </p:stCondLst>
                        </p:cTn>
                        <p:tgtEl>
                          <p:spTgt spid="35"/>
                        </p:tgtEl>
                        <p:attrNameLst>
                          <p:attrName>style.visibility</p:attrName>
                        </p:attrNameLst>
                      </p:cBhvr>
                      <p:to>
                        <p:strVal val="visible"/>
                      </p:to>
                    </p:set>
                    <p:animEffect transition="in" filter="wipe(up)">
                      <p:cBhvr>
                        <p:cTn dur="500"/>
                        <p:tgtEl>
                          <p:spTgt spid="35"/>
                        </p:tgtEl>
                      </p:cBhvr>
                    </p:animEffect>
                  </p:childTnLst>
                </p:cTn>
              </p:par>
            </p:tnLst>
          </p:tmpl>
        </p:tmplLst>
      </p:bldP>
      <p:bldP spid="36" grpId="0" build="p">
        <p:tmplLst>
          <p:tmpl lvl="1">
            <p:tnLst>
              <p:par>
                <p:cTn presetID="22" presetClass="entr" presetSubtype="1" fill="hold" nodeType="withEffect">
                  <p:stCondLst>
                    <p:cond delay="250"/>
                  </p:stCondLst>
                  <p:childTnLst>
                    <p:set>
                      <p:cBhvr>
                        <p:cTn dur="1" fill="hold">
                          <p:stCondLst>
                            <p:cond delay="0"/>
                          </p:stCondLst>
                        </p:cTn>
                        <p:tgtEl>
                          <p:spTgt spid="36"/>
                        </p:tgtEl>
                        <p:attrNameLst>
                          <p:attrName>style.visibility</p:attrName>
                        </p:attrNameLst>
                      </p:cBhvr>
                      <p:to>
                        <p:strVal val="visible"/>
                      </p:to>
                    </p:set>
                    <p:animEffect transition="in" filter="wipe(up)">
                      <p:cBhvr>
                        <p:cTn dur="500"/>
                        <p:tgtEl>
                          <p:spTgt spid="36"/>
                        </p:tgtEl>
                      </p:cBhvr>
                    </p:animEffect>
                  </p:childTnLst>
                </p:cTn>
              </p:par>
            </p:tnLst>
          </p:tmpl>
        </p:tmplLst>
      </p:bldP>
      <p:bldP spid="37" grpId="0" build="p">
        <p:tmplLst>
          <p:tmpl lvl="1">
            <p:tnLst>
              <p:par>
                <p:cTn presetID="22" presetClass="entr" presetSubtype="1" fill="hold" nodeType="withEffect">
                  <p:stCondLst>
                    <p:cond delay="250"/>
                  </p:stCondLst>
                  <p:childTnLst>
                    <p:set>
                      <p:cBhvr>
                        <p:cTn dur="1" fill="hold">
                          <p:stCondLst>
                            <p:cond delay="0"/>
                          </p:stCondLst>
                        </p:cTn>
                        <p:tgtEl>
                          <p:spTgt spid="37"/>
                        </p:tgtEl>
                        <p:attrNameLst>
                          <p:attrName>style.visibility</p:attrName>
                        </p:attrNameLst>
                      </p:cBhvr>
                      <p:to>
                        <p:strVal val="visible"/>
                      </p:to>
                    </p:set>
                    <p:animEffect transition="in" filter="wipe(up)">
                      <p:cBhvr>
                        <p:cTn dur="500"/>
                        <p:tgtEl>
                          <p:spTgt spid="37"/>
                        </p:tgtEl>
                      </p:cBhvr>
                    </p:animEffect>
                  </p:childTnLst>
                </p:cTn>
              </p:par>
            </p:tnLst>
          </p:tmpl>
        </p:tmplLst>
      </p:bldP>
      <p:bldP spid="39" grpId="0" build="allAtOnce">
        <p:tmplLst>
          <p:tmpl lvl="1">
            <p:tnLst>
              <p:par>
                <p:cTn presetID="2" presetClass="entr" presetSubtype="2" decel="100000" fill="hold" nodeType="withEffect">
                  <p:stCondLst>
                    <p:cond delay="50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animBg="1"/>
      <p:bldP spid="41" grpId="0" build="p">
        <p:tmplLst>
          <p:tmpl lvl="1">
            <p:tnLst>
              <p:par>
                <p:cTn presetID="22" presetClass="entr" presetSubtype="8"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wipe(left)">
                      <p:cBhvr>
                        <p:cTn dur="500"/>
                        <p:tgtEl>
                          <p:spTgt spid="41"/>
                        </p:tgtEl>
                      </p:cBhvr>
                    </p:animEffect>
                  </p:childTnLst>
                </p:cTn>
              </p:par>
            </p:tnLst>
          </p:tmpl>
        </p:tmplLst>
      </p:bldP>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ofile 4">
    <p:spTree>
      <p:nvGrpSpPr>
        <p:cNvPr id="1" name=""/>
        <p:cNvGrpSpPr/>
        <p:nvPr/>
      </p:nvGrpSpPr>
      <p:grpSpPr>
        <a:xfrm>
          <a:off x="0" y="0"/>
          <a:ext cx="0" cy="0"/>
          <a:chOff x="0" y="0"/>
          <a:chExt cx="0" cy="0"/>
        </a:xfrm>
      </p:grpSpPr>
      <p:sp>
        <p:nvSpPr>
          <p:cNvPr id="27" name="円/楕円 26"/>
          <p:cNvSpPr/>
          <p:nvPr userDrawn="1"/>
        </p:nvSpPr>
        <p:spPr>
          <a:xfrm>
            <a:off x="11143377" y="3995458"/>
            <a:ext cx="1032497" cy="10324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円/楕円 4"/>
          <p:cNvSpPr/>
          <p:nvPr userDrawn="1"/>
        </p:nvSpPr>
        <p:spPr>
          <a:xfrm>
            <a:off x="11951518" y="5027955"/>
            <a:ext cx="811957" cy="81195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6" name="円/楕円 5"/>
          <p:cNvSpPr/>
          <p:nvPr userDrawn="1"/>
        </p:nvSpPr>
        <p:spPr>
          <a:xfrm>
            <a:off x="6664309" y="1039044"/>
            <a:ext cx="5060429" cy="5060429"/>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p:cNvSpPr/>
          <p:nvPr userDrawn="1"/>
        </p:nvSpPr>
        <p:spPr>
          <a:xfrm>
            <a:off x="5584189" y="2479204"/>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円/楕円 7"/>
          <p:cNvSpPr/>
          <p:nvPr userDrawn="1"/>
        </p:nvSpPr>
        <p:spPr>
          <a:xfrm>
            <a:off x="6500424" y="914897"/>
            <a:ext cx="5060429" cy="5060429"/>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p:cNvSpPr>
            <a:spLocks noGrp="1"/>
          </p:cNvSpPr>
          <p:nvPr>
            <p:ph type="title" hasCustomPrompt="1"/>
          </p:nvPr>
        </p:nvSpPr>
        <p:spPr>
          <a:xfrm>
            <a:off x="4329563" y="6222956"/>
            <a:ext cx="9577064" cy="792088"/>
          </a:xfrm>
        </p:spPr>
        <p:txBody>
          <a:bodyPr anchor="b">
            <a:normAutofit/>
          </a:bodyPr>
          <a:lstStyle>
            <a:lvl1pPr algn="ctr">
              <a:defRPr sz="3600" baseline="0">
                <a:solidFill>
                  <a:schemeClr val="tx2"/>
                </a:solidFill>
                <a:latin typeface="Route 159 Light" pitchFamily="50" charset="0"/>
              </a:defRPr>
            </a:lvl1pPr>
          </a:lstStyle>
          <a:p>
            <a:r>
              <a:rPr kumimoji="1" lang="en-US" altLang="ja-JP" dirty="0"/>
              <a:t>Text goes here</a:t>
            </a:r>
            <a:endParaRPr kumimoji="1" lang="ja-JP" altLang="en-US" dirty="0"/>
          </a:p>
        </p:txBody>
      </p:sp>
      <p:sp>
        <p:nvSpPr>
          <p:cNvPr id="10" name="正方形/長方形 9"/>
          <p:cNvSpPr/>
          <p:nvPr userDrawn="1"/>
        </p:nvSpPr>
        <p:spPr>
          <a:xfrm>
            <a:off x="7523026" y="7735788"/>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6"/>
          <p:cNvSpPr>
            <a:spLocks noGrp="1"/>
          </p:cNvSpPr>
          <p:nvPr>
            <p:ph type="body" sz="quarter" idx="16" hasCustomPrompt="1"/>
          </p:nvPr>
        </p:nvSpPr>
        <p:spPr>
          <a:xfrm>
            <a:off x="4354674" y="6943700"/>
            <a:ext cx="9577064" cy="576064"/>
          </a:xfrm>
        </p:spPr>
        <p:txBody>
          <a:bodyPr anchor="t">
            <a:noAutofit/>
          </a:bodyPr>
          <a:lstStyle>
            <a:lvl1pPr algn="ctr">
              <a:defRPr sz="2400" i="1" baseline="0">
                <a:solidFill>
                  <a:schemeClr val="accent1">
                    <a:lumMod val="75000"/>
                  </a:schemeClr>
                </a:solidFill>
                <a:latin typeface="+mn-lt"/>
              </a:defRPr>
            </a:lvl1pPr>
          </a:lstStyle>
          <a:p>
            <a:pPr lvl="0"/>
            <a:r>
              <a:rPr kumimoji="1" lang="en-US" altLang="ja-JP" dirty="0"/>
              <a:t>Text goes here</a:t>
            </a:r>
            <a:endParaRPr kumimoji="1" lang="ja-JP" altLang="en-US" dirty="0"/>
          </a:p>
        </p:txBody>
      </p:sp>
      <p:sp>
        <p:nvSpPr>
          <p:cNvPr id="12" name="図プレースホルダー 5"/>
          <p:cNvSpPr>
            <a:spLocks noGrp="1"/>
          </p:cNvSpPr>
          <p:nvPr>
            <p:ph type="pic" sz="quarter" idx="13" hasCustomPrompt="1"/>
          </p:nvPr>
        </p:nvSpPr>
        <p:spPr>
          <a:xfrm>
            <a:off x="6664309" y="1039044"/>
            <a:ext cx="4916413" cy="491641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22" name="テキスト プレースホルダー 6"/>
          <p:cNvSpPr>
            <a:spLocks noGrp="1"/>
          </p:cNvSpPr>
          <p:nvPr>
            <p:ph type="body" sz="quarter" idx="14" hasCustomPrompt="1"/>
          </p:nvPr>
        </p:nvSpPr>
        <p:spPr>
          <a:xfrm>
            <a:off x="2899794" y="7879804"/>
            <a:ext cx="12486825" cy="1584176"/>
          </a:xfrm>
        </p:spPr>
        <p:txBody>
          <a:bodyPr anchor="t">
            <a:normAutofit/>
          </a:bodyPr>
          <a:lstStyle>
            <a:lvl1pPr algn="ctr">
              <a:defRPr sz="2000" baseline="0">
                <a:solidFill>
                  <a:schemeClr val="tx2"/>
                </a:solidFill>
              </a:defRPr>
            </a:lvl1pPr>
          </a:lstStyle>
          <a:p>
            <a:pPr lvl="0"/>
            <a:r>
              <a:rPr kumimoji="1" lang="en-US" altLang="ja-JP" dirty="0"/>
              <a:t>Text goes here</a:t>
            </a:r>
            <a:endParaRPr kumimoji="1" lang="ja-JP" altLang="en-US" dirty="0"/>
          </a:p>
        </p:txBody>
      </p:sp>
      <p:sp>
        <p:nvSpPr>
          <p:cNvPr id="23" name="円/楕円 22"/>
          <p:cNvSpPr/>
          <p:nvPr userDrawn="1"/>
        </p:nvSpPr>
        <p:spPr>
          <a:xfrm>
            <a:off x="4354674" y="2047156"/>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4" name="円/楕円 23"/>
          <p:cNvSpPr/>
          <p:nvPr userDrawn="1"/>
        </p:nvSpPr>
        <p:spPr>
          <a:xfrm>
            <a:off x="5584189" y="1899752"/>
            <a:ext cx="432048" cy="4320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5" name="円/楕円 24"/>
          <p:cNvSpPr/>
          <p:nvPr userDrawn="1"/>
        </p:nvSpPr>
        <p:spPr>
          <a:xfrm>
            <a:off x="13315215" y="4732632"/>
            <a:ext cx="486995" cy="4869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26" name="正方形/長方形 25"/>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309602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750"/>
                                        <p:tgtEl>
                                          <p:spTgt spid="23"/>
                                        </p:tgtEl>
                                      </p:cBhvr>
                                    </p:animEffect>
                                    <p:anim calcmode="lin" valueType="num">
                                      <p:cBhvr>
                                        <p:cTn id="8" dur="750" fill="hold"/>
                                        <p:tgtEl>
                                          <p:spTgt spid="23"/>
                                        </p:tgtEl>
                                        <p:attrNameLst>
                                          <p:attrName>ppt_w</p:attrName>
                                        </p:attrNameLst>
                                      </p:cBhvr>
                                      <p:tavLst>
                                        <p:tav tm="0" fmla="#ppt_w*sin(2.5*pi*$)">
                                          <p:val>
                                            <p:fltVal val="0"/>
                                          </p:val>
                                        </p:tav>
                                        <p:tav tm="100000">
                                          <p:val>
                                            <p:fltVal val="1"/>
                                          </p:val>
                                        </p:tav>
                                      </p:tavLst>
                                    </p:anim>
                                    <p:anim calcmode="lin" valueType="num">
                                      <p:cBhvr>
                                        <p:cTn id="9" dur="750" fill="hold"/>
                                        <p:tgtEl>
                                          <p:spTgt spid="23"/>
                                        </p:tgtEl>
                                        <p:attrNameLst>
                                          <p:attrName>ppt_h</p:attrName>
                                        </p:attrNameLst>
                                      </p:cBhvr>
                                      <p:tavLst>
                                        <p:tav tm="0">
                                          <p:val>
                                            <p:strVal val="#ppt_h"/>
                                          </p:val>
                                        </p:tav>
                                        <p:tav tm="100000">
                                          <p:val>
                                            <p:strVal val="#ppt_h"/>
                                          </p:val>
                                        </p:tav>
                                      </p:tavLst>
                                    </p:anim>
                                  </p:childTnLst>
                                </p:cTn>
                              </p:par>
                              <p:par>
                                <p:cTn id="10" presetID="2" presetClass="entr" presetSubtype="6" decel="100000" fill="hold" grpId="1" nodeType="with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750" fill="hold"/>
                                        <p:tgtEl>
                                          <p:spTgt spid="23"/>
                                        </p:tgtEl>
                                        <p:attrNameLst>
                                          <p:attrName>ppt_x</p:attrName>
                                        </p:attrNameLst>
                                      </p:cBhvr>
                                      <p:tavLst>
                                        <p:tav tm="0">
                                          <p:val>
                                            <p:strVal val="1+#ppt_w/2"/>
                                          </p:val>
                                        </p:tav>
                                        <p:tav tm="100000">
                                          <p:val>
                                            <p:strVal val="#ppt_x"/>
                                          </p:val>
                                        </p:tav>
                                      </p:tavLst>
                                    </p:anim>
                                    <p:anim calcmode="lin" valueType="num">
                                      <p:cBhvr additive="base">
                                        <p:cTn id="13" dur="750" fill="hold"/>
                                        <p:tgtEl>
                                          <p:spTgt spid="23"/>
                                        </p:tgtEl>
                                        <p:attrNameLst>
                                          <p:attrName>ppt_y</p:attrName>
                                        </p:attrNameLst>
                                      </p:cBhvr>
                                      <p:tavLst>
                                        <p:tav tm="0">
                                          <p:val>
                                            <p:strVal val="1+#ppt_h/2"/>
                                          </p:val>
                                        </p:tav>
                                        <p:tav tm="100000">
                                          <p:val>
                                            <p:strVal val="#ppt_y"/>
                                          </p:val>
                                        </p:tav>
                                      </p:tavLst>
                                    </p:anim>
                                  </p:childTnLst>
                                </p:cTn>
                              </p:par>
                              <p:par>
                                <p:cTn id="14" presetID="45" presetClass="entr" presetSubtype="0" fill="hold" grpId="0" nodeType="withEffect">
                                  <p:stCondLst>
                                    <p:cond delay="1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750"/>
                                        <p:tgtEl>
                                          <p:spTgt spid="7"/>
                                        </p:tgtEl>
                                      </p:cBhvr>
                                    </p:animEffect>
                                    <p:anim calcmode="lin" valueType="num">
                                      <p:cBhvr>
                                        <p:cTn id="17" dur="750" fill="hold"/>
                                        <p:tgtEl>
                                          <p:spTgt spid="7"/>
                                        </p:tgtEl>
                                        <p:attrNameLst>
                                          <p:attrName>ppt_w</p:attrName>
                                        </p:attrNameLst>
                                      </p:cBhvr>
                                      <p:tavLst>
                                        <p:tav tm="0" fmla="#ppt_w*sin(2.5*pi*$)">
                                          <p:val>
                                            <p:fltVal val="0"/>
                                          </p:val>
                                        </p:tav>
                                        <p:tav tm="100000">
                                          <p:val>
                                            <p:fltVal val="1"/>
                                          </p:val>
                                        </p:tav>
                                      </p:tavLst>
                                    </p:anim>
                                    <p:anim calcmode="lin" valueType="num">
                                      <p:cBhvr>
                                        <p:cTn id="18" dur="750" fill="hold"/>
                                        <p:tgtEl>
                                          <p:spTgt spid="7"/>
                                        </p:tgtEl>
                                        <p:attrNameLst>
                                          <p:attrName>ppt_h</p:attrName>
                                        </p:attrNameLst>
                                      </p:cBhvr>
                                      <p:tavLst>
                                        <p:tav tm="0">
                                          <p:val>
                                            <p:strVal val="#ppt_h"/>
                                          </p:val>
                                        </p:tav>
                                        <p:tav tm="100000">
                                          <p:val>
                                            <p:strVal val="#ppt_h"/>
                                          </p:val>
                                        </p:tav>
                                      </p:tavLst>
                                    </p:anim>
                                  </p:childTnLst>
                                </p:cTn>
                              </p:par>
                              <p:par>
                                <p:cTn id="19" presetID="2" presetClass="entr" presetSubtype="6" decel="100000" fill="hold" grpId="1" nodeType="withEffect">
                                  <p:stCondLst>
                                    <p:cond delay="1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750" fill="hold"/>
                                        <p:tgtEl>
                                          <p:spTgt spid="7"/>
                                        </p:tgtEl>
                                        <p:attrNameLst>
                                          <p:attrName>ppt_x</p:attrName>
                                        </p:attrNameLst>
                                      </p:cBhvr>
                                      <p:tavLst>
                                        <p:tav tm="0">
                                          <p:val>
                                            <p:strVal val="1+#ppt_w/2"/>
                                          </p:val>
                                        </p:tav>
                                        <p:tav tm="100000">
                                          <p:val>
                                            <p:strVal val="#ppt_x"/>
                                          </p:val>
                                        </p:tav>
                                      </p:tavLst>
                                    </p:anim>
                                    <p:anim calcmode="lin" valueType="num">
                                      <p:cBhvr additive="base">
                                        <p:cTn id="22" dur="750" fill="hold"/>
                                        <p:tgtEl>
                                          <p:spTgt spid="7"/>
                                        </p:tgtEl>
                                        <p:attrNameLst>
                                          <p:attrName>ppt_y</p:attrName>
                                        </p:attrNameLst>
                                      </p:cBhvr>
                                      <p:tavLst>
                                        <p:tav tm="0">
                                          <p:val>
                                            <p:strVal val="1+#ppt_h/2"/>
                                          </p:val>
                                        </p:tav>
                                        <p:tav tm="100000">
                                          <p:val>
                                            <p:strVal val="#ppt_y"/>
                                          </p:val>
                                        </p:tav>
                                      </p:tavLst>
                                    </p:anim>
                                  </p:childTnLst>
                                </p:cTn>
                              </p:par>
                              <p:par>
                                <p:cTn id="23" presetID="45" presetClass="entr" presetSubtype="0" fill="hold" grpId="0" nodeType="withEffect">
                                  <p:stCondLst>
                                    <p:cond delay="20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750"/>
                                        <p:tgtEl>
                                          <p:spTgt spid="24"/>
                                        </p:tgtEl>
                                      </p:cBhvr>
                                    </p:animEffect>
                                    <p:anim calcmode="lin" valueType="num">
                                      <p:cBhvr>
                                        <p:cTn id="26" dur="750" fill="hold"/>
                                        <p:tgtEl>
                                          <p:spTgt spid="24"/>
                                        </p:tgtEl>
                                        <p:attrNameLst>
                                          <p:attrName>ppt_w</p:attrName>
                                        </p:attrNameLst>
                                      </p:cBhvr>
                                      <p:tavLst>
                                        <p:tav tm="0" fmla="#ppt_w*sin(2.5*pi*$)">
                                          <p:val>
                                            <p:fltVal val="0"/>
                                          </p:val>
                                        </p:tav>
                                        <p:tav tm="100000">
                                          <p:val>
                                            <p:fltVal val="1"/>
                                          </p:val>
                                        </p:tav>
                                      </p:tavLst>
                                    </p:anim>
                                    <p:anim calcmode="lin" valueType="num">
                                      <p:cBhvr>
                                        <p:cTn id="27" dur="750" fill="hold"/>
                                        <p:tgtEl>
                                          <p:spTgt spid="24"/>
                                        </p:tgtEl>
                                        <p:attrNameLst>
                                          <p:attrName>ppt_h</p:attrName>
                                        </p:attrNameLst>
                                      </p:cBhvr>
                                      <p:tavLst>
                                        <p:tav tm="0">
                                          <p:val>
                                            <p:strVal val="#ppt_h"/>
                                          </p:val>
                                        </p:tav>
                                        <p:tav tm="100000">
                                          <p:val>
                                            <p:strVal val="#ppt_h"/>
                                          </p:val>
                                        </p:tav>
                                      </p:tavLst>
                                    </p:anim>
                                  </p:childTnLst>
                                </p:cTn>
                              </p:par>
                              <p:par>
                                <p:cTn id="28" presetID="2" presetClass="entr" presetSubtype="6" decel="100000" fill="hold" grpId="1" nodeType="withEffect">
                                  <p:stCondLst>
                                    <p:cond delay="200"/>
                                  </p:stCondLst>
                                  <p:childTnLst>
                                    <p:set>
                                      <p:cBhvr>
                                        <p:cTn id="29" dur="1" fill="hold">
                                          <p:stCondLst>
                                            <p:cond delay="0"/>
                                          </p:stCondLst>
                                        </p:cTn>
                                        <p:tgtEl>
                                          <p:spTgt spid="24"/>
                                        </p:tgtEl>
                                        <p:attrNameLst>
                                          <p:attrName>style.visibility</p:attrName>
                                        </p:attrNameLst>
                                      </p:cBhvr>
                                      <p:to>
                                        <p:strVal val="visible"/>
                                      </p:to>
                                    </p:set>
                                    <p:anim calcmode="lin" valueType="num">
                                      <p:cBhvr additive="base">
                                        <p:cTn id="30" dur="750" fill="hold"/>
                                        <p:tgtEl>
                                          <p:spTgt spid="24"/>
                                        </p:tgtEl>
                                        <p:attrNameLst>
                                          <p:attrName>ppt_x</p:attrName>
                                        </p:attrNameLst>
                                      </p:cBhvr>
                                      <p:tavLst>
                                        <p:tav tm="0">
                                          <p:val>
                                            <p:strVal val="1+#ppt_w/2"/>
                                          </p:val>
                                        </p:tav>
                                        <p:tav tm="100000">
                                          <p:val>
                                            <p:strVal val="#ppt_x"/>
                                          </p:val>
                                        </p:tav>
                                      </p:tavLst>
                                    </p:anim>
                                    <p:anim calcmode="lin" valueType="num">
                                      <p:cBhvr additive="base">
                                        <p:cTn id="31" dur="750" fill="hold"/>
                                        <p:tgtEl>
                                          <p:spTgt spid="24"/>
                                        </p:tgtEl>
                                        <p:attrNameLst>
                                          <p:attrName>ppt_y</p:attrName>
                                        </p:attrNameLst>
                                      </p:cBhvr>
                                      <p:tavLst>
                                        <p:tav tm="0">
                                          <p:val>
                                            <p:strVal val="1+#ppt_h/2"/>
                                          </p:val>
                                        </p:tav>
                                        <p:tav tm="100000">
                                          <p:val>
                                            <p:strVal val="#ppt_y"/>
                                          </p:val>
                                        </p:tav>
                                      </p:tavLst>
                                    </p:anim>
                                  </p:childTnLst>
                                </p:cTn>
                              </p:par>
                              <p:par>
                                <p:cTn id="32" presetID="45" presetClass="entr" presetSubtype="0" fill="hold" grpId="0" nodeType="withEffect">
                                  <p:stCondLst>
                                    <p:cond delay="30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750"/>
                                        <p:tgtEl>
                                          <p:spTgt spid="5"/>
                                        </p:tgtEl>
                                      </p:cBhvr>
                                    </p:animEffect>
                                    <p:anim calcmode="lin" valueType="num">
                                      <p:cBhvr>
                                        <p:cTn id="35" dur="750" fill="hold"/>
                                        <p:tgtEl>
                                          <p:spTgt spid="5"/>
                                        </p:tgtEl>
                                        <p:attrNameLst>
                                          <p:attrName>ppt_w</p:attrName>
                                        </p:attrNameLst>
                                      </p:cBhvr>
                                      <p:tavLst>
                                        <p:tav tm="0" fmla="#ppt_w*sin(2.5*pi*$)">
                                          <p:val>
                                            <p:fltVal val="0"/>
                                          </p:val>
                                        </p:tav>
                                        <p:tav tm="100000">
                                          <p:val>
                                            <p:fltVal val="1"/>
                                          </p:val>
                                        </p:tav>
                                      </p:tavLst>
                                    </p:anim>
                                    <p:anim calcmode="lin" valueType="num">
                                      <p:cBhvr>
                                        <p:cTn id="36" dur="750" fill="hold"/>
                                        <p:tgtEl>
                                          <p:spTgt spid="5"/>
                                        </p:tgtEl>
                                        <p:attrNameLst>
                                          <p:attrName>ppt_h</p:attrName>
                                        </p:attrNameLst>
                                      </p:cBhvr>
                                      <p:tavLst>
                                        <p:tav tm="0">
                                          <p:val>
                                            <p:strVal val="#ppt_h"/>
                                          </p:val>
                                        </p:tav>
                                        <p:tav tm="100000">
                                          <p:val>
                                            <p:strVal val="#ppt_h"/>
                                          </p:val>
                                        </p:tav>
                                      </p:tavLst>
                                    </p:anim>
                                  </p:childTnLst>
                                </p:cTn>
                              </p:par>
                              <p:par>
                                <p:cTn id="37" presetID="2" presetClass="entr" presetSubtype="6" decel="100000" fill="hold" grpId="1" nodeType="withEffect">
                                  <p:stCondLst>
                                    <p:cond delay="30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750" fill="hold"/>
                                        <p:tgtEl>
                                          <p:spTgt spid="5"/>
                                        </p:tgtEl>
                                        <p:attrNameLst>
                                          <p:attrName>ppt_x</p:attrName>
                                        </p:attrNameLst>
                                      </p:cBhvr>
                                      <p:tavLst>
                                        <p:tav tm="0">
                                          <p:val>
                                            <p:strVal val="1+#ppt_w/2"/>
                                          </p:val>
                                        </p:tav>
                                        <p:tav tm="100000">
                                          <p:val>
                                            <p:strVal val="#ppt_x"/>
                                          </p:val>
                                        </p:tav>
                                      </p:tavLst>
                                    </p:anim>
                                    <p:anim calcmode="lin" valueType="num">
                                      <p:cBhvr additive="base">
                                        <p:cTn id="40" dur="750" fill="hold"/>
                                        <p:tgtEl>
                                          <p:spTgt spid="5"/>
                                        </p:tgtEl>
                                        <p:attrNameLst>
                                          <p:attrName>ppt_y</p:attrName>
                                        </p:attrNameLst>
                                      </p:cBhvr>
                                      <p:tavLst>
                                        <p:tav tm="0">
                                          <p:val>
                                            <p:strVal val="1+#ppt_h/2"/>
                                          </p:val>
                                        </p:tav>
                                        <p:tav tm="100000">
                                          <p:val>
                                            <p:strVal val="#ppt_y"/>
                                          </p:val>
                                        </p:tav>
                                      </p:tavLst>
                                    </p:anim>
                                  </p:childTnLst>
                                </p:cTn>
                              </p:par>
                              <p:par>
                                <p:cTn id="41" presetID="45" presetClass="entr" presetSubtype="0" fill="hold" grpId="0" nodeType="withEffect">
                                  <p:stCondLst>
                                    <p:cond delay="40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750"/>
                                        <p:tgtEl>
                                          <p:spTgt spid="25"/>
                                        </p:tgtEl>
                                      </p:cBhvr>
                                    </p:animEffect>
                                    <p:anim calcmode="lin" valueType="num">
                                      <p:cBhvr>
                                        <p:cTn id="44" dur="750" fill="hold"/>
                                        <p:tgtEl>
                                          <p:spTgt spid="25"/>
                                        </p:tgtEl>
                                        <p:attrNameLst>
                                          <p:attrName>ppt_w</p:attrName>
                                        </p:attrNameLst>
                                      </p:cBhvr>
                                      <p:tavLst>
                                        <p:tav tm="0" fmla="#ppt_w*sin(2.5*pi*$)">
                                          <p:val>
                                            <p:fltVal val="0"/>
                                          </p:val>
                                        </p:tav>
                                        <p:tav tm="100000">
                                          <p:val>
                                            <p:fltVal val="1"/>
                                          </p:val>
                                        </p:tav>
                                      </p:tavLst>
                                    </p:anim>
                                    <p:anim calcmode="lin" valueType="num">
                                      <p:cBhvr>
                                        <p:cTn id="45" dur="750" fill="hold"/>
                                        <p:tgtEl>
                                          <p:spTgt spid="25"/>
                                        </p:tgtEl>
                                        <p:attrNameLst>
                                          <p:attrName>ppt_h</p:attrName>
                                        </p:attrNameLst>
                                      </p:cBhvr>
                                      <p:tavLst>
                                        <p:tav tm="0">
                                          <p:val>
                                            <p:strVal val="#ppt_h"/>
                                          </p:val>
                                        </p:tav>
                                        <p:tav tm="100000">
                                          <p:val>
                                            <p:strVal val="#ppt_h"/>
                                          </p:val>
                                        </p:tav>
                                      </p:tavLst>
                                    </p:anim>
                                  </p:childTnLst>
                                </p:cTn>
                              </p:par>
                              <p:par>
                                <p:cTn id="46" presetID="2" presetClass="entr" presetSubtype="6" decel="100000" fill="hold" grpId="1" nodeType="withEffect">
                                  <p:stCondLst>
                                    <p:cond delay="40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750" fill="hold"/>
                                        <p:tgtEl>
                                          <p:spTgt spid="25"/>
                                        </p:tgtEl>
                                        <p:attrNameLst>
                                          <p:attrName>ppt_x</p:attrName>
                                        </p:attrNameLst>
                                      </p:cBhvr>
                                      <p:tavLst>
                                        <p:tav tm="0">
                                          <p:val>
                                            <p:strVal val="1+#ppt_w/2"/>
                                          </p:val>
                                        </p:tav>
                                        <p:tav tm="100000">
                                          <p:val>
                                            <p:strVal val="#ppt_x"/>
                                          </p:val>
                                        </p:tav>
                                      </p:tavLst>
                                    </p:anim>
                                    <p:anim calcmode="lin" valueType="num">
                                      <p:cBhvr additive="base">
                                        <p:cTn id="49" dur="750" fill="hold"/>
                                        <p:tgtEl>
                                          <p:spTgt spid="25"/>
                                        </p:tgtEl>
                                        <p:attrNameLst>
                                          <p:attrName>ppt_y</p:attrName>
                                        </p:attrNameLst>
                                      </p:cBhvr>
                                      <p:tavLst>
                                        <p:tav tm="0">
                                          <p:val>
                                            <p:strVal val="1+#ppt_h/2"/>
                                          </p:val>
                                        </p:tav>
                                        <p:tav tm="100000">
                                          <p:val>
                                            <p:strVal val="#ppt_y"/>
                                          </p:val>
                                        </p:tav>
                                      </p:tavLst>
                                    </p:anim>
                                  </p:childTnLst>
                                </p:cTn>
                              </p:par>
                              <p:par>
                                <p:cTn id="50" presetID="45" presetClass="entr" presetSubtype="0" fill="hold" grpId="0" nodeType="withEffect">
                                  <p:stCondLst>
                                    <p:cond delay="50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750"/>
                                        <p:tgtEl>
                                          <p:spTgt spid="27"/>
                                        </p:tgtEl>
                                      </p:cBhvr>
                                    </p:animEffect>
                                    <p:anim calcmode="lin" valueType="num">
                                      <p:cBhvr>
                                        <p:cTn id="53" dur="750" fill="hold"/>
                                        <p:tgtEl>
                                          <p:spTgt spid="27"/>
                                        </p:tgtEl>
                                        <p:attrNameLst>
                                          <p:attrName>ppt_w</p:attrName>
                                        </p:attrNameLst>
                                      </p:cBhvr>
                                      <p:tavLst>
                                        <p:tav tm="0" fmla="#ppt_w*sin(2.5*pi*$)">
                                          <p:val>
                                            <p:fltVal val="0"/>
                                          </p:val>
                                        </p:tav>
                                        <p:tav tm="100000">
                                          <p:val>
                                            <p:fltVal val="1"/>
                                          </p:val>
                                        </p:tav>
                                      </p:tavLst>
                                    </p:anim>
                                    <p:anim calcmode="lin" valueType="num">
                                      <p:cBhvr>
                                        <p:cTn id="54" dur="750" fill="hold"/>
                                        <p:tgtEl>
                                          <p:spTgt spid="27"/>
                                        </p:tgtEl>
                                        <p:attrNameLst>
                                          <p:attrName>ppt_h</p:attrName>
                                        </p:attrNameLst>
                                      </p:cBhvr>
                                      <p:tavLst>
                                        <p:tav tm="0">
                                          <p:val>
                                            <p:strVal val="#ppt_h"/>
                                          </p:val>
                                        </p:tav>
                                        <p:tav tm="100000">
                                          <p:val>
                                            <p:strVal val="#ppt_h"/>
                                          </p:val>
                                        </p:tav>
                                      </p:tavLst>
                                    </p:anim>
                                  </p:childTnLst>
                                </p:cTn>
                              </p:par>
                              <p:par>
                                <p:cTn id="55" presetID="2" presetClass="entr" presetSubtype="6" decel="100000" fill="hold" grpId="1" nodeType="withEffect">
                                  <p:stCondLst>
                                    <p:cond delay="500"/>
                                  </p:stCondLst>
                                  <p:childTnLst>
                                    <p:set>
                                      <p:cBhvr>
                                        <p:cTn id="56" dur="1" fill="hold">
                                          <p:stCondLst>
                                            <p:cond delay="0"/>
                                          </p:stCondLst>
                                        </p:cTn>
                                        <p:tgtEl>
                                          <p:spTgt spid="27"/>
                                        </p:tgtEl>
                                        <p:attrNameLst>
                                          <p:attrName>style.visibility</p:attrName>
                                        </p:attrNameLst>
                                      </p:cBhvr>
                                      <p:to>
                                        <p:strVal val="visible"/>
                                      </p:to>
                                    </p:set>
                                    <p:anim calcmode="lin" valueType="num">
                                      <p:cBhvr additive="base">
                                        <p:cTn id="57" dur="750" fill="hold"/>
                                        <p:tgtEl>
                                          <p:spTgt spid="27"/>
                                        </p:tgtEl>
                                        <p:attrNameLst>
                                          <p:attrName>ppt_x</p:attrName>
                                        </p:attrNameLst>
                                      </p:cBhvr>
                                      <p:tavLst>
                                        <p:tav tm="0">
                                          <p:val>
                                            <p:strVal val="1+#ppt_w/2"/>
                                          </p:val>
                                        </p:tav>
                                        <p:tav tm="100000">
                                          <p:val>
                                            <p:strVal val="#ppt_x"/>
                                          </p:val>
                                        </p:tav>
                                      </p:tavLst>
                                    </p:anim>
                                    <p:anim calcmode="lin" valueType="num">
                                      <p:cBhvr additive="base">
                                        <p:cTn id="58" dur="750" fill="hold"/>
                                        <p:tgtEl>
                                          <p:spTgt spid="27"/>
                                        </p:tgtEl>
                                        <p:attrNameLst>
                                          <p:attrName>ppt_y</p:attrName>
                                        </p:attrNameLst>
                                      </p:cBhvr>
                                      <p:tavLst>
                                        <p:tav tm="0">
                                          <p:val>
                                            <p:strVal val="1+#ppt_h/2"/>
                                          </p:val>
                                        </p:tav>
                                        <p:tav tm="100000">
                                          <p:val>
                                            <p:strVal val="#ppt_y"/>
                                          </p:val>
                                        </p:tav>
                                      </p:tavLst>
                                    </p:anim>
                                  </p:childTnLst>
                                </p:cTn>
                              </p:par>
                              <p:par>
                                <p:cTn id="59" presetID="10" presetClass="entr" presetSubtype="0" fill="hold" grpId="0" nodeType="withEffect">
                                  <p:stCondLst>
                                    <p:cond delay="500"/>
                                  </p:stCondLst>
                                  <p:childTnLst>
                                    <p:set>
                                      <p:cBhvr>
                                        <p:cTn id="60" dur="1" fill="hold">
                                          <p:stCondLst>
                                            <p:cond delay="0"/>
                                          </p:stCondLst>
                                        </p:cTn>
                                        <p:tgtEl>
                                          <p:spTgt spid="6"/>
                                        </p:tgtEl>
                                        <p:attrNameLst>
                                          <p:attrName>style.visibility</p:attrName>
                                        </p:attrNameLst>
                                      </p:cBhvr>
                                      <p:to>
                                        <p:strVal val="visible"/>
                                      </p:to>
                                    </p:set>
                                    <p:animEffect transition="in" filter="fade">
                                      <p:cBhvr>
                                        <p:cTn id="61" dur="1000"/>
                                        <p:tgtEl>
                                          <p:spTgt spid="6"/>
                                        </p:tgtEl>
                                      </p:cBhvr>
                                    </p:animEffect>
                                  </p:childTnLst>
                                </p:cTn>
                              </p:par>
                              <p:par>
                                <p:cTn id="62" presetID="2" presetClass="entr" presetSubtype="1" decel="100000" fill="hold" grpId="1" nodeType="withEffect">
                                  <p:stCondLst>
                                    <p:cond delay="500"/>
                                  </p:stCondLst>
                                  <p:childTnLst>
                                    <p:set>
                                      <p:cBhvr>
                                        <p:cTn id="63" dur="1" fill="hold">
                                          <p:stCondLst>
                                            <p:cond delay="0"/>
                                          </p:stCondLst>
                                        </p:cTn>
                                        <p:tgtEl>
                                          <p:spTgt spid="6"/>
                                        </p:tgtEl>
                                        <p:attrNameLst>
                                          <p:attrName>style.visibility</p:attrName>
                                        </p:attrNameLst>
                                      </p:cBhvr>
                                      <p:to>
                                        <p:strVal val="visible"/>
                                      </p:to>
                                    </p:set>
                                    <p:anim calcmode="lin" valueType="num">
                                      <p:cBhvr additive="base">
                                        <p:cTn id="64" dur="1000" fill="hold"/>
                                        <p:tgtEl>
                                          <p:spTgt spid="6"/>
                                        </p:tgtEl>
                                        <p:attrNameLst>
                                          <p:attrName>ppt_x</p:attrName>
                                        </p:attrNameLst>
                                      </p:cBhvr>
                                      <p:tavLst>
                                        <p:tav tm="0">
                                          <p:val>
                                            <p:strVal val="#ppt_x"/>
                                          </p:val>
                                        </p:tav>
                                        <p:tav tm="100000">
                                          <p:val>
                                            <p:strVal val="#ppt_x"/>
                                          </p:val>
                                        </p:tav>
                                      </p:tavLst>
                                    </p:anim>
                                    <p:anim calcmode="lin" valueType="num">
                                      <p:cBhvr additive="base">
                                        <p:cTn id="65" dur="1000" fill="hold"/>
                                        <p:tgtEl>
                                          <p:spTgt spid="6"/>
                                        </p:tgtEl>
                                        <p:attrNameLst>
                                          <p:attrName>ppt_y</p:attrName>
                                        </p:attrNameLst>
                                      </p:cBhvr>
                                      <p:tavLst>
                                        <p:tav tm="0">
                                          <p:val>
                                            <p:strVal val="0-#ppt_h/2"/>
                                          </p:val>
                                        </p:tav>
                                        <p:tav tm="100000">
                                          <p:val>
                                            <p:strVal val="#ppt_y"/>
                                          </p:val>
                                        </p:tav>
                                      </p:tavLst>
                                    </p:anim>
                                  </p:childTnLst>
                                </p:cTn>
                              </p:par>
                              <p:par>
                                <p:cTn id="66" presetID="10" presetClass="entr" presetSubtype="0" fill="hold" grpId="0" nodeType="withEffect">
                                  <p:stCondLst>
                                    <p:cond delay="600"/>
                                  </p:stCondLst>
                                  <p:childTnLst>
                                    <p:set>
                                      <p:cBhvr>
                                        <p:cTn id="67" dur="1" fill="hold">
                                          <p:stCondLst>
                                            <p:cond delay="0"/>
                                          </p:stCondLst>
                                        </p:cTn>
                                        <p:tgtEl>
                                          <p:spTgt spid="8"/>
                                        </p:tgtEl>
                                        <p:attrNameLst>
                                          <p:attrName>style.visibility</p:attrName>
                                        </p:attrNameLst>
                                      </p:cBhvr>
                                      <p:to>
                                        <p:strVal val="visible"/>
                                      </p:to>
                                    </p:set>
                                    <p:animEffect transition="in" filter="fade">
                                      <p:cBhvr>
                                        <p:cTn id="68" dur="1000"/>
                                        <p:tgtEl>
                                          <p:spTgt spid="8"/>
                                        </p:tgtEl>
                                      </p:cBhvr>
                                    </p:animEffect>
                                  </p:childTnLst>
                                </p:cTn>
                              </p:par>
                              <p:par>
                                <p:cTn id="69" presetID="2" presetClass="entr" presetSubtype="1" decel="100000" fill="hold" grpId="1" nodeType="withEffect">
                                  <p:stCondLst>
                                    <p:cond delay="600"/>
                                  </p:stCondLst>
                                  <p:childTnLst>
                                    <p:set>
                                      <p:cBhvr>
                                        <p:cTn id="70" dur="1" fill="hold">
                                          <p:stCondLst>
                                            <p:cond delay="0"/>
                                          </p:stCondLst>
                                        </p:cTn>
                                        <p:tgtEl>
                                          <p:spTgt spid="8"/>
                                        </p:tgtEl>
                                        <p:attrNameLst>
                                          <p:attrName>style.visibility</p:attrName>
                                        </p:attrNameLst>
                                      </p:cBhvr>
                                      <p:to>
                                        <p:strVal val="visible"/>
                                      </p:to>
                                    </p:set>
                                    <p:anim calcmode="lin" valueType="num">
                                      <p:cBhvr additive="base">
                                        <p:cTn id="71" dur="1000" fill="hold"/>
                                        <p:tgtEl>
                                          <p:spTgt spid="8"/>
                                        </p:tgtEl>
                                        <p:attrNameLst>
                                          <p:attrName>ppt_x</p:attrName>
                                        </p:attrNameLst>
                                      </p:cBhvr>
                                      <p:tavLst>
                                        <p:tav tm="0">
                                          <p:val>
                                            <p:strVal val="#ppt_x"/>
                                          </p:val>
                                        </p:tav>
                                        <p:tav tm="100000">
                                          <p:val>
                                            <p:strVal val="#ppt_x"/>
                                          </p:val>
                                        </p:tav>
                                      </p:tavLst>
                                    </p:anim>
                                    <p:anim calcmode="lin" valueType="num">
                                      <p:cBhvr additive="base">
                                        <p:cTn id="72" dur="1000" fill="hold"/>
                                        <p:tgtEl>
                                          <p:spTgt spid="8"/>
                                        </p:tgtEl>
                                        <p:attrNameLst>
                                          <p:attrName>ppt_y</p:attrName>
                                        </p:attrNameLst>
                                      </p:cBhvr>
                                      <p:tavLst>
                                        <p:tav tm="0">
                                          <p:val>
                                            <p:strVal val="0-#ppt_h/2"/>
                                          </p:val>
                                        </p:tav>
                                        <p:tav tm="100000">
                                          <p:val>
                                            <p:strVal val="#ppt_y"/>
                                          </p:val>
                                        </p:tav>
                                      </p:tavLst>
                                    </p:anim>
                                  </p:childTnLst>
                                </p:cTn>
                              </p:par>
                              <p:par>
                                <p:cTn id="73" presetID="10" presetClass="entr" presetSubtype="0" fill="hold" grpId="0" nodeType="withEffect">
                                  <p:stCondLst>
                                    <p:cond delay="70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1000"/>
                                        <p:tgtEl>
                                          <p:spTgt spid="12"/>
                                        </p:tgtEl>
                                      </p:cBhvr>
                                    </p:animEffect>
                                  </p:childTnLst>
                                </p:cTn>
                              </p:par>
                              <p:par>
                                <p:cTn id="76" presetID="2" presetClass="entr" presetSubtype="1" decel="100000" fill="hold" grpId="1" nodeType="withEffect">
                                  <p:stCondLst>
                                    <p:cond delay="700"/>
                                  </p:stCondLst>
                                  <p:childTnLst>
                                    <p:set>
                                      <p:cBhvr>
                                        <p:cTn id="77" dur="1" fill="hold">
                                          <p:stCondLst>
                                            <p:cond delay="0"/>
                                          </p:stCondLst>
                                        </p:cTn>
                                        <p:tgtEl>
                                          <p:spTgt spid="12"/>
                                        </p:tgtEl>
                                        <p:attrNameLst>
                                          <p:attrName>style.visibility</p:attrName>
                                        </p:attrNameLst>
                                      </p:cBhvr>
                                      <p:to>
                                        <p:strVal val="visible"/>
                                      </p:to>
                                    </p:set>
                                    <p:anim calcmode="lin" valueType="num">
                                      <p:cBhvr additive="base">
                                        <p:cTn id="78" dur="1000" fill="hold"/>
                                        <p:tgtEl>
                                          <p:spTgt spid="12"/>
                                        </p:tgtEl>
                                        <p:attrNameLst>
                                          <p:attrName>ppt_x</p:attrName>
                                        </p:attrNameLst>
                                      </p:cBhvr>
                                      <p:tavLst>
                                        <p:tav tm="0">
                                          <p:val>
                                            <p:strVal val="#ppt_x"/>
                                          </p:val>
                                        </p:tav>
                                        <p:tav tm="100000">
                                          <p:val>
                                            <p:strVal val="#ppt_x"/>
                                          </p:val>
                                        </p:tav>
                                      </p:tavLst>
                                    </p:anim>
                                    <p:anim calcmode="lin" valueType="num">
                                      <p:cBhvr additive="base">
                                        <p:cTn id="79" dur="1000" fill="hold"/>
                                        <p:tgtEl>
                                          <p:spTgt spid="12"/>
                                        </p:tgtEl>
                                        <p:attrNameLst>
                                          <p:attrName>ppt_y</p:attrName>
                                        </p:attrNameLst>
                                      </p:cBhvr>
                                      <p:tavLst>
                                        <p:tav tm="0">
                                          <p:val>
                                            <p:strVal val="0-#ppt_h/2"/>
                                          </p:val>
                                        </p:tav>
                                        <p:tav tm="100000">
                                          <p:val>
                                            <p:strVal val="#ppt_y"/>
                                          </p:val>
                                        </p:tav>
                                      </p:tavLst>
                                    </p:anim>
                                  </p:childTnLst>
                                </p:cTn>
                              </p:par>
                            </p:childTnLst>
                          </p:cTn>
                        </p:par>
                        <p:par>
                          <p:cTn id="80" fill="hold">
                            <p:stCondLst>
                              <p:cond delay="1700"/>
                            </p:stCondLst>
                            <p:childTnLst>
                              <p:par>
                                <p:cTn id="81" presetID="2" presetClass="entr" presetSubtype="4" decel="100000" fill="hold" grpId="0" nodeType="afterEffect">
                                  <p:stCondLst>
                                    <p:cond delay="250"/>
                                  </p:stCondLst>
                                  <p:childTnLst>
                                    <p:set>
                                      <p:cBhvr>
                                        <p:cTn id="82" dur="1" fill="hold">
                                          <p:stCondLst>
                                            <p:cond delay="0"/>
                                          </p:stCondLst>
                                        </p:cTn>
                                        <p:tgtEl>
                                          <p:spTgt spid="9"/>
                                        </p:tgtEl>
                                        <p:attrNameLst>
                                          <p:attrName>style.visibility</p:attrName>
                                        </p:attrNameLst>
                                      </p:cBhvr>
                                      <p:to>
                                        <p:strVal val="visible"/>
                                      </p:to>
                                    </p:set>
                                    <p:anim calcmode="lin" valueType="num">
                                      <p:cBhvr additive="base">
                                        <p:cTn id="83" dur="500" fill="hold"/>
                                        <p:tgtEl>
                                          <p:spTgt spid="9"/>
                                        </p:tgtEl>
                                        <p:attrNameLst>
                                          <p:attrName>ppt_x</p:attrName>
                                        </p:attrNameLst>
                                      </p:cBhvr>
                                      <p:tavLst>
                                        <p:tav tm="0">
                                          <p:val>
                                            <p:strVal val="#ppt_x"/>
                                          </p:val>
                                        </p:tav>
                                        <p:tav tm="100000">
                                          <p:val>
                                            <p:strVal val="#ppt_x"/>
                                          </p:val>
                                        </p:tav>
                                      </p:tavLst>
                                    </p:anim>
                                    <p:anim calcmode="lin" valueType="num">
                                      <p:cBhvr additive="base">
                                        <p:cTn id="84" dur="500" fill="hold"/>
                                        <p:tgtEl>
                                          <p:spTgt spid="9"/>
                                        </p:tgtEl>
                                        <p:attrNameLst>
                                          <p:attrName>ppt_y</p:attrName>
                                        </p:attrNameLst>
                                      </p:cBhvr>
                                      <p:tavLst>
                                        <p:tav tm="0">
                                          <p:val>
                                            <p:strVal val="1+#ppt_h/2"/>
                                          </p:val>
                                        </p:tav>
                                        <p:tav tm="100000">
                                          <p:val>
                                            <p:strVal val="#ppt_y"/>
                                          </p:val>
                                        </p:tav>
                                      </p:tavLst>
                                    </p:anim>
                                  </p:childTnLst>
                                </p:cTn>
                              </p:par>
                            </p:childTnLst>
                          </p:cTn>
                        </p:par>
                        <p:par>
                          <p:cTn id="85" fill="hold">
                            <p:stCondLst>
                              <p:cond delay="2450"/>
                            </p:stCondLst>
                            <p:childTnLst>
                              <p:par>
                                <p:cTn id="86" presetID="22" presetClass="entr" presetSubtype="8" fill="hold" grpId="0" nodeType="afterEffect">
                                  <p:stCondLst>
                                    <p:cond delay="0"/>
                                  </p:stCondLst>
                                  <p:iterate type="lt">
                                    <p:tmPct val="10000"/>
                                  </p:iterate>
                                  <p:childTnLst>
                                    <p:set>
                                      <p:cBhvr>
                                        <p:cTn id="87" dur="1" fill="hold">
                                          <p:stCondLst>
                                            <p:cond delay="0"/>
                                          </p:stCondLst>
                                        </p:cTn>
                                        <p:tgtEl>
                                          <p:spTgt spid="11">
                                            <p:txEl>
                                              <p:pRg st="0" end="0"/>
                                            </p:txEl>
                                          </p:spTgt>
                                        </p:tgtEl>
                                        <p:attrNameLst>
                                          <p:attrName>style.visibility</p:attrName>
                                        </p:attrNameLst>
                                      </p:cBhvr>
                                      <p:to>
                                        <p:strVal val="visible"/>
                                      </p:to>
                                    </p:set>
                                    <p:animEffect transition="in" filter="wipe(left)">
                                      <p:cBhvr>
                                        <p:cTn id="88" dur="500"/>
                                        <p:tgtEl>
                                          <p:spTgt spid="11">
                                            <p:txEl>
                                              <p:pRg st="0" end="0"/>
                                            </p:txEl>
                                          </p:spTgt>
                                        </p:tgtEl>
                                      </p:cBhvr>
                                    </p:animEffect>
                                  </p:childTnLst>
                                </p:cTn>
                              </p:par>
                            </p:childTnLst>
                          </p:cTn>
                        </p:par>
                        <p:par>
                          <p:cTn id="89" fill="hold">
                            <p:stCondLst>
                              <p:cond delay="3500"/>
                            </p:stCondLst>
                            <p:childTnLst>
                              <p:par>
                                <p:cTn id="90" presetID="2" presetClass="entr" presetSubtype="4" decel="100000" fill="hold" grpId="0" nodeType="afterEffect">
                                  <p:stCondLst>
                                    <p:cond delay="0"/>
                                  </p:stCondLst>
                                  <p:childTnLst>
                                    <p:set>
                                      <p:cBhvr>
                                        <p:cTn id="91" dur="1" fill="hold">
                                          <p:stCondLst>
                                            <p:cond delay="0"/>
                                          </p:stCondLst>
                                        </p:cTn>
                                        <p:tgtEl>
                                          <p:spTgt spid="10"/>
                                        </p:tgtEl>
                                        <p:attrNameLst>
                                          <p:attrName>style.visibility</p:attrName>
                                        </p:attrNameLst>
                                      </p:cBhvr>
                                      <p:to>
                                        <p:strVal val="visible"/>
                                      </p:to>
                                    </p:set>
                                    <p:anim calcmode="lin" valueType="num">
                                      <p:cBhvr additive="base">
                                        <p:cTn id="92" dur="500" fill="hold"/>
                                        <p:tgtEl>
                                          <p:spTgt spid="10"/>
                                        </p:tgtEl>
                                        <p:attrNameLst>
                                          <p:attrName>ppt_x</p:attrName>
                                        </p:attrNameLst>
                                      </p:cBhvr>
                                      <p:tavLst>
                                        <p:tav tm="0">
                                          <p:val>
                                            <p:strVal val="#ppt_x"/>
                                          </p:val>
                                        </p:tav>
                                        <p:tav tm="100000">
                                          <p:val>
                                            <p:strVal val="#ppt_x"/>
                                          </p:val>
                                        </p:tav>
                                      </p:tavLst>
                                    </p:anim>
                                    <p:anim calcmode="lin" valueType="num">
                                      <p:cBhvr additive="base">
                                        <p:cTn id="93" dur="500" fill="hold"/>
                                        <p:tgtEl>
                                          <p:spTgt spid="10"/>
                                        </p:tgtEl>
                                        <p:attrNameLst>
                                          <p:attrName>ppt_y</p:attrName>
                                        </p:attrNameLst>
                                      </p:cBhvr>
                                      <p:tavLst>
                                        <p:tav tm="0">
                                          <p:val>
                                            <p:strVal val="1+#ppt_h/2"/>
                                          </p:val>
                                        </p:tav>
                                        <p:tav tm="100000">
                                          <p:val>
                                            <p:strVal val="#ppt_y"/>
                                          </p:val>
                                        </p:tav>
                                      </p:tavLst>
                                    </p:anim>
                                  </p:childTnLst>
                                </p:cTn>
                              </p:par>
                              <p:par>
                                <p:cTn id="94" presetID="2" presetClass="entr" presetSubtype="4" decel="100000" fill="hold" grpId="0" nodeType="withEffect">
                                  <p:stCondLst>
                                    <p:cond delay="100"/>
                                  </p:stCondLst>
                                  <p:childTnLst>
                                    <p:set>
                                      <p:cBhvr>
                                        <p:cTn id="95" dur="1" fill="hold">
                                          <p:stCondLst>
                                            <p:cond delay="0"/>
                                          </p:stCondLst>
                                        </p:cTn>
                                        <p:tgtEl>
                                          <p:spTgt spid="22">
                                            <p:txEl>
                                              <p:pRg st="0" end="0"/>
                                            </p:txEl>
                                          </p:spTgt>
                                        </p:tgtEl>
                                        <p:attrNameLst>
                                          <p:attrName>style.visibility</p:attrName>
                                        </p:attrNameLst>
                                      </p:cBhvr>
                                      <p:to>
                                        <p:strVal val="visible"/>
                                      </p:to>
                                    </p:set>
                                    <p:anim calcmode="lin" valueType="num">
                                      <p:cBhvr additive="base">
                                        <p:cTn id="96"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P spid="5" grpId="0" animBg="1"/>
      <p:bldP spid="5" grpId="1" animBg="1"/>
      <p:bldP spid="6" grpId="0" animBg="1"/>
      <p:bldP spid="6" grpId="1" animBg="1"/>
      <p:bldP spid="7" grpId="0" animBg="1"/>
      <p:bldP spid="7" grpId="1" animBg="1"/>
      <p:bldP spid="8" grpId="0" animBg="1"/>
      <p:bldP spid="8" grpId="1" animBg="1"/>
      <p:bldP spid="9" grpId="0"/>
      <p:bldP spid="10" grpId="0" animBg="1"/>
      <p:bldP spid="11" grpId="0" build="p">
        <p:tmplLst>
          <p:tmpl lvl="1">
            <p:tnLst>
              <p:par>
                <p:cTn presetID="22" presetClass="entr" presetSubtype="8" fill="hold" nodeType="afterEffect">
                  <p:stCondLst>
                    <p:cond delay="0"/>
                  </p:stCondLst>
                  <p:iterate type="lt">
                    <p:tmPct val="10000"/>
                  </p:iterate>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2" grpId="0" animBg="1"/>
      <p:bldP spid="12" grpId="1" animBg="1"/>
      <p:bldP spid="22" grpId="0" build="p">
        <p:tmplLst>
          <p:tmpl lvl="1">
            <p:tnLst>
              <p:par>
                <p:cTn presetID="2" presetClass="entr" presetSubtype="4" decel="100000" fill="hold" nodeType="withEffect">
                  <p:stCondLst>
                    <p:cond delay="10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3" grpId="0" animBg="1"/>
      <p:bldP spid="23" grpId="1" animBg="1"/>
      <p:bldP spid="24" grpId="0" animBg="1"/>
      <p:bldP spid="24" grpId="1" animBg="1"/>
      <p:bldP spid="25" grpId="0" animBg="1"/>
      <p:bldP spid="25" grpId="1" animBg="1"/>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g Image &amp; 4 Items">
    <p:spTree>
      <p:nvGrpSpPr>
        <p:cNvPr id="1" name=""/>
        <p:cNvGrpSpPr/>
        <p:nvPr/>
      </p:nvGrpSpPr>
      <p:grpSpPr>
        <a:xfrm>
          <a:off x="0" y="0"/>
          <a:ext cx="0" cy="0"/>
          <a:chOff x="0" y="0"/>
          <a:chExt cx="0" cy="0"/>
        </a:xfrm>
      </p:grpSpPr>
      <p:sp>
        <p:nvSpPr>
          <p:cNvPr id="41" name="正方形/長方形 40"/>
          <p:cNvSpPr/>
          <p:nvPr userDrawn="1"/>
        </p:nvSpPr>
        <p:spPr>
          <a:xfrm>
            <a:off x="0" y="0"/>
            <a:ext cx="9142414" cy="10286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図プレースホルダー 3"/>
          <p:cNvSpPr>
            <a:spLocks noGrp="1"/>
          </p:cNvSpPr>
          <p:nvPr>
            <p:ph type="pic" sz="quarter" idx="12" hasCustomPrompt="1"/>
          </p:nvPr>
        </p:nvSpPr>
        <p:spPr>
          <a:xfrm>
            <a:off x="-1" y="0"/>
            <a:ext cx="8999191" cy="10287000"/>
          </a:xfrm>
          <a:noFill/>
        </p:spPr>
        <p:txBody>
          <a:bodyPr/>
          <a:lstStyle>
            <a:lvl1pPr>
              <a:defRPr/>
            </a:lvl1pPr>
          </a:lstStyle>
          <a:p>
            <a:r>
              <a:rPr kumimoji="1" lang="en-US" altLang="ja-JP" dirty="0"/>
              <a:t>Add an image</a:t>
            </a:r>
            <a:endParaRPr kumimoji="1" lang="ja-JP" altLang="en-US" dirty="0"/>
          </a:p>
        </p:txBody>
      </p:sp>
      <p:sp>
        <p:nvSpPr>
          <p:cNvPr id="6" name="タイトル プレースホルダー 1"/>
          <p:cNvSpPr>
            <a:spLocks noGrp="1"/>
          </p:cNvSpPr>
          <p:nvPr>
            <p:ph type="title" hasCustomPrompt="1"/>
          </p:nvPr>
        </p:nvSpPr>
        <p:spPr>
          <a:xfrm>
            <a:off x="9431238" y="246956"/>
            <a:ext cx="7990959" cy="1203151"/>
          </a:xfrm>
          <a:prstGeom prst="rect">
            <a:avLst/>
          </a:prstGeom>
        </p:spPr>
        <p:txBody>
          <a:bodyPr vert="horz" lIns="163275" tIns="81638" rIns="163275" bIns="81638" rtlCol="0" anchor="ctr">
            <a:normAutofit/>
          </a:bodyPr>
          <a:lstStyle>
            <a:lvl1pPr>
              <a:defRPr baseline="0"/>
            </a:lvl1pPr>
          </a:lstStyle>
          <a:p>
            <a:r>
              <a:rPr kumimoji="1" lang="en-US" altLang="ja-JP" dirty="0"/>
              <a:t>Slide Title Goes Here</a:t>
            </a:r>
            <a:endParaRPr kumimoji="1" lang="ja-JP" altLang="en-US" dirty="0"/>
          </a:p>
        </p:txBody>
      </p:sp>
      <p:sp>
        <p:nvSpPr>
          <p:cNvPr id="7" name="テキスト プレースホルダー 6"/>
          <p:cNvSpPr>
            <a:spLocks noGrp="1"/>
          </p:cNvSpPr>
          <p:nvPr>
            <p:ph type="body" sz="quarter" idx="13" hasCustomPrompt="1"/>
          </p:nvPr>
        </p:nvSpPr>
        <p:spPr>
          <a:xfrm>
            <a:off x="9503246" y="1543100"/>
            <a:ext cx="7918951"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9575254"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プレースホルダー 5"/>
          <p:cNvSpPr>
            <a:spLocks noGrp="1"/>
          </p:cNvSpPr>
          <p:nvPr>
            <p:ph type="body" sz="quarter" idx="14" hasCustomPrompt="1"/>
          </p:nvPr>
        </p:nvSpPr>
        <p:spPr>
          <a:xfrm>
            <a:off x="8495134" y="2407196"/>
            <a:ext cx="1080120" cy="720080"/>
          </a:xfrm>
          <a:prstGeom prst="rect">
            <a:avLst/>
          </a:prstGeom>
          <a:solidFill>
            <a:schemeClr val="accent1"/>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11" name="直角三角形 10"/>
          <p:cNvSpPr/>
          <p:nvPr userDrawn="1"/>
        </p:nvSpPr>
        <p:spPr>
          <a:xfrm rot="5400000">
            <a:off x="9214817" y="3054872"/>
            <a:ext cx="288034" cy="432841"/>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プレースホルダー 6"/>
          <p:cNvSpPr>
            <a:spLocks noGrp="1"/>
          </p:cNvSpPr>
          <p:nvPr>
            <p:ph type="body" sz="quarter" idx="23" hasCustomPrompt="1"/>
          </p:nvPr>
        </p:nvSpPr>
        <p:spPr>
          <a:xfrm>
            <a:off x="8711158" y="2291316"/>
            <a:ext cx="648072" cy="1008112"/>
          </a:xfrm>
        </p:spPr>
        <p:txBody>
          <a:bodyPr anchor="t">
            <a:noAutofit/>
          </a:bodyPr>
          <a:lstStyle>
            <a:lvl1pPr algn="ctr">
              <a:defRPr sz="4400" i="0" baseline="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a:t>
            </a:r>
            <a:endParaRPr kumimoji="1" lang="ja-JP" altLang="en-US" dirty="0"/>
          </a:p>
        </p:txBody>
      </p:sp>
      <p:sp>
        <p:nvSpPr>
          <p:cNvPr id="14" name="テキスト プレースホルダー 6"/>
          <p:cNvSpPr>
            <a:spLocks noGrp="1"/>
          </p:cNvSpPr>
          <p:nvPr>
            <p:ph type="body" sz="quarter" idx="20" hasCustomPrompt="1"/>
          </p:nvPr>
        </p:nvSpPr>
        <p:spPr>
          <a:xfrm>
            <a:off x="9684870" y="2407196"/>
            <a:ext cx="7737326" cy="720080"/>
          </a:xfrm>
        </p:spPr>
        <p:txBody>
          <a:bodyPr anchor="t">
            <a:noAutofit/>
          </a:bodyPr>
          <a:lstStyle>
            <a:lvl1pPr algn="l">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5" name="テキスト プレースホルダー 6"/>
          <p:cNvSpPr>
            <a:spLocks noGrp="1"/>
          </p:cNvSpPr>
          <p:nvPr>
            <p:ph type="body" sz="quarter" idx="24" hasCustomPrompt="1"/>
          </p:nvPr>
        </p:nvSpPr>
        <p:spPr>
          <a:xfrm>
            <a:off x="9719269" y="3199284"/>
            <a:ext cx="7702927" cy="57606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6" name="正方形/長方形 15"/>
          <p:cNvSpPr/>
          <p:nvPr userDrawn="1"/>
        </p:nvSpPr>
        <p:spPr>
          <a:xfrm>
            <a:off x="9863286" y="3127276"/>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プレースホルダー 5"/>
          <p:cNvSpPr>
            <a:spLocks noGrp="1"/>
          </p:cNvSpPr>
          <p:nvPr>
            <p:ph type="body" sz="quarter" idx="25" hasCustomPrompt="1"/>
          </p:nvPr>
        </p:nvSpPr>
        <p:spPr>
          <a:xfrm>
            <a:off x="8482996" y="4142583"/>
            <a:ext cx="1080120" cy="720080"/>
          </a:xfrm>
          <a:prstGeom prst="rect">
            <a:avLst/>
          </a:prstGeom>
          <a:solidFill>
            <a:schemeClr val="accent3"/>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24" name="直角三角形 23"/>
          <p:cNvSpPr/>
          <p:nvPr userDrawn="1"/>
        </p:nvSpPr>
        <p:spPr>
          <a:xfrm rot="5400000">
            <a:off x="9202679" y="4790259"/>
            <a:ext cx="288034" cy="432841"/>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6"/>
          <p:cNvSpPr>
            <a:spLocks noGrp="1"/>
          </p:cNvSpPr>
          <p:nvPr>
            <p:ph type="body" sz="quarter" idx="26" hasCustomPrompt="1"/>
          </p:nvPr>
        </p:nvSpPr>
        <p:spPr>
          <a:xfrm>
            <a:off x="8699020" y="4026703"/>
            <a:ext cx="648072" cy="1008112"/>
          </a:xfrm>
        </p:spPr>
        <p:txBody>
          <a:bodyPr anchor="t">
            <a:noAutofit/>
          </a:bodyPr>
          <a:lstStyle>
            <a:lvl1pPr algn="ctr">
              <a:defRPr sz="4400" i="0" baseline="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a:t>
            </a:r>
            <a:endParaRPr kumimoji="1" lang="ja-JP" altLang="en-US" dirty="0"/>
          </a:p>
        </p:txBody>
      </p:sp>
      <p:sp>
        <p:nvSpPr>
          <p:cNvPr id="26" name="テキスト プレースホルダー 6"/>
          <p:cNvSpPr>
            <a:spLocks noGrp="1"/>
          </p:cNvSpPr>
          <p:nvPr>
            <p:ph type="body" sz="quarter" idx="27" hasCustomPrompt="1"/>
          </p:nvPr>
        </p:nvSpPr>
        <p:spPr>
          <a:xfrm>
            <a:off x="9672732" y="4142583"/>
            <a:ext cx="7737326" cy="720080"/>
          </a:xfrm>
        </p:spPr>
        <p:txBody>
          <a:bodyPr anchor="t">
            <a:noAutofit/>
          </a:bodyPr>
          <a:lstStyle>
            <a:lvl1pPr algn="l">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8" hasCustomPrompt="1"/>
          </p:nvPr>
        </p:nvSpPr>
        <p:spPr>
          <a:xfrm>
            <a:off x="9707131" y="4934671"/>
            <a:ext cx="7702927" cy="57606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8" name="正方形/長方形 27"/>
          <p:cNvSpPr/>
          <p:nvPr userDrawn="1"/>
        </p:nvSpPr>
        <p:spPr>
          <a:xfrm>
            <a:off x="9851148" y="4862663"/>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プレースホルダー 5"/>
          <p:cNvSpPr>
            <a:spLocks noGrp="1"/>
          </p:cNvSpPr>
          <p:nvPr>
            <p:ph type="body" sz="quarter" idx="29" hasCustomPrompt="1"/>
          </p:nvPr>
        </p:nvSpPr>
        <p:spPr>
          <a:xfrm>
            <a:off x="8495134" y="5784377"/>
            <a:ext cx="1080120" cy="720080"/>
          </a:xfrm>
          <a:prstGeom prst="rect">
            <a:avLst/>
          </a:prstGeom>
          <a:solidFill>
            <a:schemeClr val="accent2"/>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30" name="直角三角形 29"/>
          <p:cNvSpPr/>
          <p:nvPr userDrawn="1"/>
        </p:nvSpPr>
        <p:spPr>
          <a:xfrm rot="5400000">
            <a:off x="9214817" y="6432053"/>
            <a:ext cx="288034" cy="432841"/>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プレースホルダー 6"/>
          <p:cNvSpPr>
            <a:spLocks noGrp="1"/>
          </p:cNvSpPr>
          <p:nvPr>
            <p:ph type="body" sz="quarter" idx="30" hasCustomPrompt="1"/>
          </p:nvPr>
        </p:nvSpPr>
        <p:spPr>
          <a:xfrm>
            <a:off x="8711158" y="5668497"/>
            <a:ext cx="648072" cy="1008112"/>
          </a:xfrm>
        </p:spPr>
        <p:txBody>
          <a:bodyPr anchor="t">
            <a:noAutofit/>
          </a:bodyPr>
          <a:lstStyle>
            <a:lvl1pPr algn="ctr">
              <a:defRPr sz="4400" i="0" baseline="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a:t>
            </a:r>
            <a:endParaRPr kumimoji="1" lang="ja-JP" altLang="en-US" dirty="0"/>
          </a:p>
        </p:txBody>
      </p:sp>
      <p:sp>
        <p:nvSpPr>
          <p:cNvPr id="32" name="テキスト プレースホルダー 6"/>
          <p:cNvSpPr>
            <a:spLocks noGrp="1"/>
          </p:cNvSpPr>
          <p:nvPr>
            <p:ph type="body" sz="quarter" idx="31" hasCustomPrompt="1"/>
          </p:nvPr>
        </p:nvSpPr>
        <p:spPr>
          <a:xfrm>
            <a:off x="9684870" y="5784377"/>
            <a:ext cx="7737326" cy="720080"/>
          </a:xfrm>
        </p:spPr>
        <p:txBody>
          <a:bodyPr anchor="t">
            <a:noAutofit/>
          </a:bodyPr>
          <a:lstStyle>
            <a:lvl1pPr algn="l">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32" hasCustomPrompt="1"/>
          </p:nvPr>
        </p:nvSpPr>
        <p:spPr>
          <a:xfrm>
            <a:off x="9719269" y="6576465"/>
            <a:ext cx="7702927" cy="57606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34" name="正方形/長方形 33"/>
          <p:cNvSpPr/>
          <p:nvPr userDrawn="1"/>
        </p:nvSpPr>
        <p:spPr>
          <a:xfrm>
            <a:off x="9863286" y="6504457"/>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5"/>
          <p:cNvSpPr>
            <a:spLocks noGrp="1"/>
          </p:cNvSpPr>
          <p:nvPr>
            <p:ph type="body" sz="quarter" idx="33" hasCustomPrompt="1"/>
          </p:nvPr>
        </p:nvSpPr>
        <p:spPr>
          <a:xfrm>
            <a:off x="8489452" y="7519764"/>
            <a:ext cx="1080120" cy="720080"/>
          </a:xfrm>
          <a:prstGeom prst="rect">
            <a:avLst/>
          </a:prstGeom>
          <a:solidFill>
            <a:schemeClr val="accent4"/>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36" name="直角三角形 35"/>
          <p:cNvSpPr/>
          <p:nvPr userDrawn="1"/>
        </p:nvSpPr>
        <p:spPr>
          <a:xfrm rot="5400000">
            <a:off x="9209135" y="8167440"/>
            <a:ext cx="288034" cy="432841"/>
          </a:xfrm>
          <a:prstGeom prst="rtTriangle">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プレースホルダー 6"/>
          <p:cNvSpPr>
            <a:spLocks noGrp="1"/>
          </p:cNvSpPr>
          <p:nvPr>
            <p:ph type="body" sz="quarter" idx="34" hasCustomPrompt="1"/>
          </p:nvPr>
        </p:nvSpPr>
        <p:spPr>
          <a:xfrm>
            <a:off x="8705476" y="7403884"/>
            <a:ext cx="648072" cy="1008112"/>
          </a:xfrm>
        </p:spPr>
        <p:txBody>
          <a:bodyPr anchor="t">
            <a:noAutofit/>
          </a:bodyPr>
          <a:lstStyle>
            <a:lvl1pPr algn="ctr">
              <a:defRPr sz="4400" i="0" baseline="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a:t>
            </a:r>
            <a:endParaRPr kumimoji="1" lang="ja-JP" altLang="en-US" dirty="0"/>
          </a:p>
        </p:txBody>
      </p:sp>
      <p:sp>
        <p:nvSpPr>
          <p:cNvPr id="38" name="テキスト プレースホルダー 6"/>
          <p:cNvSpPr>
            <a:spLocks noGrp="1"/>
          </p:cNvSpPr>
          <p:nvPr>
            <p:ph type="body" sz="quarter" idx="35" hasCustomPrompt="1"/>
          </p:nvPr>
        </p:nvSpPr>
        <p:spPr>
          <a:xfrm>
            <a:off x="9679188" y="7519764"/>
            <a:ext cx="7737326" cy="720080"/>
          </a:xfrm>
        </p:spPr>
        <p:txBody>
          <a:bodyPr anchor="t">
            <a:noAutofit/>
          </a:bodyPr>
          <a:lstStyle>
            <a:lvl1pPr algn="l">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9" name="テキスト プレースホルダー 6"/>
          <p:cNvSpPr>
            <a:spLocks noGrp="1"/>
          </p:cNvSpPr>
          <p:nvPr>
            <p:ph type="body" sz="quarter" idx="36" hasCustomPrompt="1"/>
          </p:nvPr>
        </p:nvSpPr>
        <p:spPr>
          <a:xfrm>
            <a:off x="9713587" y="8311852"/>
            <a:ext cx="7702927" cy="57606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0" name="正方形/長方形 39"/>
          <p:cNvSpPr/>
          <p:nvPr userDrawn="1"/>
        </p:nvSpPr>
        <p:spPr>
          <a:xfrm>
            <a:off x="9857604" y="8239844"/>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215744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randombar(horizontal)">
                                      <p:cBhvr>
                                        <p:cTn id="7" dur="500"/>
                                        <p:tgtEl>
                                          <p:spTgt spid="41"/>
                                        </p:tgtEl>
                                      </p:cBhvr>
                                    </p:animEffect>
                                  </p:childTnLst>
                                </p:cTn>
                              </p:par>
                              <p:par>
                                <p:cTn id="8" presetID="14" presetClass="entr" presetSubtype="1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par>
                                <p:cTn id="11" presetID="2" presetClass="entr" presetSubtype="1" decel="100000" fill="hold" grpId="0" nodeType="withEffect">
                                  <p:stCondLst>
                                    <p:cond delay="125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par>
                          <p:cTn id="15" fill="hold">
                            <p:stCondLst>
                              <p:cond delay="1750"/>
                            </p:stCondLst>
                            <p:childTnLst>
                              <p:par>
                                <p:cTn id="16" presetID="2" presetClass="entr" presetSubtype="2" decel="10000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par>
                                <p:cTn id="20" presetID="22" presetClass="entr" presetSubtype="8" fill="hold" grpId="0" nodeType="with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500"/>
                                        <p:tgtEl>
                                          <p:spTgt spid="7">
                                            <p:txEl>
                                              <p:pRg st="0" end="0"/>
                                            </p:txEl>
                                          </p:spTgt>
                                        </p:tgtEl>
                                      </p:cBhvr>
                                    </p:animEffect>
                                  </p:childTnLst>
                                </p:cTn>
                              </p:par>
                            </p:childTnLst>
                          </p:cTn>
                        </p:par>
                        <p:par>
                          <p:cTn id="23" fill="hold">
                            <p:stCondLst>
                              <p:cond delay="2250"/>
                            </p:stCondLst>
                            <p:childTnLst>
                              <p:par>
                                <p:cTn id="24" presetID="22" presetClass="entr" presetSubtype="8"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par>
                          <p:cTn id="30" fill="hold">
                            <p:stCondLst>
                              <p:cond delay="2750"/>
                            </p:stCondLst>
                            <p:childTnLst>
                              <p:par>
                                <p:cTn id="31" presetID="22" presetClass="entr" presetSubtype="1"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up)">
                                      <p:cBhvr>
                                        <p:cTn id="33" dur="250"/>
                                        <p:tgtEl>
                                          <p:spTgt spid="11"/>
                                        </p:tgtEl>
                                      </p:cBhvr>
                                    </p:animEffect>
                                  </p:childTnLst>
                                </p:cTn>
                              </p:par>
                            </p:childTnLst>
                          </p:cTn>
                        </p:par>
                        <p:par>
                          <p:cTn id="34" fill="hold">
                            <p:stCondLst>
                              <p:cond delay="3000"/>
                            </p:stCondLst>
                            <p:childTnLst>
                              <p:par>
                                <p:cTn id="35" presetID="2" presetClass="entr" presetSubtype="2" decel="100000" fill="hold" grpId="0" nodeType="after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 calcmode="lin" valueType="num">
                                      <p:cBhvr additive="base">
                                        <p:cTn id="37"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4">
                                            <p:txEl>
                                              <p:pRg st="0" end="0"/>
                                            </p:txEl>
                                          </p:spTgt>
                                        </p:tgtEl>
                                        <p:attrNameLst>
                                          <p:attrName>ppt_y</p:attrName>
                                        </p:attrNameLst>
                                      </p:cBhvr>
                                      <p:tavLst>
                                        <p:tav tm="0">
                                          <p:val>
                                            <p:strVal val="#ppt_y"/>
                                          </p:val>
                                        </p:tav>
                                        <p:tav tm="100000">
                                          <p:val>
                                            <p:strVal val="#ppt_y"/>
                                          </p:val>
                                        </p:tav>
                                      </p:tavLst>
                                    </p:anim>
                                  </p:childTnLst>
                                </p:cTn>
                              </p:par>
                              <p:par>
                                <p:cTn id="39" presetID="2" presetClass="entr" presetSubtype="4" decel="100000" fill="hold" grpId="0" nodeType="withEffect">
                                  <p:stCondLst>
                                    <p:cond delay="0"/>
                                  </p:stCondLst>
                                  <p:childTnLst>
                                    <p:set>
                                      <p:cBhvr>
                                        <p:cTn id="40" dur="1" fill="hold">
                                          <p:stCondLst>
                                            <p:cond delay="0"/>
                                          </p:stCondLst>
                                        </p:cTn>
                                        <p:tgtEl>
                                          <p:spTgt spid="15">
                                            <p:txEl>
                                              <p:pRg st="0" end="0"/>
                                            </p:txEl>
                                          </p:spTgt>
                                        </p:tgtEl>
                                        <p:attrNameLst>
                                          <p:attrName>style.visibility</p:attrName>
                                        </p:attrNameLst>
                                      </p:cBhvr>
                                      <p:to>
                                        <p:strVal val="visible"/>
                                      </p:to>
                                    </p:set>
                                    <p:anim calcmode="lin" valueType="num">
                                      <p:cBhvr additive="base">
                                        <p:cTn id="41"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5">
                                            <p:txEl>
                                              <p:pRg st="0" end="0"/>
                                            </p:txEl>
                                          </p:spTgt>
                                        </p:tgtEl>
                                        <p:attrNameLst>
                                          <p:attrName>ppt_y</p:attrName>
                                        </p:attrNameLst>
                                      </p:cBhvr>
                                      <p:tavLst>
                                        <p:tav tm="0">
                                          <p:val>
                                            <p:strVal val="1+#ppt_h/2"/>
                                          </p:val>
                                        </p:tav>
                                        <p:tav tm="100000">
                                          <p:val>
                                            <p:strVal val="#ppt_y"/>
                                          </p:val>
                                        </p:tav>
                                      </p:tavLst>
                                    </p:anim>
                                  </p:childTnLst>
                                </p:cTn>
                              </p:par>
                              <p:par>
                                <p:cTn id="43" presetID="2" presetClass="entr" presetSubtype="2" decel="10000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1+#ppt_w/2"/>
                                          </p:val>
                                        </p:tav>
                                        <p:tav tm="100000">
                                          <p:val>
                                            <p:strVal val="#ppt_x"/>
                                          </p:val>
                                        </p:tav>
                                      </p:tavLst>
                                    </p:anim>
                                    <p:anim calcmode="lin" valueType="num">
                                      <p:cBhvr additive="base">
                                        <p:cTn id="46" dur="500" fill="hold"/>
                                        <p:tgtEl>
                                          <p:spTgt spid="16"/>
                                        </p:tgtEl>
                                        <p:attrNameLst>
                                          <p:attrName>ppt_y</p:attrName>
                                        </p:attrNameLst>
                                      </p:cBhvr>
                                      <p:tavLst>
                                        <p:tav tm="0">
                                          <p:val>
                                            <p:strVal val="#ppt_y"/>
                                          </p:val>
                                        </p:tav>
                                        <p:tav tm="100000">
                                          <p:val>
                                            <p:strVal val="#ppt_y"/>
                                          </p:val>
                                        </p:tav>
                                      </p:tavLst>
                                    </p:anim>
                                  </p:childTnLst>
                                </p:cTn>
                              </p:par>
                            </p:childTnLst>
                          </p:cTn>
                        </p:par>
                        <p:par>
                          <p:cTn id="47" fill="hold">
                            <p:stCondLst>
                              <p:cond delay="3500"/>
                            </p:stCondLst>
                            <p:childTnLst>
                              <p:par>
                                <p:cTn id="48" presetID="22" presetClass="entr" presetSubtype="8" fill="hold" grpId="0" nodeType="after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left)">
                                      <p:cBhvr>
                                        <p:cTn id="50" dur="500"/>
                                        <p:tgtEl>
                                          <p:spTgt spid="2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left)">
                                      <p:cBhvr>
                                        <p:cTn id="53" dur="500"/>
                                        <p:tgtEl>
                                          <p:spTgt spid="25"/>
                                        </p:tgtEl>
                                      </p:cBhvr>
                                    </p:animEffect>
                                  </p:childTnLst>
                                </p:cTn>
                              </p:par>
                            </p:childTnLst>
                          </p:cTn>
                        </p:par>
                        <p:par>
                          <p:cTn id="54" fill="hold">
                            <p:stCondLst>
                              <p:cond delay="4000"/>
                            </p:stCondLst>
                            <p:childTnLst>
                              <p:par>
                                <p:cTn id="55" presetID="22" presetClass="entr" presetSubtype="1" fill="hold" grpId="0" nodeType="after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up)">
                                      <p:cBhvr>
                                        <p:cTn id="57" dur="250"/>
                                        <p:tgtEl>
                                          <p:spTgt spid="24"/>
                                        </p:tgtEl>
                                      </p:cBhvr>
                                    </p:animEffect>
                                  </p:childTnLst>
                                </p:cTn>
                              </p:par>
                            </p:childTnLst>
                          </p:cTn>
                        </p:par>
                        <p:par>
                          <p:cTn id="58" fill="hold">
                            <p:stCondLst>
                              <p:cond delay="4250"/>
                            </p:stCondLst>
                            <p:childTnLst>
                              <p:par>
                                <p:cTn id="59" presetID="2" presetClass="entr" presetSubtype="2" decel="100000" fill="hold" grpId="0" nodeType="afterEffect">
                                  <p:stCondLst>
                                    <p:cond delay="0"/>
                                  </p:stCondLst>
                                  <p:childTnLst>
                                    <p:set>
                                      <p:cBhvr>
                                        <p:cTn id="60" dur="1" fill="hold">
                                          <p:stCondLst>
                                            <p:cond delay="0"/>
                                          </p:stCondLst>
                                        </p:cTn>
                                        <p:tgtEl>
                                          <p:spTgt spid="26">
                                            <p:txEl>
                                              <p:pRg st="0" end="0"/>
                                            </p:txEl>
                                          </p:spTgt>
                                        </p:tgtEl>
                                        <p:attrNameLst>
                                          <p:attrName>style.visibility</p:attrName>
                                        </p:attrNameLst>
                                      </p:cBhvr>
                                      <p:to>
                                        <p:strVal val="visible"/>
                                      </p:to>
                                    </p:set>
                                    <p:anim calcmode="lin" valueType="num">
                                      <p:cBhvr additive="base">
                                        <p:cTn id="61"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26">
                                            <p:txEl>
                                              <p:pRg st="0" end="0"/>
                                            </p:txEl>
                                          </p:spTgt>
                                        </p:tgtEl>
                                        <p:attrNameLst>
                                          <p:attrName>ppt_y</p:attrName>
                                        </p:attrNameLst>
                                      </p:cBhvr>
                                      <p:tavLst>
                                        <p:tav tm="0">
                                          <p:val>
                                            <p:strVal val="#ppt_y"/>
                                          </p:val>
                                        </p:tav>
                                        <p:tav tm="100000">
                                          <p:val>
                                            <p:strVal val="#ppt_y"/>
                                          </p:val>
                                        </p:tav>
                                      </p:tavLst>
                                    </p:anim>
                                  </p:childTnLst>
                                </p:cTn>
                              </p:par>
                              <p:par>
                                <p:cTn id="63" presetID="2" presetClass="entr" presetSubtype="4" decel="100000" fill="hold" grpId="0" nodeType="withEffect">
                                  <p:stCondLst>
                                    <p:cond delay="0"/>
                                  </p:stCondLst>
                                  <p:childTnLst>
                                    <p:set>
                                      <p:cBhvr>
                                        <p:cTn id="64" dur="1" fill="hold">
                                          <p:stCondLst>
                                            <p:cond delay="0"/>
                                          </p:stCondLst>
                                        </p:cTn>
                                        <p:tgtEl>
                                          <p:spTgt spid="27">
                                            <p:txEl>
                                              <p:pRg st="0" end="0"/>
                                            </p:txEl>
                                          </p:spTgt>
                                        </p:tgtEl>
                                        <p:attrNameLst>
                                          <p:attrName>style.visibility</p:attrName>
                                        </p:attrNameLst>
                                      </p:cBhvr>
                                      <p:to>
                                        <p:strVal val="visible"/>
                                      </p:to>
                                    </p:set>
                                    <p:anim calcmode="lin" valueType="num">
                                      <p:cBhvr additive="base">
                                        <p:cTn id="65"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27">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2" decel="10000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additive="base">
                                        <p:cTn id="69" dur="500" fill="hold"/>
                                        <p:tgtEl>
                                          <p:spTgt spid="28"/>
                                        </p:tgtEl>
                                        <p:attrNameLst>
                                          <p:attrName>ppt_x</p:attrName>
                                        </p:attrNameLst>
                                      </p:cBhvr>
                                      <p:tavLst>
                                        <p:tav tm="0">
                                          <p:val>
                                            <p:strVal val="1+#ppt_w/2"/>
                                          </p:val>
                                        </p:tav>
                                        <p:tav tm="100000">
                                          <p:val>
                                            <p:strVal val="#ppt_x"/>
                                          </p:val>
                                        </p:tav>
                                      </p:tavLst>
                                    </p:anim>
                                    <p:anim calcmode="lin" valueType="num">
                                      <p:cBhvr additive="base">
                                        <p:cTn id="70" dur="500" fill="hold"/>
                                        <p:tgtEl>
                                          <p:spTgt spid="28"/>
                                        </p:tgtEl>
                                        <p:attrNameLst>
                                          <p:attrName>ppt_y</p:attrName>
                                        </p:attrNameLst>
                                      </p:cBhvr>
                                      <p:tavLst>
                                        <p:tav tm="0">
                                          <p:val>
                                            <p:strVal val="#ppt_y"/>
                                          </p:val>
                                        </p:tav>
                                        <p:tav tm="100000">
                                          <p:val>
                                            <p:strVal val="#ppt_y"/>
                                          </p:val>
                                        </p:tav>
                                      </p:tavLst>
                                    </p:anim>
                                  </p:childTnLst>
                                </p:cTn>
                              </p:par>
                            </p:childTnLst>
                          </p:cTn>
                        </p:par>
                        <p:par>
                          <p:cTn id="71" fill="hold">
                            <p:stCondLst>
                              <p:cond delay="4750"/>
                            </p:stCondLst>
                            <p:childTnLst>
                              <p:par>
                                <p:cTn id="72" presetID="22" presetClass="entr" presetSubtype="8" fill="hold" grpId="0"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4" dur="500"/>
                                        <p:tgtEl>
                                          <p:spTgt spid="29"/>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500"/>
                                        <p:tgtEl>
                                          <p:spTgt spid="31"/>
                                        </p:tgtEl>
                                      </p:cBhvr>
                                    </p:animEffect>
                                  </p:childTnLst>
                                </p:cTn>
                              </p:par>
                            </p:childTnLst>
                          </p:cTn>
                        </p:par>
                        <p:par>
                          <p:cTn id="78" fill="hold">
                            <p:stCondLst>
                              <p:cond delay="5250"/>
                            </p:stCondLst>
                            <p:childTnLst>
                              <p:par>
                                <p:cTn id="79" presetID="22" presetClass="entr" presetSubtype="1" fill="hold" grpId="0" nodeType="after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wipe(up)">
                                      <p:cBhvr>
                                        <p:cTn id="81" dur="250"/>
                                        <p:tgtEl>
                                          <p:spTgt spid="30"/>
                                        </p:tgtEl>
                                      </p:cBhvr>
                                    </p:animEffect>
                                  </p:childTnLst>
                                </p:cTn>
                              </p:par>
                            </p:childTnLst>
                          </p:cTn>
                        </p:par>
                        <p:par>
                          <p:cTn id="82" fill="hold">
                            <p:stCondLst>
                              <p:cond delay="5500"/>
                            </p:stCondLst>
                            <p:childTnLst>
                              <p:par>
                                <p:cTn id="83" presetID="2" presetClass="entr" presetSubtype="2" decel="100000" fill="hold" grpId="0" nodeType="afterEffect">
                                  <p:stCondLst>
                                    <p:cond delay="0"/>
                                  </p:stCondLst>
                                  <p:childTnLst>
                                    <p:set>
                                      <p:cBhvr>
                                        <p:cTn id="84" dur="1" fill="hold">
                                          <p:stCondLst>
                                            <p:cond delay="0"/>
                                          </p:stCondLst>
                                        </p:cTn>
                                        <p:tgtEl>
                                          <p:spTgt spid="32">
                                            <p:txEl>
                                              <p:pRg st="0" end="0"/>
                                            </p:txEl>
                                          </p:spTgt>
                                        </p:tgtEl>
                                        <p:attrNameLst>
                                          <p:attrName>style.visibility</p:attrName>
                                        </p:attrNameLst>
                                      </p:cBhvr>
                                      <p:to>
                                        <p:strVal val="visible"/>
                                      </p:to>
                                    </p:set>
                                    <p:anim calcmode="lin" valueType="num">
                                      <p:cBhvr additive="base">
                                        <p:cTn id="85" dur="500" fill="hold"/>
                                        <p:tgtEl>
                                          <p:spTgt spid="32">
                                            <p:txEl>
                                              <p:pRg st="0" end="0"/>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32">
                                            <p:txEl>
                                              <p:pRg st="0" end="0"/>
                                            </p:txEl>
                                          </p:spTgt>
                                        </p:tgtEl>
                                        <p:attrNameLst>
                                          <p:attrName>ppt_y</p:attrName>
                                        </p:attrNameLst>
                                      </p:cBhvr>
                                      <p:tavLst>
                                        <p:tav tm="0">
                                          <p:val>
                                            <p:strVal val="#ppt_y"/>
                                          </p:val>
                                        </p:tav>
                                        <p:tav tm="100000">
                                          <p:val>
                                            <p:strVal val="#ppt_y"/>
                                          </p:val>
                                        </p:tav>
                                      </p:tavLst>
                                    </p:anim>
                                  </p:childTnLst>
                                </p:cTn>
                              </p:par>
                              <p:par>
                                <p:cTn id="87" presetID="2" presetClass="entr" presetSubtype="4" decel="100000" fill="hold" grpId="0" nodeType="withEffect">
                                  <p:stCondLst>
                                    <p:cond delay="0"/>
                                  </p:stCondLst>
                                  <p:childTnLst>
                                    <p:set>
                                      <p:cBhvr>
                                        <p:cTn id="88" dur="1" fill="hold">
                                          <p:stCondLst>
                                            <p:cond delay="0"/>
                                          </p:stCondLst>
                                        </p:cTn>
                                        <p:tgtEl>
                                          <p:spTgt spid="33">
                                            <p:txEl>
                                              <p:pRg st="0" end="0"/>
                                            </p:txEl>
                                          </p:spTgt>
                                        </p:tgtEl>
                                        <p:attrNameLst>
                                          <p:attrName>style.visibility</p:attrName>
                                        </p:attrNameLst>
                                      </p:cBhvr>
                                      <p:to>
                                        <p:strVal val="visible"/>
                                      </p:to>
                                    </p:set>
                                    <p:anim calcmode="lin" valueType="num">
                                      <p:cBhvr additive="base">
                                        <p:cTn id="89"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33">
                                            <p:txEl>
                                              <p:pRg st="0" end="0"/>
                                            </p:txEl>
                                          </p:spTgt>
                                        </p:tgtEl>
                                        <p:attrNameLst>
                                          <p:attrName>ppt_y</p:attrName>
                                        </p:attrNameLst>
                                      </p:cBhvr>
                                      <p:tavLst>
                                        <p:tav tm="0">
                                          <p:val>
                                            <p:strVal val="1+#ppt_h/2"/>
                                          </p:val>
                                        </p:tav>
                                        <p:tav tm="100000">
                                          <p:val>
                                            <p:strVal val="#ppt_y"/>
                                          </p:val>
                                        </p:tav>
                                      </p:tavLst>
                                    </p:anim>
                                  </p:childTnLst>
                                </p:cTn>
                              </p:par>
                              <p:par>
                                <p:cTn id="91" presetID="2" presetClass="entr" presetSubtype="2" decel="10000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 calcmode="lin" valueType="num">
                                      <p:cBhvr additive="base">
                                        <p:cTn id="93" dur="500" fill="hold"/>
                                        <p:tgtEl>
                                          <p:spTgt spid="34"/>
                                        </p:tgtEl>
                                        <p:attrNameLst>
                                          <p:attrName>ppt_x</p:attrName>
                                        </p:attrNameLst>
                                      </p:cBhvr>
                                      <p:tavLst>
                                        <p:tav tm="0">
                                          <p:val>
                                            <p:strVal val="1+#ppt_w/2"/>
                                          </p:val>
                                        </p:tav>
                                        <p:tav tm="100000">
                                          <p:val>
                                            <p:strVal val="#ppt_x"/>
                                          </p:val>
                                        </p:tav>
                                      </p:tavLst>
                                    </p:anim>
                                    <p:anim calcmode="lin" valueType="num">
                                      <p:cBhvr additive="base">
                                        <p:cTn id="94" dur="500" fill="hold"/>
                                        <p:tgtEl>
                                          <p:spTgt spid="34"/>
                                        </p:tgtEl>
                                        <p:attrNameLst>
                                          <p:attrName>ppt_y</p:attrName>
                                        </p:attrNameLst>
                                      </p:cBhvr>
                                      <p:tavLst>
                                        <p:tav tm="0">
                                          <p:val>
                                            <p:strVal val="#ppt_y"/>
                                          </p:val>
                                        </p:tav>
                                        <p:tav tm="100000">
                                          <p:val>
                                            <p:strVal val="#ppt_y"/>
                                          </p:val>
                                        </p:tav>
                                      </p:tavLst>
                                    </p:anim>
                                  </p:childTnLst>
                                </p:cTn>
                              </p:par>
                            </p:childTnLst>
                          </p:cTn>
                        </p:par>
                        <p:par>
                          <p:cTn id="95" fill="hold">
                            <p:stCondLst>
                              <p:cond delay="6000"/>
                            </p:stCondLst>
                            <p:childTnLst>
                              <p:par>
                                <p:cTn id="96" presetID="22" presetClass="entr" presetSubtype="8" fill="hold" grpId="0" nodeType="after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wipe(left)">
                                      <p:cBhvr>
                                        <p:cTn id="98" dur="500"/>
                                        <p:tgtEl>
                                          <p:spTgt spid="35"/>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wipe(left)">
                                      <p:cBhvr>
                                        <p:cTn id="101" dur="500"/>
                                        <p:tgtEl>
                                          <p:spTgt spid="37"/>
                                        </p:tgtEl>
                                      </p:cBhvr>
                                    </p:animEffect>
                                  </p:childTnLst>
                                </p:cTn>
                              </p:par>
                            </p:childTnLst>
                          </p:cTn>
                        </p:par>
                        <p:par>
                          <p:cTn id="102" fill="hold">
                            <p:stCondLst>
                              <p:cond delay="6500"/>
                            </p:stCondLst>
                            <p:childTnLst>
                              <p:par>
                                <p:cTn id="103" presetID="22" presetClass="entr" presetSubtype="1" fill="hold" grpId="0" nodeType="after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wipe(up)">
                                      <p:cBhvr>
                                        <p:cTn id="105" dur="250"/>
                                        <p:tgtEl>
                                          <p:spTgt spid="36"/>
                                        </p:tgtEl>
                                      </p:cBhvr>
                                    </p:animEffect>
                                  </p:childTnLst>
                                </p:cTn>
                              </p:par>
                            </p:childTnLst>
                          </p:cTn>
                        </p:par>
                        <p:par>
                          <p:cTn id="106" fill="hold">
                            <p:stCondLst>
                              <p:cond delay="6750"/>
                            </p:stCondLst>
                            <p:childTnLst>
                              <p:par>
                                <p:cTn id="107" presetID="2" presetClass="entr" presetSubtype="2" decel="100000" fill="hold" grpId="0" nodeType="afterEffect">
                                  <p:stCondLst>
                                    <p:cond delay="0"/>
                                  </p:stCondLst>
                                  <p:childTnLst>
                                    <p:set>
                                      <p:cBhvr>
                                        <p:cTn id="108" dur="1" fill="hold">
                                          <p:stCondLst>
                                            <p:cond delay="0"/>
                                          </p:stCondLst>
                                        </p:cTn>
                                        <p:tgtEl>
                                          <p:spTgt spid="38">
                                            <p:txEl>
                                              <p:pRg st="0" end="0"/>
                                            </p:txEl>
                                          </p:spTgt>
                                        </p:tgtEl>
                                        <p:attrNameLst>
                                          <p:attrName>style.visibility</p:attrName>
                                        </p:attrNameLst>
                                      </p:cBhvr>
                                      <p:to>
                                        <p:strVal val="visible"/>
                                      </p:to>
                                    </p:set>
                                    <p:anim calcmode="lin" valueType="num">
                                      <p:cBhvr additive="base">
                                        <p:cTn id="109" dur="5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110" dur="500" fill="hold"/>
                                        <p:tgtEl>
                                          <p:spTgt spid="38">
                                            <p:txEl>
                                              <p:pRg st="0" end="0"/>
                                            </p:txEl>
                                          </p:spTgt>
                                        </p:tgtEl>
                                        <p:attrNameLst>
                                          <p:attrName>ppt_y</p:attrName>
                                        </p:attrNameLst>
                                      </p:cBhvr>
                                      <p:tavLst>
                                        <p:tav tm="0">
                                          <p:val>
                                            <p:strVal val="#ppt_y"/>
                                          </p:val>
                                        </p:tav>
                                        <p:tav tm="100000">
                                          <p:val>
                                            <p:strVal val="#ppt_y"/>
                                          </p:val>
                                        </p:tav>
                                      </p:tavLst>
                                    </p:anim>
                                  </p:childTnLst>
                                </p:cTn>
                              </p:par>
                              <p:par>
                                <p:cTn id="111" presetID="2" presetClass="entr" presetSubtype="4" decel="100000" fill="hold" grpId="0" nodeType="withEffect">
                                  <p:stCondLst>
                                    <p:cond delay="0"/>
                                  </p:stCondLst>
                                  <p:childTnLst>
                                    <p:set>
                                      <p:cBhvr>
                                        <p:cTn id="112" dur="1" fill="hold">
                                          <p:stCondLst>
                                            <p:cond delay="0"/>
                                          </p:stCondLst>
                                        </p:cTn>
                                        <p:tgtEl>
                                          <p:spTgt spid="39">
                                            <p:txEl>
                                              <p:pRg st="0" end="0"/>
                                            </p:txEl>
                                          </p:spTgt>
                                        </p:tgtEl>
                                        <p:attrNameLst>
                                          <p:attrName>style.visibility</p:attrName>
                                        </p:attrNameLst>
                                      </p:cBhvr>
                                      <p:to>
                                        <p:strVal val="visible"/>
                                      </p:to>
                                    </p:set>
                                    <p:anim calcmode="lin" valueType="num">
                                      <p:cBhvr additive="base">
                                        <p:cTn id="113" dur="50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114" dur="500" fill="hold"/>
                                        <p:tgtEl>
                                          <p:spTgt spid="39">
                                            <p:txEl>
                                              <p:pRg st="0" end="0"/>
                                            </p:txEl>
                                          </p:spTgt>
                                        </p:tgtEl>
                                        <p:attrNameLst>
                                          <p:attrName>ppt_y</p:attrName>
                                        </p:attrNameLst>
                                      </p:cBhvr>
                                      <p:tavLst>
                                        <p:tav tm="0">
                                          <p:val>
                                            <p:strVal val="1+#ppt_h/2"/>
                                          </p:val>
                                        </p:tav>
                                        <p:tav tm="100000">
                                          <p:val>
                                            <p:strVal val="#ppt_y"/>
                                          </p:val>
                                        </p:tav>
                                      </p:tavLst>
                                    </p:anim>
                                  </p:childTnLst>
                                </p:cTn>
                              </p:par>
                              <p:par>
                                <p:cTn id="115" presetID="2" presetClass="entr" presetSubtype="2" decel="10000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 calcmode="lin" valueType="num">
                                      <p:cBhvr additive="base">
                                        <p:cTn id="117" dur="500" fill="hold"/>
                                        <p:tgtEl>
                                          <p:spTgt spid="40"/>
                                        </p:tgtEl>
                                        <p:attrNameLst>
                                          <p:attrName>ppt_x</p:attrName>
                                        </p:attrNameLst>
                                      </p:cBhvr>
                                      <p:tavLst>
                                        <p:tav tm="0">
                                          <p:val>
                                            <p:strVal val="1+#ppt_w/2"/>
                                          </p:val>
                                        </p:tav>
                                        <p:tav tm="100000">
                                          <p:val>
                                            <p:strVal val="#ppt_x"/>
                                          </p:val>
                                        </p:tav>
                                      </p:tavLst>
                                    </p:anim>
                                    <p:anim calcmode="lin" valueType="num">
                                      <p:cBhvr additive="base">
                                        <p:cTn id="118"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5" grpId="0"/>
      <p:bldP spid="6" grpId="0"/>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9" grpId="0" animBg="1">
        <p:tmplLst>
          <p:tmpl>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1" grpId="0" animBg="1"/>
      <p:bldP spid="12" grpId="0">
        <p:tmplLst>
          <p:tmpl>
            <p:tnLst>
              <p:par>
                <p:cTn presetID="22" presetClass="entr" presetSubtype="8"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wipe(left)">
                      <p:cBhvr>
                        <p:cTn dur="500"/>
                        <p:tgtEl>
                          <p:spTgt spid="12"/>
                        </p:tgtEl>
                      </p:cBhvr>
                    </p:animEffect>
                  </p:childTnLst>
                </p:cTn>
              </p:par>
            </p:tnLst>
          </p:tmpl>
        </p:tmplLst>
      </p:bldP>
      <p:bldP spid="14" grpId="0" build="p">
        <p:tmplLst>
          <p:tmpl lvl="1">
            <p:tnLst>
              <p:par>
                <p:cTn presetID="2" presetClass="entr" presetSubtype="2" decel="10000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1+#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15" grpId="0" build="p">
        <p:tmplLst>
          <p:tmpl lvl="1">
            <p:tnLst>
              <p:par>
                <p:cTn presetID="2" presetClass="entr" presetSubtype="4" decel="10000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P spid="16" grpId="0" animBg="1"/>
      <p:bldP spid="23" grpId="0" animBg="1">
        <p:tmplLst>
          <p:tmpl>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4" grpId="0" animBg="1"/>
      <p:bldP spid="25" grpId="0">
        <p:tmplLst>
          <p:tmpl>
            <p:tnLst>
              <p:par>
                <p:cTn presetID="22" presetClass="entr" presetSubtype="8"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26" grpId="0" build="p">
        <p:tmplLst>
          <p:tmpl lvl="1">
            <p:tnLst>
              <p:par>
                <p:cTn presetID="2" presetClass="entr" presetSubtype="2" decel="100000"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1+#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P spid="27" grpId="0" build="p">
        <p:tmplLst>
          <p:tmpl lvl="1">
            <p:tnLst>
              <p:par>
                <p:cTn presetID="2" presetClass="entr" presetSubtype="4" decel="10000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ppt_x"/>
                          </p:val>
                        </p:tav>
                        <p:tav tm="100000">
                          <p:val>
                            <p:strVal val="#ppt_x"/>
                          </p:val>
                        </p:tav>
                      </p:tavLst>
                    </p:anim>
                    <p:anim calcmode="lin" valueType="num">
                      <p:cBhvr additive="base">
                        <p:cTn dur="500" fill="hold"/>
                        <p:tgtEl>
                          <p:spTgt spid="27"/>
                        </p:tgtEl>
                        <p:attrNameLst>
                          <p:attrName>ppt_y</p:attrName>
                        </p:attrNameLst>
                      </p:cBhvr>
                      <p:tavLst>
                        <p:tav tm="0">
                          <p:val>
                            <p:strVal val="1+#ppt_h/2"/>
                          </p:val>
                        </p:tav>
                        <p:tav tm="100000">
                          <p:val>
                            <p:strVal val="#ppt_y"/>
                          </p:val>
                        </p:tav>
                      </p:tavLst>
                    </p:anim>
                  </p:childTnLst>
                </p:cTn>
              </p:par>
            </p:tnLst>
          </p:tmpl>
        </p:tmplLst>
      </p:bldP>
      <p:bldP spid="28" grpId="0" animBg="1"/>
      <p:bldP spid="29" grpId="0" animBg="1">
        <p:tmplLst>
          <p:tmpl>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P spid="30" grpId="0" animBg="1"/>
      <p:bldP spid="31" grpId="0">
        <p:tmplLst>
          <p:tmpl>
            <p:tnLst>
              <p:par>
                <p:cTn presetID="22" presetClass="entr" presetSubtype="8"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wipe(left)">
                      <p:cBhvr>
                        <p:cTn dur="500"/>
                        <p:tgtEl>
                          <p:spTgt spid="31"/>
                        </p:tgtEl>
                      </p:cBhvr>
                    </p:animEffect>
                  </p:childTnLst>
                </p:cTn>
              </p:par>
            </p:tnLst>
          </p:tmpl>
        </p:tmplLst>
      </p:bldP>
      <p:bldP spid="32" grpId="0" build="p">
        <p:tmplLst>
          <p:tmpl lvl="1">
            <p:tnLst>
              <p:par>
                <p:cTn presetID="2" presetClass="entr" presetSubtype="2" decel="10000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1+#ppt_w/2"/>
                          </p:val>
                        </p:tav>
                        <p:tav tm="100000">
                          <p:val>
                            <p:strVal val="#ppt_x"/>
                          </p:val>
                        </p:tav>
                      </p:tavLst>
                    </p:anim>
                    <p:anim calcmode="lin" valueType="num">
                      <p:cBhvr additive="base">
                        <p:cTn dur="500" fill="hold"/>
                        <p:tgtEl>
                          <p:spTgt spid="32"/>
                        </p:tgtEl>
                        <p:attrNameLst>
                          <p:attrName>ppt_y</p:attrName>
                        </p:attrNameLst>
                      </p:cBhvr>
                      <p:tavLst>
                        <p:tav tm="0">
                          <p:val>
                            <p:strVal val="#ppt_y"/>
                          </p:val>
                        </p:tav>
                        <p:tav tm="100000">
                          <p:val>
                            <p:strVal val="#ppt_y"/>
                          </p:val>
                        </p:tav>
                      </p:tavLst>
                    </p:anim>
                  </p:childTnLst>
                </p:cTn>
              </p:par>
            </p:tnLst>
          </p:tmpl>
        </p:tmplLst>
      </p:bldP>
      <p:bldP spid="33" grpId="0" build="p">
        <p:tmplLst>
          <p:tmpl lvl="1">
            <p:tnLst>
              <p:par>
                <p:cTn presetID="2" presetClass="entr" presetSubtype="4" decel="10000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P spid="34" grpId="0" animBg="1"/>
      <p:bldP spid="35" grpId="0" animBg="1">
        <p:tmplLst>
          <p:tmpl>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animBg="1"/>
      <p:bldP spid="37" grpId="0">
        <p:tmplLst>
          <p:tmpl>
            <p:tnLst>
              <p:par>
                <p:cTn presetID="22" presetClass="entr" presetSubtype="8"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P spid="38" grpId="0" build="p">
        <p:tmplLst>
          <p:tmpl lvl="1">
            <p:tnLst>
              <p:par>
                <p:cTn presetID="2" presetClass="entr" presetSubtype="2"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1+#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39" grpId="0" build="p">
        <p:tmplLst>
          <p:tmpl lvl="1">
            <p:tnLst>
              <p:par>
                <p:cTn presetID="2" presetClass="entr" presetSubtype="4" decel="10000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ppt_x"/>
                          </p:val>
                        </p:tav>
                        <p:tav tm="100000">
                          <p:val>
                            <p:strVal val="#ppt_x"/>
                          </p:val>
                        </p:tav>
                      </p:tavLst>
                    </p:anim>
                    <p:anim calcmode="lin" valueType="num">
                      <p:cBhvr additive="base">
                        <p:cTn dur="500" fill="hold"/>
                        <p:tgtEl>
                          <p:spTgt spid="39"/>
                        </p:tgtEl>
                        <p:attrNameLst>
                          <p:attrName>ppt_y</p:attrName>
                        </p:attrNameLst>
                      </p:cBhvr>
                      <p:tavLst>
                        <p:tav tm="0">
                          <p:val>
                            <p:strVal val="1+#ppt_h/2"/>
                          </p:val>
                        </p:tav>
                        <p:tav tm="100000">
                          <p:val>
                            <p:strVal val="#ppt_y"/>
                          </p:val>
                        </p:tav>
                      </p:tavLst>
                    </p:anim>
                  </p:childTnLst>
                </p:cTn>
              </p:par>
            </p:tnLst>
          </p:tmpl>
        </p:tmplLst>
      </p:bldP>
      <p:bldP spid="40" grpId="0" animBg="1"/>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ig Image &amp; Text">
    <p:spTree>
      <p:nvGrpSpPr>
        <p:cNvPr id="1" name=""/>
        <p:cNvGrpSpPr/>
        <p:nvPr/>
      </p:nvGrpSpPr>
      <p:grpSpPr>
        <a:xfrm>
          <a:off x="0" y="0"/>
          <a:ext cx="0" cy="0"/>
          <a:chOff x="0" y="0"/>
          <a:chExt cx="0" cy="0"/>
        </a:xfrm>
      </p:grpSpPr>
      <p:sp>
        <p:nvSpPr>
          <p:cNvPr id="41" name="正方形/長方形 40"/>
          <p:cNvSpPr/>
          <p:nvPr userDrawn="1"/>
        </p:nvSpPr>
        <p:spPr>
          <a:xfrm>
            <a:off x="0" y="0"/>
            <a:ext cx="9142414" cy="10286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図プレースホルダー 3"/>
          <p:cNvSpPr>
            <a:spLocks noGrp="1"/>
          </p:cNvSpPr>
          <p:nvPr>
            <p:ph type="pic" sz="quarter" idx="12" hasCustomPrompt="1"/>
          </p:nvPr>
        </p:nvSpPr>
        <p:spPr>
          <a:xfrm>
            <a:off x="-1" y="0"/>
            <a:ext cx="8999191" cy="10287000"/>
          </a:xfrm>
          <a:noFill/>
        </p:spPr>
        <p:txBody>
          <a:bodyPr/>
          <a:lstStyle>
            <a:lvl1pPr>
              <a:defRPr/>
            </a:lvl1pPr>
          </a:lstStyle>
          <a:p>
            <a:r>
              <a:rPr kumimoji="1" lang="en-US" altLang="ja-JP" dirty="0"/>
              <a:t>Add an image</a:t>
            </a:r>
            <a:endParaRPr kumimoji="1" lang="ja-JP" altLang="en-US" dirty="0"/>
          </a:p>
        </p:txBody>
      </p:sp>
      <p:sp>
        <p:nvSpPr>
          <p:cNvPr id="6" name="タイトル プレースホルダー 1"/>
          <p:cNvSpPr>
            <a:spLocks noGrp="1"/>
          </p:cNvSpPr>
          <p:nvPr>
            <p:ph type="title" hasCustomPrompt="1"/>
          </p:nvPr>
        </p:nvSpPr>
        <p:spPr>
          <a:xfrm>
            <a:off x="9575254" y="1364343"/>
            <a:ext cx="7990959" cy="3096985"/>
          </a:xfrm>
          <a:prstGeom prst="rect">
            <a:avLst/>
          </a:prstGeom>
        </p:spPr>
        <p:txBody>
          <a:bodyPr vert="horz" lIns="163275" tIns="81638" rIns="163275" bIns="81638" rtlCol="0" anchor="b">
            <a:normAutofit/>
          </a:bodyPr>
          <a:lstStyle>
            <a:lvl1pPr>
              <a:defRPr baseline="0"/>
            </a:lvl1pPr>
          </a:lstStyle>
          <a:p>
            <a:r>
              <a:rPr kumimoji="1" lang="en-US" altLang="ja-JP" dirty="0"/>
              <a:t>Slide Title Goes Here</a:t>
            </a:r>
            <a:endParaRPr kumimoji="1" lang="ja-JP" altLang="en-US" dirty="0"/>
          </a:p>
        </p:txBody>
      </p:sp>
      <p:sp>
        <p:nvSpPr>
          <p:cNvPr id="8" name="正方形/長方形 7"/>
          <p:cNvSpPr/>
          <p:nvPr userDrawn="1"/>
        </p:nvSpPr>
        <p:spPr>
          <a:xfrm>
            <a:off x="9719270" y="4497389"/>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プレースホルダー 6"/>
          <p:cNvSpPr>
            <a:spLocks noGrp="1"/>
          </p:cNvSpPr>
          <p:nvPr>
            <p:ph type="body" sz="quarter" idx="24" hasCustomPrompt="1"/>
          </p:nvPr>
        </p:nvSpPr>
        <p:spPr>
          <a:xfrm>
            <a:off x="9593943" y="4702627"/>
            <a:ext cx="7996244" cy="3018971"/>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2"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13117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randombar(horizontal)">
                                      <p:cBhvr>
                                        <p:cTn id="7" dur="500"/>
                                        <p:tgtEl>
                                          <p:spTgt spid="41"/>
                                        </p:tgtEl>
                                      </p:cBhvr>
                                    </p:animEffect>
                                  </p:childTnLst>
                                </p:cTn>
                              </p:par>
                              <p:par>
                                <p:cTn id="8" presetID="14" presetClass="entr" presetSubtype="1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par>
                                <p:cTn id="11" presetID="2" presetClass="entr" presetSubtype="3" decel="100000" fill="hold" grpId="0" nodeType="withEffect">
                                  <p:stCondLst>
                                    <p:cond delay="1250"/>
                                  </p:stCondLst>
                                  <p:iterate type="wd">
                                    <p:tmPct val="10000"/>
                                  </p:iterate>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par>
                          <p:cTn id="15" fill="hold">
                            <p:stCondLst>
                              <p:cond delay="1900"/>
                            </p:stCondLst>
                            <p:childTnLst>
                              <p:par>
                                <p:cTn id="16" presetID="2" presetClass="entr" presetSubtype="2" decel="10000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par>
                                <p:cTn id="20" presetID="2" presetClass="entr" presetSubtype="4" decel="100000" fill="hold" grpId="0" nodeType="with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 calcmode="lin" valueType="num">
                                      <p:cBhvr additive="base">
                                        <p:cTn id="22"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5" grpId="0"/>
      <p:bldP spid="6" grpId="0"/>
      <p:bldP spid="8" grpId="0" animBg="1"/>
      <p:bldP spid="15" grpId="0" build="p">
        <p:tmplLst>
          <p:tmpl lvl="1">
            <p:tnLst>
              <p:par>
                <p:cTn presetID="2" presetClass="entr" presetSubtype="4" decel="10000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ig text &amp; Description">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0" y="0"/>
            <a:ext cx="9142414" cy="10286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p:cNvSpPr>
            <a:spLocks noGrp="1"/>
          </p:cNvSpPr>
          <p:nvPr>
            <p:ph type="title" hasCustomPrompt="1"/>
          </p:nvPr>
        </p:nvSpPr>
        <p:spPr>
          <a:xfrm>
            <a:off x="610767" y="1173479"/>
            <a:ext cx="7920880" cy="8207948"/>
          </a:xfrm>
        </p:spPr>
        <p:txBody>
          <a:bodyPr>
            <a:normAutofit/>
          </a:bodyPr>
          <a:lstStyle>
            <a:lvl1pPr algn="ctr">
              <a:defRPr sz="7200">
                <a:solidFill>
                  <a:schemeClr val="bg1"/>
                </a:solidFill>
                <a:latin typeface="Route 159 UltraLight" pitchFamily="50" charset="0"/>
              </a:defRPr>
            </a:lvl1pPr>
          </a:lstStyle>
          <a:p>
            <a:r>
              <a:rPr kumimoji="1" lang="en-US" altLang="ja-JP" dirty="0"/>
              <a:t>Text</a:t>
            </a:r>
            <a:endParaRPr kumimoji="1" lang="ja-JP" altLang="en-US" dirty="0"/>
          </a:p>
        </p:txBody>
      </p:sp>
      <p:sp>
        <p:nvSpPr>
          <p:cNvPr id="7" name="テキスト プレースホルダー 6"/>
          <p:cNvSpPr>
            <a:spLocks noGrp="1"/>
          </p:cNvSpPr>
          <p:nvPr>
            <p:ph type="body" sz="quarter" idx="24" hasCustomPrompt="1"/>
          </p:nvPr>
        </p:nvSpPr>
        <p:spPr>
          <a:xfrm>
            <a:off x="9593943" y="2486299"/>
            <a:ext cx="7996244" cy="5314402"/>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95090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 presetClass="entr" presetSubtype="12" decel="100000" fill="hold" grpId="0" nodeType="afterEffect">
                                  <p:stCondLst>
                                    <p:cond delay="0"/>
                                  </p:stCondLst>
                                  <p:iterate type="wd">
                                    <p:tmPct val="10000"/>
                                  </p:iterate>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 calcmode="lin" valueType="num">
                                      <p:cBhvr additive="base">
                                        <p:cTn id="1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build="p">
        <p:tmplLst>
          <p:tmpl lvl="1">
            <p:tnLst>
              <p:par>
                <p:cTn presetID="2" presetClass="entr" presetSubtype="4" decel="100000" fill="hold" nodeType="with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lking">
    <p:spTree>
      <p:nvGrpSpPr>
        <p:cNvPr id="1" name=""/>
        <p:cNvGrpSpPr/>
        <p:nvPr/>
      </p:nvGrpSpPr>
      <p:grpSpPr>
        <a:xfrm>
          <a:off x="0" y="0"/>
          <a:ext cx="0" cy="0"/>
          <a:chOff x="0" y="0"/>
          <a:chExt cx="0" cy="0"/>
        </a:xfrm>
      </p:grpSpPr>
      <p:sp>
        <p:nvSpPr>
          <p:cNvPr id="9" name="正方形/長方形 8"/>
          <p:cNvSpPr/>
          <p:nvPr userDrawn="1"/>
        </p:nvSpPr>
        <p:spPr>
          <a:xfrm>
            <a:off x="0" y="1"/>
            <a:ext cx="18286413" cy="51435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5" name="図プレースホルダー 2"/>
          <p:cNvSpPr>
            <a:spLocks noGrp="1"/>
          </p:cNvSpPr>
          <p:nvPr>
            <p:ph type="pic" sz="quarter" idx="12" hasCustomPrompt="1"/>
          </p:nvPr>
        </p:nvSpPr>
        <p:spPr>
          <a:xfrm>
            <a:off x="928688" y="0"/>
            <a:ext cx="8213725" cy="10287000"/>
          </a:xfrm>
        </p:spPr>
        <p:txBody>
          <a:bodyPr>
            <a:normAutofit/>
          </a:bodyPr>
          <a:lstStyle>
            <a:lvl1pPr>
              <a:defRPr sz="2000"/>
            </a:lvl1pPr>
          </a:lstStyle>
          <a:p>
            <a:r>
              <a:rPr kumimoji="1" lang="en-US" altLang="ja-JP" dirty="0"/>
              <a:t>Add an image</a:t>
            </a:r>
            <a:endParaRPr kumimoji="1" lang="ja-JP" altLang="en-US" dirty="0"/>
          </a:p>
        </p:txBody>
      </p:sp>
      <p:sp>
        <p:nvSpPr>
          <p:cNvPr id="6" name="タイトル プレースホルダー 1"/>
          <p:cNvSpPr>
            <a:spLocks noGrp="1"/>
          </p:cNvSpPr>
          <p:nvPr>
            <p:ph type="title" hasCustomPrompt="1"/>
          </p:nvPr>
        </p:nvSpPr>
        <p:spPr>
          <a:xfrm>
            <a:off x="9575254" y="829993"/>
            <a:ext cx="7990959" cy="4215032"/>
          </a:xfrm>
          <a:prstGeom prst="rect">
            <a:avLst/>
          </a:prstGeom>
        </p:spPr>
        <p:txBody>
          <a:bodyPr vert="horz" lIns="163275" tIns="81638" rIns="163275" bIns="81638" rtlCol="0" anchor="b">
            <a:normAutofit/>
          </a:bodyPr>
          <a:lstStyle>
            <a:lvl1pPr>
              <a:defRPr baseline="0">
                <a:solidFill>
                  <a:schemeClr val="bg1"/>
                </a:solidFill>
              </a:defRPr>
            </a:lvl1pPr>
          </a:lstStyle>
          <a:p>
            <a:r>
              <a:rPr kumimoji="1" lang="en-US" altLang="ja-JP" dirty="0"/>
              <a:t>Slide Title Goes Here</a:t>
            </a:r>
            <a:endParaRPr kumimoji="1" lang="ja-JP" altLang="en-US" dirty="0"/>
          </a:p>
        </p:txBody>
      </p:sp>
      <p:sp>
        <p:nvSpPr>
          <p:cNvPr id="7" name="正方形/長方形 6"/>
          <p:cNvSpPr/>
          <p:nvPr userDrawn="1"/>
        </p:nvSpPr>
        <p:spPr>
          <a:xfrm>
            <a:off x="9719270" y="5376509"/>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6"/>
          <p:cNvSpPr>
            <a:spLocks noGrp="1"/>
          </p:cNvSpPr>
          <p:nvPr>
            <p:ph type="body" sz="quarter" idx="24" hasCustomPrompt="1"/>
          </p:nvPr>
        </p:nvSpPr>
        <p:spPr>
          <a:xfrm>
            <a:off x="9593943" y="5497339"/>
            <a:ext cx="7996244" cy="3018971"/>
          </a:xfrm>
        </p:spPr>
        <p:txBody>
          <a:bodyPr anchor="t">
            <a:noAutofit/>
          </a:bodyPr>
          <a:lstStyle>
            <a:lvl1pPr algn="l">
              <a:defRPr sz="2000" i="0" baseline="0">
                <a:solidFill>
                  <a:schemeClr val="bg1">
                    <a:lumMod val="85000"/>
                  </a:schemeClr>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25802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outVertical)">
                                      <p:cBhvr>
                                        <p:cTn id="11" dur="500"/>
                                        <p:tgtEl>
                                          <p:spTgt spid="9"/>
                                        </p:tgtEl>
                                      </p:cBhvr>
                                    </p:animEffect>
                                  </p:childTnLst>
                                </p:cTn>
                              </p:par>
                            </p:childTnLst>
                          </p:cTn>
                        </p:par>
                        <p:par>
                          <p:cTn id="12" fill="hold">
                            <p:stCondLst>
                              <p:cond delay="1000"/>
                            </p:stCondLst>
                            <p:childTnLst>
                              <p:par>
                                <p:cTn id="13" presetID="2" presetClass="entr" presetSubtype="9" decel="100000" fill="hold" grpId="0" nodeType="afterEffect">
                                  <p:stCondLst>
                                    <p:cond delay="250"/>
                                  </p:stCondLst>
                                  <p:iterate type="wd">
                                    <p:tmPct val="10000"/>
                                  </p:iterate>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0-#ppt_h/2"/>
                                          </p:val>
                                        </p:tav>
                                        <p:tav tm="100000">
                                          <p:val>
                                            <p:strVal val="#ppt_y"/>
                                          </p:val>
                                        </p:tav>
                                      </p:tavLst>
                                    </p:anim>
                                  </p:childTnLst>
                                </p:cTn>
                              </p:par>
                            </p:childTnLst>
                          </p:cTn>
                        </p:par>
                        <p:par>
                          <p:cTn id="17" fill="hold">
                            <p:stCondLst>
                              <p:cond delay="1900"/>
                            </p:stCondLst>
                            <p:childTnLst>
                              <p:par>
                                <p:cTn id="18" presetID="2" presetClass="entr" presetSubtype="2" decel="100000" fill="hold" grpId="0" nodeType="afterEffect">
                                  <p:stCondLst>
                                    <p:cond delay="50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1+#ppt_w/2"/>
                                          </p:val>
                                        </p:tav>
                                        <p:tav tm="100000">
                                          <p:val>
                                            <p:strVal val="#ppt_x"/>
                                          </p:val>
                                        </p:tav>
                                      </p:tavLst>
                                    </p:anim>
                                    <p:anim calcmode="lin" valueType="num">
                                      <p:cBhvr additive="base">
                                        <p:cTn id="21" dur="500" fill="hold"/>
                                        <p:tgtEl>
                                          <p:spTgt spid="7"/>
                                        </p:tgtEl>
                                        <p:attrNameLst>
                                          <p:attrName>ppt_y</p:attrName>
                                        </p:attrNameLst>
                                      </p:cBhvr>
                                      <p:tavLst>
                                        <p:tav tm="0">
                                          <p:val>
                                            <p:strVal val="#ppt_y"/>
                                          </p:val>
                                        </p:tav>
                                        <p:tav tm="100000">
                                          <p:val>
                                            <p:strVal val="#ppt_y"/>
                                          </p:val>
                                        </p:tav>
                                      </p:tavLst>
                                    </p:anim>
                                  </p:childTnLst>
                                </p:cTn>
                              </p:par>
                              <p:par>
                                <p:cTn id="22" presetID="2" presetClass="entr" presetSubtype="4" decel="100000" fill="hold" grpId="0" nodeType="withEffect">
                                  <p:stCondLst>
                                    <p:cond delay="500"/>
                                  </p:stCondLst>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p:bldP spid="6" grpId="0"/>
      <p:bldP spid="7" grpId="0" animBg="1"/>
      <p:bldP spid="8" grpId="0" build="p">
        <p:tmplLst>
          <p:tmpl lvl="1">
            <p:tnLst>
              <p:par>
                <p:cTn presetID="2" presetClass="entr" presetSubtype="4" decel="100000"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mages, Icons and Descriptions">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dirty="0"/>
          </a:p>
        </p:txBody>
      </p:sp>
      <p:sp>
        <p:nvSpPr>
          <p:cNvPr id="5" name="図プレースホルダー 5"/>
          <p:cNvSpPr>
            <a:spLocks noGrp="1"/>
          </p:cNvSpPr>
          <p:nvPr>
            <p:ph type="pic" sz="quarter" idx="12" hasCustomPrompt="1"/>
          </p:nvPr>
        </p:nvSpPr>
        <p:spPr>
          <a:xfrm>
            <a:off x="38182" y="43542"/>
            <a:ext cx="3600000" cy="4615544"/>
          </a:xfrm>
        </p:spPr>
        <p:txBody>
          <a:bodyPr/>
          <a:lstStyle>
            <a:lvl1pPr>
              <a:defRPr sz="1800"/>
            </a:lvl1pPr>
          </a:lstStyle>
          <a:p>
            <a:r>
              <a:rPr kumimoji="1" lang="en-US" altLang="ja-JP" dirty="0"/>
              <a:t>Add an image</a:t>
            </a:r>
            <a:endParaRPr kumimoji="1" lang="ja-JP" altLang="en-US" dirty="0"/>
          </a:p>
        </p:txBody>
      </p:sp>
      <p:sp>
        <p:nvSpPr>
          <p:cNvPr id="6" name="図プレースホルダー 5"/>
          <p:cNvSpPr>
            <a:spLocks noGrp="1"/>
          </p:cNvSpPr>
          <p:nvPr>
            <p:ph type="pic" sz="quarter" idx="13" hasCustomPrompt="1"/>
          </p:nvPr>
        </p:nvSpPr>
        <p:spPr>
          <a:xfrm>
            <a:off x="3687753" y="4706599"/>
            <a:ext cx="3600000" cy="4615544"/>
          </a:xfrm>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7" name="図プレースホルダー 5"/>
          <p:cNvSpPr>
            <a:spLocks noGrp="1"/>
          </p:cNvSpPr>
          <p:nvPr>
            <p:ph type="pic" sz="quarter" idx="14" hasCustomPrompt="1"/>
          </p:nvPr>
        </p:nvSpPr>
        <p:spPr>
          <a:xfrm>
            <a:off x="7337324" y="43542"/>
            <a:ext cx="3600000" cy="4615544"/>
          </a:xfrm>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8" name="図プレースホルダー 5"/>
          <p:cNvSpPr>
            <a:spLocks noGrp="1"/>
          </p:cNvSpPr>
          <p:nvPr>
            <p:ph type="pic" sz="quarter" idx="15" hasCustomPrompt="1"/>
          </p:nvPr>
        </p:nvSpPr>
        <p:spPr>
          <a:xfrm>
            <a:off x="10988185" y="4706943"/>
            <a:ext cx="3600000" cy="4615544"/>
          </a:xfrm>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9" name="図プレースホルダー 5"/>
          <p:cNvSpPr>
            <a:spLocks noGrp="1"/>
          </p:cNvSpPr>
          <p:nvPr>
            <p:ph type="pic" sz="quarter" idx="16" hasCustomPrompt="1"/>
          </p:nvPr>
        </p:nvSpPr>
        <p:spPr>
          <a:xfrm>
            <a:off x="14636467" y="43542"/>
            <a:ext cx="3600000" cy="4615544"/>
          </a:xfrm>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0" name="正方形/長方形 9"/>
          <p:cNvSpPr/>
          <p:nvPr userDrawn="1"/>
        </p:nvSpPr>
        <p:spPr>
          <a:xfrm>
            <a:off x="38182" y="4706943"/>
            <a:ext cx="3600000" cy="4615200"/>
          </a:xfrm>
          <a:prstGeom prst="rect">
            <a:avLst/>
          </a:prstGeom>
          <a:solidFill>
            <a:schemeClr val="accent2"/>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1" name="正方形/長方形 10"/>
          <p:cNvSpPr/>
          <p:nvPr userDrawn="1"/>
        </p:nvSpPr>
        <p:spPr>
          <a:xfrm>
            <a:off x="3687753" y="43886"/>
            <a:ext cx="3600000" cy="4615200"/>
          </a:xfrm>
          <a:prstGeom prst="rect">
            <a:avLst/>
          </a:prstGeom>
          <a:solidFill>
            <a:schemeClr val="accent3"/>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2" name="正方形/長方形 11"/>
          <p:cNvSpPr/>
          <p:nvPr userDrawn="1"/>
        </p:nvSpPr>
        <p:spPr>
          <a:xfrm>
            <a:off x="7337324" y="4706943"/>
            <a:ext cx="3600000" cy="4615200"/>
          </a:xfrm>
          <a:prstGeom prst="rect">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3" name="正方形/長方形 12"/>
          <p:cNvSpPr/>
          <p:nvPr userDrawn="1"/>
        </p:nvSpPr>
        <p:spPr>
          <a:xfrm>
            <a:off x="10988185" y="43886"/>
            <a:ext cx="3600000" cy="4615200"/>
          </a:xfrm>
          <a:prstGeom prst="rect">
            <a:avLst/>
          </a:prstGeom>
          <a:solidFill>
            <a:schemeClr val="accent4"/>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4" name="正方形/長方形 13"/>
          <p:cNvSpPr/>
          <p:nvPr userDrawn="1"/>
        </p:nvSpPr>
        <p:spPr>
          <a:xfrm>
            <a:off x="14636467" y="4707287"/>
            <a:ext cx="3600000" cy="4615200"/>
          </a:xfrm>
          <a:prstGeom prst="rect">
            <a:avLst/>
          </a:prstGeom>
          <a:solidFill>
            <a:schemeClr val="accent5"/>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 name="図プレースホルダー 7"/>
          <p:cNvSpPr>
            <a:spLocks noGrp="1"/>
          </p:cNvSpPr>
          <p:nvPr>
            <p:ph type="pic" sz="quarter" idx="17" hasCustomPrompt="1"/>
          </p:nvPr>
        </p:nvSpPr>
        <p:spPr>
          <a:xfrm>
            <a:off x="1454109" y="5122780"/>
            <a:ext cx="784532" cy="784532"/>
          </a:xfrm>
        </p:spPr>
        <p:txBody>
          <a:bodyPr>
            <a:normAutofit/>
          </a:bodyPr>
          <a:lstStyle>
            <a:lvl1pPr>
              <a:defRPr sz="1200"/>
            </a:lvl1pPr>
          </a:lstStyle>
          <a:p>
            <a:r>
              <a:rPr kumimoji="1" lang="en-US" altLang="ja-JP" dirty="0"/>
              <a:t>ICON</a:t>
            </a:r>
            <a:endParaRPr kumimoji="1" lang="ja-JP" altLang="en-US" dirty="0"/>
          </a:p>
        </p:txBody>
      </p:sp>
      <p:sp>
        <p:nvSpPr>
          <p:cNvPr id="16" name="図プレースホルダー 7"/>
          <p:cNvSpPr>
            <a:spLocks noGrp="1"/>
          </p:cNvSpPr>
          <p:nvPr>
            <p:ph type="pic" sz="quarter" idx="18" hasCustomPrompt="1"/>
          </p:nvPr>
        </p:nvSpPr>
        <p:spPr>
          <a:xfrm>
            <a:off x="5103679" y="510178"/>
            <a:ext cx="784532" cy="784532"/>
          </a:xfrm>
        </p:spPr>
        <p:txBody>
          <a:bodyPr>
            <a:normAutofit/>
          </a:bodyPr>
          <a:lstStyle>
            <a:lvl1pPr>
              <a:defRPr sz="1200"/>
            </a:lvl1pPr>
          </a:lstStyle>
          <a:p>
            <a:r>
              <a:rPr kumimoji="1" lang="en-US" altLang="ja-JP" dirty="0"/>
              <a:t>ICON</a:t>
            </a:r>
            <a:endParaRPr kumimoji="1" lang="ja-JP" altLang="en-US" dirty="0"/>
          </a:p>
        </p:txBody>
      </p:sp>
      <p:sp>
        <p:nvSpPr>
          <p:cNvPr id="17" name="図プレースホルダー 7"/>
          <p:cNvSpPr>
            <a:spLocks noGrp="1"/>
          </p:cNvSpPr>
          <p:nvPr>
            <p:ph type="pic" sz="quarter" idx="19" hasCustomPrompt="1"/>
          </p:nvPr>
        </p:nvSpPr>
        <p:spPr>
          <a:xfrm>
            <a:off x="8753250" y="5122780"/>
            <a:ext cx="784532" cy="784532"/>
          </a:xfrm>
        </p:spPr>
        <p:txBody>
          <a:bodyPr>
            <a:normAutofit/>
          </a:bodyPr>
          <a:lstStyle>
            <a:lvl1pPr>
              <a:defRPr sz="1200"/>
            </a:lvl1pPr>
          </a:lstStyle>
          <a:p>
            <a:r>
              <a:rPr kumimoji="1" lang="en-US" altLang="ja-JP" dirty="0"/>
              <a:t>ICON</a:t>
            </a:r>
            <a:endParaRPr kumimoji="1" lang="ja-JP" altLang="en-US" dirty="0"/>
          </a:p>
        </p:txBody>
      </p:sp>
      <p:sp>
        <p:nvSpPr>
          <p:cNvPr id="18" name="図プレースホルダー 7"/>
          <p:cNvSpPr>
            <a:spLocks noGrp="1"/>
          </p:cNvSpPr>
          <p:nvPr>
            <p:ph type="pic" sz="quarter" idx="20" hasCustomPrompt="1"/>
          </p:nvPr>
        </p:nvSpPr>
        <p:spPr>
          <a:xfrm>
            <a:off x="16052393" y="5122780"/>
            <a:ext cx="784532" cy="784532"/>
          </a:xfrm>
        </p:spPr>
        <p:txBody>
          <a:bodyPr>
            <a:normAutofit/>
          </a:bodyPr>
          <a:lstStyle>
            <a:lvl1pPr>
              <a:defRPr sz="1200"/>
            </a:lvl1pPr>
          </a:lstStyle>
          <a:p>
            <a:r>
              <a:rPr kumimoji="1" lang="en-US" altLang="ja-JP" dirty="0"/>
              <a:t>ICON</a:t>
            </a:r>
            <a:endParaRPr kumimoji="1" lang="ja-JP" altLang="en-US" dirty="0"/>
          </a:p>
        </p:txBody>
      </p:sp>
      <p:sp>
        <p:nvSpPr>
          <p:cNvPr id="19" name="図プレースホルダー 7"/>
          <p:cNvSpPr>
            <a:spLocks noGrp="1"/>
          </p:cNvSpPr>
          <p:nvPr>
            <p:ph type="pic" sz="quarter" idx="21" hasCustomPrompt="1"/>
          </p:nvPr>
        </p:nvSpPr>
        <p:spPr>
          <a:xfrm>
            <a:off x="12404112" y="510178"/>
            <a:ext cx="784532" cy="784532"/>
          </a:xfrm>
        </p:spPr>
        <p:txBody>
          <a:bodyPr>
            <a:normAutofit/>
          </a:bodyPr>
          <a:lstStyle>
            <a:lvl1pPr>
              <a:defRPr sz="1200"/>
            </a:lvl1pPr>
          </a:lstStyle>
          <a:p>
            <a:r>
              <a:rPr kumimoji="1" lang="en-US" altLang="ja-JP" dirty="0"/>
              <a:t>ICON</a:t>
            </a:r>
            <a:endParaRPr kumimoji="1" lang="ja-JP" altLang="en-US" dirty="0"/>
          </a:p>
        </p:txBody>
      </p:sp>
      <p:sp>
        <p:nvSpPr>
          <p:cNvPr id="20" name="テキスト プレースホルダー 11"/>
          <p:cNvSpPr>
            <a:spLocks noGrp="1"/>
          </p:cNvSpPr>
          <p:nvPr>
            <p:ph type="body" sz="quarter" idx="22" hasCustomPrompt="1"/>
          </p:nvPr>
        </p:nvSpPr>
        <p:spPr>
          <a:xfrm>
            <a:off x="41589" y="5908320"/>
            <a:ext cx="3538537" cy="598397"/>
          </a:xfrm>
        </p:spPr>
        <p:txBody>
          <a:bodyPr anchor="t">
            <a:noAutofit/>
          </a:bodyPr>
          <a:lstStyle>
            <a:lvl1pPr algn="ctr">
              <a:lnSpc>
                <a:spcPct val="100000"/>
              </a:lnSpc>
              <a:spcBef>
                <a:spcPts val="0"/>
              </a:spcBef>
              <a:defRPr sz="2800" spc="0" baseline="0">
                <a:solidFill>
                  <a:schemeClr val="bg1"/>
                </a:solidFill>
                <a:latin typeface="Route 159 SemiBold" pitchFamily="50" charset="0"/>
              </a:defRPr>
            </a:lvl1pPr>
          </a:lstStyle>
          <a:p>
            <a:pPr lvl="0"/>
            <a:r>
              <a:rPr lang="en-US" altLang="ja-JP" dirty="0"/>
              <a:t>Text Here</a:t>
            </a:r>
            <a:endParaRPr lang="en-US" dirty="0"/>
          </a:p>
        </p:txBody>
      </p:sp>
      <p:sp>
        <p:nvSpPr>
          <p:cNvPr id="21" name="テキスト プレースホルダー 11"/>
          <p:cNvSpPr>
            <a:spLocks noGrp="1"/>
          </p:cNvSpPr>
          <p:nvPr>
            <p:ph type="body" sz="quarter" idx="23" hasCustomPrompt="1"/>
          </p:nvPr>
        </p:nvSpPr>
        <p:spPr>
          <a:xfrm>
            <a:off x="213781" y="6535743"/>
            <a:ext cx="3182561" cy="2438400"/>
          </a:xfrm>
        </p:spPr>
        <p:txBody>
          <a:bodyPr anchor="t">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2" name="テキスト プレースホルダー 11"/>
          <p:cNvSpPr>
            <a:spLocks noGrp="1"/>
          </p:cNvSpPr>
          <p:nvPr>
            <p:ph type="body" sz="quarter" idx="24" hasCustomPrompt="1"/>
          </p:nvPr>
        </p:nvSpPr>
        <p:spPr>
          <a:xfrm>
            <a:off x="3734702" y="1281205"/>
            <a:ext cx="3538537" cy="598397"/>
          </a:xfrm>
        </p:spPr>
        <p:txBody>
          <a:bodyPr anchor="t">
            <a:noAutofit/>
          </a:bodyPr>
          <a:lstStyle>
            <a:lvl1pPr algn="ctr">
              <a:lnSpc>
                <a:spcPct val="100000"/>
              </a:lnSpc>
              <a:spcBef>
                <a:spcPts val="0"/>
              </a:spcBef>
              <a:defRPr sz="2800" spc="0" baseline="0">
                <a:solidFill>
                  <a:schemeClr val="bg1"/>
                </a:solidFill>
                <a:latin typeface="Route 159 SemiBold" pitchFamily="50" charset="0"/>
              </a:defRPr>
            </a:lvl1pPr>
          </a:lstStyle>
          <a:p>
            <a:pPr lvl="0"/>
            <a:r>
              <a:rPr lang="en-US" altLang="ja-JP" dirty="0"/>
              <a:t>Text Here</a:t>
            </a:r>
            <a:endParaRPr lang="en-US" dirty="0"/>
          </a:p>
        </p:txBody>
      </p:sp>
      <p:sp>
        <p:nvSpPr>
          <p:cNvPr id="23" name="テキスト プレースホルダー 11"/>
          <p:cNvSpPr>
            <a:spLocks noGrp="1"/>
          </p:cNvSpPr>
          <p:nvPr>
            <p:ph type="body" sz="quarter" idx="25" hasCustomPrompt="1"/>
          </p:nvPr>
        </p:nvSpPr>
        <p:spPr>
          <a:xfrm>
            <a:off x="3906894" y="1908628"/>
            <a:ext cx="3182561" cy="2438400"/>
          </a:xfrm>
        </p:spPr>
        <p:txBody>
          <a:bodyPr anchor="t">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4" name="テキスト プレースホルダー 11"/>
          <p:cNvSpPr>
            <a:spLocks noGrp="1"/>
          </p:cNvSpPr>
          <p:nvPr>
            <p:ph type="body" sz="quarter" idx="26" hasCustomPrompt="1"/>
          </p:nvPr>
        </p:nvSpPr>
        <p:spPr>
          <a:xfrm>
            <a:off x="11035134" y="1281206"/>
            <a:ext cx="3538537" cy="598397"/>
          </a:xfrm>
        </p:spPr>
        <p:txBody>
          <a:bodyPr anchor="t">
            <a:noAutofit/>
          </a:bodyPr>
          <a:lstStyle>
            <a:lvl1pPr algn="ctr">
              <a:lnSpc>
                <a:spcPct val="100000"/>
              </a:lnSpc>
              <a:spcBef>
                <a:spcPts val="0"/>
              </a:spcBef>
              <a:defRPr sz="2800" spc="0" baseline="0">
                <a:solidFill>
                  <a:schemeClr val="bg1"/>
                </a:solidFill>
                <a:latin typeface="Route 159 SemiBold" pitchFamily="50" charset="0"/>
              </a:defRPr>
            </a:lvl1pPr>
          </a:lstStyle>
          <a:p>
            <a:pPr lvl="0"/>
            <a:r>
              <a:rPr lang="en-US" altLang="ja-JP" dirty="0"/>
              <a:t>Text Here</a:t>
            </a:r>
            <a:endParaRPr lang="en-US" dirty="0"/>
          </a:p>
        </p:txBody>
      </p:sp>
      <p:sp>
        <p:nvSpPr>
          <p:cNvPr id="25" name="テキスト プレースホルダー 11"/>
          <p:cNvSpPr>
            <a:spLocks noGrp="1"/>
          </p:cNvSpPr>
          <p:nvPr>
            <p:ph type="body" sz="quarter" idx="27" hasCustomPrompt="1"/>
          </p:nvPr>
        </p:nvSpPr>
        <p:spPr>
          <a:xfrm>
            <a:off x="11207326" y="1908629"/>
            <a:ext cx="3182561" cy="2438400"/>
          </a:xfrm>
        </p:spPr>
        <p:txBody>
          <a:bodyPr anchor="t">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6" name="テキスト プレースホルダー 11"/>
          <p:cNvSpPr>
            <a:spLocks noGrp="1"/>
          </p:cNvSpPr>
          <p:nvPr>
            <p:ph type="body" sz="quarter" idx="28" hasCustomPrompt="1"/>
          </p:nvPr>
        </p:nvSpPr>
        <p:spPr>
          <a:xfrm>
            <a:off x="7367934" y="5908320"/>
            <a:ext cx="3538537" cy="598397"/>
          </a:xfrm>
        </p:spPr>
        <p:txBody>
          <a:bodyPr anchor="t">
            <a:noAutofit/>
          </a:bodyPr>
          <a:lstStyle>
            <a:lvl1pPr algn="ctr">
              <a:lnSpc>
                <a:spcPct val="100000"/>
              </a:lnSpc>
              <a:spcBef>
                <a:spcPts val="0"/>
              </a:spcBef>
              <a:defRPr sz="2800" spc="0" baseline="0">
                <a:solidFill>
                  <a:schemeClr val="bg1"/>
                </a:solidFill>
                <a:latin typeface="Route 159 SemiBold" pitchFamily="50" charset="0"/>
              </a:defRPr>
            </a:lvl1pPr>
          </a:lstStyle>
          <a:p>
            <a:pPr lvl="0"/>
            <a:r>
              <a:rPr lang="en-US" altLang="ja-JP" dirty="0"/>
              <a:t>Text Here</a:t>
            </a:r>
            <a:endParaRPr lang="en-US" dirty="0"/>
          </a:p>
        </p:txBody>
      </p:sp>
      <p:sp>
        <p:nvSpPr>
          <p:cNvPr id="27" name="テキスト プレースホルダー 11"/>
          <p:cNvSpPr>
            <a:spLocks noGrp="1"/>
          </p:cNvSpPr>
          <p:nvPr>
            <p:ph type="body" sz="quarter" idx="29" hasCustomPrompt="1"/>
          </p:nvPr>
        </p:nvSpPr>
        <p:spPr>
          <a:xfrm>
            <a:off x="7540126" y="6535743"/>
            <a:ext cx="3182561" cy="2438400"/>
          </a:xfrm>
        </p:spPr>
        <p:txBody>
          <a:bodyPr anchor="t">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8" name="テキスト プレースホルダー 11"/>
          <p:cNvSpPr>
            <a:spLocks noGrp="1"/>
          </p:cNvSpPr>
          <p:nvPr>
            <p:ph type="body" sz="quarter" idx="30" hasCustomPrompt="1"/>
          </p:nvPr>
        </p:nvSpPr>
        <p:spPr>
          <a:xfrm>
            <a:off x="14668366" y="5908321"/>
            <a:ext cx="3538537" cy="598397"/>
          </a:xfrm>
        </p:spPr>
        <p:txBody>
          <a:bodyPr anchor="t">
            <a:noAutofit/>
          </a:bodyPr>
          <a:lstStyle>
            <a:lvl1pPr algn="ctr">
              <a:lnSpc>
                <a:spcPct val="100000"/>
              </a:lnSpc>
              <a:spcBef>
                <a:spcPts val="0"/>
              </a:spcBef>
              <a:defRPr sz="2800" spc="0" baseline="0">
                <a:solidFill>
                  <a:schemeClr val="bg1"/>
                </a:solidFill>
                <a:latin typeface="Route 159 SemiBold" pitchFamily="50" charset="0"/>
              </a:defRPr>
            </a:lvl1pPr>
          </a:lstStyle>
          <a:p>
            <a:pPr lvl="0"/>
            <a:r>
              <a:rPr lang="en-US" altLang="ja-JP" dirty="0"/>
              <a:t>Text Here</a:t>
            </a:r>
            <a:endParaRPr lang="en-US" dirty="0"/>
          </a:p>
        </p:txBody>
      </p:sp>
      <p:sp>
        <p:nvSpPr>
          <p:cNvPr id="29" name="テキスト プレースホルダー 11"/>
          <p:cNvSpPr>
            <a:spLocks noGrp="1"/>
          </p:cNvSpPr>
          <p:nvPr>
            <p:ph type="body" sz="quarter" idx="31" hasCustomPrompt="1"/>
          </p:nvPr>
        </p:nvSpPr>
        <p:spPr>
          <a:xfrm>
            <a:off x="14840558" y="6535744"/>
            <a:ext cx="3182561" cy="2438400"/>
          </a:xfrm>
        </p:spPr>
        <p:txBody>
          <a:bodyPr anchor="t">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30" name="図プレースホルダー 37"/>
          <p:cNvSpPr>
            <a:spLocks noGrp="1"/>
          </p:cNvSpPr>
          <p:nvPr>
            <p:ph type="pic" sz="quarter" idx="32" hasCustomPrompt="1"/>
          </p:nvPr>
        </p:nvSpPr>
        <p:spPr>
          <a:xfrm>
            <a:off x="1574657" y="4401558"/>
            <a:ext cx="451795" cy="451795"/>
          </a:xfrm>
          <a:prstGeom prst="triangle">
            <a:avLst/>
          </a:prstGeom>
          <a:solidFill>
            <a:schemeClr val="accent2"/>
          </a:solidFill>
        </p:spPr>
        <p:txBody>
          <a:bodyPr/>
          <a:lstStyle/>
          <a:p>
            <a:r>
              <a:rPr kumimoji="1" lang="en-US" altLang="ja-JP" dirty="0"/>
              <a:t> </a:t>
            </a:r>
            <a:endParaRPr kumimoji="1" lang="ja-JP" altLang="en-US" dirty="0"/>
          </a:p>
        </p:txBody>
      </p:sp>
      <p:sp>
        <p:nvSpPr>
          <p:cNvPr id="31" name="図プレースホルダー 37"/>
          <p:cNvSpPr>
            <a:spLocks noGrp="1"/>
          </p:cNvSpPr>
          <p:nvPr>
            <p:ph type="pic" sz="quarter" idx="33" hasCustomPrompt="1"/>
          </p:nvPr>
        </p:nvSpPr>
        <p:spPr>
          <a:xfrm>
            <a:off x="8878888" y="4401558"/>
            <a:ext cx="451795" cy="451795"/>
          </a:xfrm>
          <a:prstGeom prst="triangle">
            <a:avLst/>
          </a:prstGeom>
          <a:solidFill>
            <a:schemeClr val="accent1"/>
          </a:solidFill>
        </p:spPr>
        <p:txBody>
          <a:bodyPr/>
          <a:lstStyle/>
          <a:p>
            <a:r>
              <a:rPr kumimoji="1" lang="en-US" altLang="ja-JP" dirty="0"/>
              <a:t> </a:t>
            </a:r>
            <a:endParaRPr kumimoji="1" lang="ja-JP" altLang="en-US" dirty="0"/>
          </a:p>
        </p:txBody>
      </p:sp>
      <p:sp>
        <p:nvSpPr>
          <p:cNvPr id="32" name="図プレースホルダー 37"/>
          <p:cNvSpPr>
            <a:spLocks noGrp="1"/>
          </p:cNvSpPr>
          <p:nvPr>
            <p:ph type="pic" sz="quarter" idx="34" hasCustomPrompt="1"/>
          </p:nvPr>
        </p:nvSpPr>
        <p:spPr>
          <a:xfrm>
            <a:off x="16172942" y="4401558"/>
            <a:ext cx="451795" cy="451795"/>
          </a:xfrm>
          <a:prstGeom prst="triangle">
            <a:avLst/>
          </a:prstGeom>
          <a:solidFill>
            <a:schemeClr val="accent5"/>
          </a:solidFill>
        </p:spPr>
        <p:txBody>
          <a:bodyPr/>
          <a:lstStyle/>
          <a:p>
            <a:r>
              <a:rPr kumimoji="1" lang="en-US" altLang="ja-JP" dirty="0"/>
              <a:t> </a:t>
            </a:r>
            <a:endParaRPr kumimoji="1" lang="ja-JP" altLang="en-US" dirty="0"/>
          </a:p>
        </p:txBody>
      </p:sp>
      <p:sp>
        <p:nvSpPr>
          <p:cNvPr id="33" name="図プレースホルダー 37"/>
          <p:cNvSpPr>
            <a:spLocks noGrp="1"/>
          </p:cNvSpPr>
          <p:nvPr>
            <p:ph type="pic" sz="quarter" idx="35" hasCustomPrompt="1"/>
          </p:nvPr>
        </p:nvSpPr>
        <p:spPr>
          <a:xfrm rot="10800000">
            <a:off x="5261856" y="4505027"/>
            <a:ext cx="451795" cy="451795"/>
          </a:xfrm>
          <a:prstGeom prst="triangle">
            <a:avLst/>
          </a:prstGeom>
          <a:solidFill>
            <a:schemeClr val="accent3"/>
          </a:solidFill>
        </p:spPr>
        <p:txBody>
          <a:bodyPr/>
          <a:lstStyle/>
          <a:p>
            <a:r>
              <a:rPr kumimoji="1" lang="en-US" altLang="ja-JP" dirty="0"/>
              <a:t> </a:t>
            </a:r>
            <a:endParaRPr kumimoji="1" lang="ja-JP" altLang="en-US" dirty="0"/>
          </a:p>
        </p:txBody>
      </p:sp>
      <p:sp>
        <p:nvSpPr>
          <p:cNvPr id="34" name="図プレースホルダー 37"/>
          <p:cNvSpPr>
            <a:spLocks noGrp="1"/>
          </p:cNvSpPr>
          <p:nvPr>
            <p:ph type="pic" sz="quarter" idx="36" hasCustomPrompt="1"/>
          </p:nvPr>
        </p:nvSpPr>
        <p:spPr>
          <a:xfrm rot="10800000">
            <a:off x="12524660" y="4505027"/>
            <a:ext cx="451795" cy="451795"/>
          </a:xfrm>
          <a:prstGeom prst="triangle">
            <a:avLst/>
          </a:prstGeom>
          <a:solidFill>
            <a:schemeClr val="accent4"/>
          </a:solidFill>
        </p:spPr>
        <p:txBody>
          <a:bodyPr/>
          <a:lstStyle/>
          <a:p>
            <a:r>
              <a:rPr kumimoji="1" lang="en-US" altLang="ja-JP" dirty="0"/>
              <a:t> </a:t>
            </a:r>
            <a:endParaRPr kumimoji="1" lang="ja-JP" altLang="en-US" dirty="0"/>
          </a:p>
        </p:txBody>
      </p:sp>
    </p:spTree>
    <p:extLst>
      <p:ext uri="{BB962C8B-B14F-4D97-AF65-F5344CB8AC3E}">
        <p14:creationId xmlns:p14="http://schemas.microsoft.com/office/powerpoint/2010/main" val="315378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par>
                                <p:cTn id="12" presetID="22" presetClass="entr" presetSubtype="4" fill="hold" grpId="0" nodeType="withEffect">
                                  <p:stCondLst>
                                    <p:cond delay="500"/>
                                  </p:stCondLst>
                                  <p:childTnLst>
                                    <p:set>
                                      <p:cBhvr>
                                        <p:cTn id="13" dur="1" fill="hold">
                                          <p:stCondLst>
                                            <p:cond delay="0"/>
                                          </p:stCondLst>
                                        </p:cTn>
                                        <p:tgtEl>
                                          <p:spTgt spid="30"/>
                                        </p:tgtEl>
                                        <p:attrNameLst>
                                          <p:attrName>style.visibility</p:attrName>
                                        </p:attrNameLst>
                                      </p:cBhvr>
                                      <p:to>
                                        <p:strVal val="visible"/>
                                      </p:to>
                                    </p:set>
                                    <p:animEffect transition="in" filter="wipe(down)">
                                      <p:cBhvr>
                                        <p:cTn id="14" dur="100"/>
                                        <p:tgtEl>
                                          <p:spTgt spid="30"/>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par>
                          <p:cTn id="24" fill="hold">
                            <p:stCondLst>
                              <p:cond delay="1500"/>
                            </p:stCondLst>
                            <p:childTnLst>
                              <p:par>
                                <p:cTn id="25" presetID="22" presetClass="entr" presetSubtype="4" fill="hold" grpId="0" nodeType="afterEffect">
                                  <p:stCondLst>
                                    <p:cond delay="25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par>
                          <p:cTn id="28" fill="hold">
                            <p:stCondLst>
                              <p:cond delay="2250"/>
                            </p:stCondLst>
                            <p:childTnLst>
                              <p:par>
                                <p:cTn id="29" presetID="22" presetClass="entr" presetSubtype="1"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par>
                          <p:cTn id="32" fill="hold">
                            <p:stCondLst>
                              <p:cond delay="2750"/>
                            </p:stCondLst>
                            <p:childTnLst>
                              <p:par>
                                <p:cTn id="33" presetID="22" presetClass="entr" presetSubtype="1" fill="hold" grpId="0"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wipe(up)">
                                      <p:cBhvr>
                                        <p:cTn id="35" dur="100"/>
                                        <p:tgtEl>
                                          <p:spTgt spid="3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par>
                          <p:cTn id="45" fill="hold">
                            <p:stCondLst>
                              <p:cond delay="3250"/>
                            </p:stCondLst>
                            <p:childTnLst>
                              <p:par>
                                <p:cTn id="46" presetID="22" presetClass="entr" presetSubtype="1" fill="hold" grpId="0" nodeType="afterEffect">
                                  <p:stCondLst>
                                    <p:cond delay="250"/>
                                  </p:stCondLst>
                                  <p:childTnLst>
                                    <p:set>
                                      <p:cBhvr>
                                        <p:cTn id="47" dur="1" fill="hold">
                                          <p:stCondLst>
                                            <p:cond delay="0"/>
                                          </p:stCondLst>
                                        </p:cTn>
                                        <p:tgtEl>
                                          <p:spTgt spid="7"/>
                                        </p:tgtEl>
                                        <p:attrNameLst>
                                          <p:attrName>style.visibility</p:attrName>
                                        </p:attrNameLst>
                                      </p:cBhvr>
                                      <p:to>
                                        <p:strVal val="visible"/>
                                      </p:to>
                                    </p:set>
                                    <p:animEffect transition="in" filter="wipe(up)">
                                      <p:cBhvr>
                                        <p:cTn id="48" dur="500"/>
                                        <p:tgtEl>
                                          <p:spTgt spid="7"/>
                                        </p:tgtEl>
                                      </p:cBhvr>
                                    </p:animEffect>
                                  </p:childTnLst>
                                </p:cTn>
                              </p:par>
                            </p:childTnLst>
                          </p:cTn>
                        </p:par>
                        <p:par>
                          <p:cTn id="49" fill="hold">
                            <p:stCondLst>
                              <p:cond delay="4000"/>
                            </p:stCondLst>
                            <p:childTnLst>
                              <p:par>
                                <p:cTn id="50" presetID="22" presetClass="entr" presetSubtype="4"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down)">
                                      <p:cBhvr>
                                        <p:cTn id="52" dur="500"/>
                                        <p:tgtEl>
                                          <p:spTgt spid="12"/>
                                        </p:tgtEl>
                                      </p:cBhvr>
                                    </p:animEffect>
                                  </p:childTnLst>
                                </p:cTn>
                              </p:par>
                            </p:childTnLst>
                          </p:cTn>
                        </p:par>
                        <p:par>
                          <p:cTn id="53" fill="hold">
                            <p:stCondLst>
                              <p:cond delay="4500"/>
                            </p:stCondLst>
                            <p:childTnLst>
                              <p:par>
                                <p:cTn id="54" presetID="22" presetClass="entr" presetSubtype="4"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down)">
                                      <p:cBhvr>
                                        <p:cTn id="56" dur="100"/>
                                        <p:tgtEl>
                                          <p:spTgt spid="3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p:tgtEl>
                                          <p:spTgt spid="1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childTnLst>
                          </p:cTn>
                        </p:par>
                        <p:par>
                          <p:cTn id="66" fill="hold">
                            <p:stCondLst>
                              <p:cond delay="5000"/>
                            </p:stCondLst>
                            <p:childTnLst>
                              <p:par>
                                <p:cTn id="67" presetID="22" presetClass="entr" presetSubtype="4" fill="hold" grpId="0" nodeType="afterEffect">
                                  <p:stCondLst>
                                    <p:cond delay="250"/>
                                  </p:stCondLst>
                                  <p:childTnLst>
                                    <p:set>
                                      <p:cBhvr>
                                        <p:cTn id="68" dur="1" fill="hold">
                                          <p:stCondLst>
                                            <p:cond delay="0"/>
                                          </p:stCondLst>
                                        </p:cTn>
                                        <p:tgtEl>
                                          <p:spTgt spid="8"/>
                                        </p:tgtEl>
                                        <p:attrNameLst>
                                          <p:attrName>style.visibility</p:attrName>
                                        </p:attrNameLst>
                                      </p:cBhvr>
                                      <p:to>
                                        <p:strVal val="visible"/>
                                      </p:to>
                                    </p:set>
                                    <p:animEffect transition="in" filter="wipe(down)">
                                      <p:cBhvr>
                                        <p:cTn id="69" dur="500"/>
                                        <p:tgtEl>
                                          <p:spTgt spid="8"/>
                                        </p:tgtEl>
                                      </p:cBhvr>
                                    </p:animEffect>
                                  </p:childTnLst>
                                </p:cTn>
                              </p:par>
                            </p:childTnLst>
                          </p:cTn>
                        </p:par>
                        <p:par>
                          <p:cTn id="70" fill="hold">
                            <p:stCondLst>
                              <p:cond delay="5750"/>
                            </p:stCondLst>
                            <p:childTnLst>
                              <p:par>
                                <p:cTn id="71" presetID="22" presetClass="entr" presetSubtype="1" fill="hold" grpId="0" nodeType="after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wipe(up)">
                                      <p:cBhvr>
                                        <p:cTn id="73" dur="500"/>
                                        <p:tgtEl>
                                          <p:spTgt spid="13"/>
                                        </p:tgtEl>
                                      </p:cBhvr>
                                    </p:animEffect>
                                  </p:childTnLst>
                                </p:cTn>
                              </p:par>
                            </p:childTnLst>
                          </p:cTn>
                        </p:par>
                        <p:par>
                          <p:cTn id="74" fill="hold">
                            <p:stCondLst>
                              <p:cond delay="6250"/>
                            </p:stCondLst>
                            <p:childTnLst>
                              <p:par>
                                <p:cTn id="75" presetID="22" presetClass="entr" presetSubtype="1"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wipe(up)">
                                      <p:cBhvr>
                                        <p:cTn id="77" dur="100"/>
                                        <p:tgtEl>
                                          <p:spTgt spid="3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00"/>
                                        <p:tgtEl>
                                          <p:spTgt spid="25"/>
                                        </p:tgtEl>
                                      </p:cBhvr>
                                    </p:animEffect>
                                  </p:childTnLst>
                                </p:cTn>
                              </p:par>
                            </p:childTnLst>
                          </p:cTn>
                        </p:par>
                        <p:par>
                          <p:cTn id="87" fill="hold">
                            <p:stCondLst>
                              <p:cond delay="6750"/>
                            </p:stCondLst>
                            <p:childTnLst>
                              <p:par>
                                <p:cTn id="88" presetID="22" presetClass="entr" presetSubtype="1" fill="hold" grpId="0" nodeType="afterEffect">
                                  <p:stCondLst>
                                    <p:cond delay="250"/>
                                  </p:stCondLst>
                                  <p:childTnLst>
                                    <p:set>
                                      <p:cBhvr>
                                        <p:cTn id="89" dur="1" fill="hold">
                                          <p:stCondLst>
                                            <p:cond delay="0"/>
                                          </p:stCondLst>
                                        </p:cTn>
                                        <p:tgtEl>
                                          <p:spTgt spid="9"/>
                                        </p:tgtEl>
                                        <p:attrNameLst>
                                          <p:attrName>style.visibility</p:attrName>
                                        </p:attrNameLst>
                                      </p:cBhvr>
                                      <p:to>
                                        <p:strVal val="visible"/>
                                      </p:to>
                                    </p:set>
                                    <p:animEffect transition="in" filter="wipe(up)">
                                      <p:cBhvr>
                                        <p:cTn id="90" dur="500"/>
                                        <p:tgtEl>
                                          <p:spTgt spid="9"/>
                                        </p:tgtEl>
                                      </p:cBhvr>
                                    </p:animEffect>
                                  </p:childTnLst>
                                </p:cTn>
                              </p:par>
                            </p:childTnLst>
                          </p:cTn>
                        </p:par>
                        <p:par>
                          <p:cTn id="91" fill="hold">
                            <p:stCondLst>
                              <p:cond delay="7500"/>
                            </p:stCondLst>
                            <p:childTnLst>
                              <p:par>
                                <p:cTn id="92" presetID="22" presetClass="entr" presetSubtype="4" fill="hold" grpId="0" nodeType="after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wipe(down)">
                                      <p:cBhvr>
                                        <p:cTn id="94" dur="500"/>
                                        <p:tgtEl>
                                          <p:spTgt spid="14"/>
                                        </p:tgtEl>
                                      </p:cBhvr>
                                    </p:animEffect>
                                  </p:childTnLst>
                                </p:cTn>
                              </p:par>
                            </p:childTnLst>
                          </p:cTn>
                        </p:par>
                        <p:par>
                          <p:cTn id="95" fill="hold">
                            <p:stCondLst>
                              <p:cond delay="8000"/>
                            </p:stCondLst>
                            <p:childTnLst>
                              <p:par>
                                <p:cTn id="96" presetID="22" presetClass="entr" presetSubtype="4" fill="hold" grpId="0" nodeType="after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wipe(down)">
                                      <p:cBhvr>
                                        <p:cTn id="98" dur="1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1" dur="500"/>
                                        <p:tgtEl>
                                          <p:spTgt spid="1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500"/>
                                        <p:tgtEl>
                                          <p:spTgt spid="2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fade">
                                      <p:cBhvr>
                                        <p:cTn id="10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P spid="11" grpId="0" animBg="1"/>
      <p:bldP spid="12" grpId="0" animBg="1"/>
      <p:bldP spid="13" grpId="0" animBg="1"/>
      <p:bldP spid="14" grpId="0" animBg="1"/>
      <p:bldP spid="15" grpId="0"/>
      <p:bldP spid="16" grpId="0"/>
      <p:bldP spid="17" grpId="0"/>
      <p:bldP spid="18" grpId="0"/>
      <p:bldP spid="19" grpId="0"/>
      <p:bldP spid="20" grpId="0">
        <p:tmplLst>
          <p:tmpl>
            <p:tnLst>
              <p:par>
                <p:cTn presetID="10" presetClass="entr" presetSubtype="0"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p:tmplLst>
          <p:tmpl>
            <p:tnLst>
              <p:par>
                <p:cTn presetID="10" presetClass="entr" presetSubtype="0" fill="hold" nodeType="withEffect">
                  <p:stCondLst>
                    <p:cond delay="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p:tmplLst>
          <p:tmpl>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p:tmplLst>
          <p:tmpl>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26" grpId="0">
        <p:tmplLst>
          <p:tmpl>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7" grpId="0">
        <p:tmplLst>
          <p:tmpl>
            <p:tnLst>
              <p:par>
                <p:cTn presetID="10" presetClass="entr" presetSubtype="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500"/>
                        <p:tgtEl>
                          <p:spTgt spid="27"/>
                        </p:tgtEl>
                      </p:cBhvr>
                    </p:animEffect>
                  </p:childTnLst>
                </p:cTn>
              </p:par>
            </p:tnLst>
          </p:tmpl>
        </p:tmplLst>
      </p:bldP>
      <p:bldP spid="28" grpId="0">
        <p:tmplLst>
          <p:tmpl>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29" grpId="0">
        <p:tmplLst>
          <p:tmpl>
            <p:tnLst>
              <p:par>
                <p:cTn presetID="10" presetClass="entr" presetSubtype="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30" grpId="0" animBg="1"/>
      <p:bldP spid="31" grpId="0" animBg="1"/>
      <p:bldP spid="32" grpId="0" animBg="1"/>
      <p:bldP spid="33" grpId="0" animBg="1"/>
      <p:bldP spid="34" grpId="0" animBg="1"/>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Images &amp; Descriptions">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14757" y="3291830"/>
            <a:ext cx="18286413" cy="3291830"/>
          </a:xfrm>
          <a:prstGeom prst="rect">
            <a:avLst/>
          </a:prstGeom>
          <a:solidFill>
            <a:schemeClr val="accent3">
              <a:lumMod val="60000"/>
              <a:lumOff val="4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正方形/長方形 5"/>
          <p:cNvSpPr/>
          <p:nvPr userDrawn="1"/>
        </p:nvSpPr>
        <p:spPr>
          <a:xfrm>
            <a:off x="-7192" y="3722610"/>
            <a:ext cx="18286413" cy="2430270"/>
          </a:xfrm>
          <a:prstGeom prst="rect">
            <a:avLst/>
          </a:prstGeom>
          <a:solidFill>
            <a:schemeClr val="accent3"/>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 name="正方形/長方形 6"/>
          <p:cNvSpPr/>
          <p:nvPr userDrawn="1"/>
        </p:nvSpPr>
        <p:spPr>
          <a:xfrm>
            <a:off x="-1" y="0"/>
            <a:ext cx="18286413" cy="3291830"/>
          </a:xfrm>
          <a:prstGeom prst="rect">
            <a:avLst/>
          </a:prstGeom>
          <a:solidFill>
            <a:schemeClr val="accent2">
              <a:lumMod val="60000"/>
              <a:lumOff val="4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正方形/長方形 7"/>
          <p:cNvSpPr/>
          <p:nvPr userDrawn="1"/>
        </p:nvSpPr>
        <p:spPr>
          <a:xfrm>
            <a:off x="0" y="417975"/>
            <a:ext cx="18271655" cy="2430270"/>
          </a:xfrm>
          <a:prstGeom prst="rect">
            <a:avLst/>
          </a:prstGeom>
          <a:solidFill>
            <a:schemeClr val="accent2"/>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 name="図プレースホルダー 13"/>
          <p:cNvSpPr>
            <a:spLocks noGrp="1"/>
          </p:cNvSpPr>
          <p:nvPr>
            <p:ph type="pic" sz="quarter" idx="13" hasCustomPrompt="1"/>
          </p:nvPr>
        </p:nvSpPr>
        <p:spPr>
          <a:xfrm>
            <a:off x="9143206" y="3291830"/>
            <a:ext cx="9139924" cy="3291830"/>
          </a:xfrm>
          <a:custGeom>
            <a:avLst/>
            <a:gdLst/>
            <a:ahLst/>
            <a:cxnLst/>
            <a:rect l="l" t="t" r="r" b="b"/>
            <a:pathLst>
              <a:path w="9139924" h="3291830">
                <a:moveTo>
                  <a:pt x="0" y="0"/>
                </a:moveTo>
                <a:lnTo>
                  <a:pt x="1305146" y="0"/>
                </a:lnTo>
                <a:lnTo>
                  <a:pt x="9139924" y="0"/>
                </a:lnTo>
                <a:lnTo>
                  <a:pt x="9139924" y="3291830"/>
                </a:lnTo>
                <a:lnTo>
                  <a:pt x="1305146" y="3291830"/>
                </a:lnTo>
                <a:close/>
              </a:path>
            </a:pathLst>
          </a:custGeom>
          <a:solidFill>
            <a:schemeClr val="bg1">
              <a:alpha val="50000"/>
            </a:schemeClr>
          </a:solidFill>
        </p:spPr>
        <p:txBody>
          <a:bodyPr/>
          <a:lstStyle>
            <a:lvl1pPr>
              <a:defRPr baseline="0"/>
            </a:lvl1pPr>
          </a:lstStyle>
          <a:p>
            <a:r>
              <a:rPr kumimoji="1" lang="en-US" altLang="ja-JP" dirty="0"/>
              <a:t> Add an image</a:t>
            </a:r>
            <a:endParaRPr kumimoji="1" lang="ja-JP" altLang="en-US" dirty="0"/>
          </a:p>
        </p:txBody>
      </p:sp>
      <p:sp>
        <p:nvSpPr>
          <p:cNvPr id="10" name="図プレースホルダー 10"/>
          <p:cNvSpPr>
            <a:spLocks noGrp="1"/>
          </p:cNvSpPr>
          <p:nvPr>
            <p:ph type="pic" sz="quarter" idx="12" hasCustomPrompt="1"/>
          </p:nvPr>
        </p:nvSpPr>
        <p:spPr>
          <a:xfrm>
            <a:off x="1" y="0"/>
            <a:ext cx="9139924" cy="3291830"/>
          </a:xfrm>
          <a:custGeom>
            <a:avLst/>
            <a:gdLst/>
            <a:ahLst/>
            <a:cxnLst/>
            <a:rect l="l" t="t" r="r" b="b"/>
            <a:pathLst>
              <a:path w="9139924" h="3291830">
                <a:moveTo>
                  <a:pt x="0" y="0"/>
                </a:moveTo>
                <a:lnTo>
                  <a:pt x="7834778" y="0"/>
                </a:lnTo>
                <a:lnTo>
                  <a:pt x="9139924" y="3291830"/>
                </a:lnTo>
                <a:lnTo>
                  <a:pt x="7834778" y="3291830"/>
                </a:lnTo>
                <a:lnTo>
                  <a:pt x="0" y="3291830"/>
                </a:lnTo>
                <a:close/>
              </a:path>
            </a:pathLst>
          </a:custGeom>
          <a:solidFill>
            <a:schemeClr val="bg1">
              <a:alpha val="50000"/>
            </a:schemeClr>
          </a:solidFill>
        </p:spPr>
        <p:txBody>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a:lvl1pPr>
          </a:lstStyle>
          <a:p>
            <a:r>
              <a:rPr kumimoji="1" lang="en-US" altLang="ja-JP" dirty="0"/>
              <a:t> Add an image</a:t>
            </a:r>
            <a:endParaRPr kumimoji="1" lang="ja-JP" altLang="en-US" dirty="0"/>
          </a:p>
          <a:p>
            <a:endParaRPr kumimoji="1" lang="ja-JP" altLang="en-US" dirty="0"/>
          </a:p>
        </p:txBody>
      </p:sp>
      <p:sp>
        <p:nvSpPr>
          <p:cNvPr id="11" name="テキスト プレースホルダー 11"/>
          <p:cNvSpPr>
            <a:spLocks noGrp="1"/>
          </p:cNvSpPr>
          <p:nvPr>
            <p:ph type="body" sz="quarter" idx="16" hasCustomPrompt="1"/>
          </p:nvPr>
        </p:nvSpPr>
        <p:spPr>
          <a:xfrm>
            <a:off x="9150226" y="1258434"/>
            <a:ext cx="8498925" cy="1315207"/>
          </a:xfrm>
        </p:spPr>
        <p:txBody>
          <a:bodyPr anchor="t">
            <a:noAutofit/>
          </a:bodyPr>
          <a:lstStyle>
            <a:lvl1pPr algn="l">
              <a:lnSpc>
                <a:spcPct val="120000"/>
              </a:lnSpc>
              <a:defRPr sz="2000">
                <a:solidFill>
                  <a:schemeClr val="bg1"/>
                </a:solidFill>
                <a:latin typeface="+mn-lt"/>
              </a:defRPr>
            </a:lvl1pPr>
          </a:lstStyle>
          <a:p>
            <a:pPr lvl="0"/>
            <a:r>
              <a:rPr lang="en-US" altLang="ja-JP" dirty="0"/>
              <a:t>Text Here</a:t>
            </a:r>
            <a:endParaRPr lang="en-US" dirty="0"/>
          </a:p>
        </p:txBody>
      </p:sp>
      <p:sp>
        <p:nvSpPr>
          <p:cNvPr id="12" name="テキスト プレースホルダー 11"/>
          <p:cNvSpPr>
            <a:spLocks noGrp="1"/>
          </p:cNvSpPr>
          <p:nvPr>
            <p:ph type="body" sz="quarter" idx="17" hasCustomPrompt="1"/>
          </p:nvPr>
        </p:nvSpPr>
        <p:spPr>
          <a:xfrm>
            <a:off x="9150226" y="679004"/>
            <a:ext cx="8498925" cy="773203"/>
          </a:xfrm>
        </p:spPr>
        <p:txBody>
          <a:bodyPr anchor="t">
            <a:noAutofit/>
          </a:bodyPr>
          <a:lstStyle>
            <a:lvl1pPr algn="l">
              <a:lnSpc>
                <a:spcPct val="120000"/>
              </a:lnSpc>
              <a:defRPr sz="3200" spc="0">
                <a:solidFill>
                  <a:schemeClr val="bg1"/>
                </a:solidFill>
                <a:latin typeface="Route 159 SemiBold" pitchFamily="50" charset="0"/>
              </a:defRPr>
            </a:lvl1pPr>
          </a:lstStyle>
          <a:p>
            <a:pPr lvl="0"/>
            <a:r>
              <a:rPr lang="en-US" altLang="ja-JP" dirty="0"/>
              <a:t>Text Here</a:t>
            </a:r>
            <a:endParaRPr lang="en-US" dirty="0"/>
          </a:p>
        </p:txBody>
      </p:sp>
      <p:sp>
        <p:nvSpPr>
          <p:cNvPr id="13" name="テキスト プレースホルダー 11"/>
          <p:cNvSpPr>
            <a:spLocks noGrp="1"/>
          </p:cNvSpPr>
          <p:nvPr>
            <p:ph type="body" sz="quarter" idx="40" hasCustomPrompt="1"/>
          </p:nvPr>
        </p:nvSpPr>
        <p:spPr>
          <a:xfrm>
            <a:off x="599276" y="4594439"/>
            <a:ext cx="8498925" cy="1269141"/>
          </a:xfrm>
        </p:spPr>
        <p:txBody>
          <a:bodyPr anchor="t">
            <a:noAutofit/>
          </a:bodyPr>
          <a:lstStyle>
            <a:lvl1pPr algn="l">
              <a:lnSpc>
                <a:spcPct val="120000"/>
              </a:lnSpc>
              <a:defRPr sz="2000">
                <a:solidFill>
                  <a:schemeClr val="bg1"/>
                </a:solidFill>
                <a:latin typeface="+mn-lt"/>
              </a:defRPr>
            </a:lvl1pPr>
          </a:lstStyle>
          <a:p>
            <a:pPr lvl="0"/>
            <a:r>
              <a:rPr lang="en-US" altLang="ja-JP" dirty="0"/>
              <a:t>Text Here</a:t>
            </a:r>
            <a:endParaRPr lang="en-US" dirty="0"/>
          </a:p>
        </p:txBody>
      </p:sp>
      <p:sp>
        <p:nvSpPr>
          <p:cNvPr id="14" name="テキスト プレースホルダー 11"/>
          <p:cNvSpPr>
            <a:spLocks noGrp="1"/>
          </p:cNvSpPr>
          <p:nvPr>
            <p:ph type="body" sz="quarter" idx="41" hasCustomPrompt="1"/>
          </p:nvPr>
        </p:nvSpPr>
        <p:spPr>
          <a:xfrm>
            <a:off x="599276" y="4015009"/>
            <a:ext cx="8498925" cy="773203"/>
          </a:xfrm>
        </p:spPr>
        <p:txBody>
          <a:bodyPr anchor="t">
            <a:noAutofit/>
          </a:bodyPr>
          <a:lstStyle>
            <a:lvl1pPr algn="l">
              <a:lnSpc>
                <a:spcPct val="120000"/>
              </a:lnSpc>
              <a:defRPr sz="3200" spc="0">
                <a:solidFill>
                  <a:schemeClr val="bg1"/>
                </a:solidFill>
                <a:latin typeface="Route 159 SemiBold" pitchFamily="50" charset="0"/>
              </a:defRPr>
            </a:lvl1pPr>
          </a:lstStyle>
          <a:p>
            <a:pPr lvl="0"/>
            <a:r>
              <a:rPr lang="en-US" altLang="ja-JP" dirty="0"/>
              <a:t>Text Here</a:t>
            </a:r>
            <a:endParaRPr lang="en-US" dirty="0"/>
          </a:p>
        </p:txBody>
      </p:sp>
      <p:sp>
        <p:nvSpPr>
          <p:cNvPr id="15" name="タイトル プレースホルダー 1"/>
          <p:cNvSpPr>
            <a:spLocks noGrp="1"/>
          </p:cNvSpPr>
          <p:nvPr>
            <p:ph type="title" hasCustomPrompt="1"/>
          </p:nvPr>
        </p:nvSpPr>
        <p:spPr>
          <a:xfrm>
            <a:off x="430238" y="6799684"/>
            <a:ext cx="17425936" cy="1203151"/>
          </a:xfrm>
          <a:prstGeom prst="rect">
            <a:avLst/>
          </a:prstGeom>
        </p:spPr>
        <p:txBody>
          <a:bodyPr vert="horz" lIns="163275" tIns="81638" rIns="163275" bIns="81638" rtlCol="0" anchor="ctr">
            <a:normAutofit/>
          </a:bodyPr>
          <a:lstStyle>
            <a:lvl1pPr algn="ctr">
              <a:defRPr baseline="0">
                <a:latin typeface="Route 159 UltraLight" pitchFamily="50" charset="0"/>
              </a:defRPr>
            </a:lvl1pPr>
          </a:lstStyle>
          <a:p>
            <a:r>
              <a:rPr kumimoji="1" lang="en-US" altLang="ja-JP" dirty="0"/>
              <a:t>Slide Title Goes Here</a:t>
            </a:r>
            <a:endParaRPr kumimoji="1" lang="ja-JP" altLang="en-US" dirty="0"/>
          </a:p>
        </p:txBody>
      </p:sp>
      <p:sp>
        <p:nvSpPr>
          <p:cNvPr id="16" name="テキスト プレースホルダー 6"/>
          <p:cNvSpPr>
            <a:spLocks noGrp="1"/>
          </p:cNvSpPr>
          <p:nvPr>
            <p:ph type="body" sz="quarter" idx="42" hasCustomPrompt="1"/>
          </p:nvPr>
        </p:nvSpPr>
        <p:spPr>
          <a:xfrm>
            <a:off x="430238" y="8095828"/>
            <a:ext cx="17425936" cy="1336960"/>
          </a:xfrm>
        </p:spPr>
        <p:txBody>
          <a:bodyPr>
            <a:noAutofit/>
          </a:bodyPr>
          <a:lstStyle>
            <a:lvl1pPr algn="ctr">
              <a:defRPr sz="2000" b="0" i="0" u="none" baseline="0">
                <a:solidFill>
                  <a:schemeClr val="tx2"/>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sp>
        <p:nvSpPr>
          <p:cNvPr id="17" name="正方形/長方形 16"/>
          <p:cNvSpPr/>
          <p:nvPr userDrawn="1"/>
        </p:nvSpPr>
        <p:spPr>
          <a:xfrm>
            <a:off x="7559029" y="7951812"/>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0449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right)">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22" presetClass="entr" presetSubtype="8" fill="hold" grpId="0" nodeType="withEffect">
                                  <p:stCondLst>
                                    <p:cond delay="20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par>
                                <p:cTn id="19" presetID="22" presetClass="entr" presetSubtype="8" fill="hold" grpId="0" nodeType="withEffect">
                                  <p:stCondLst>
                                    <p:cond delay="20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par>
                          <p:cTn id="22" fill="hold">
                            <p:stCondLst>
                              <p:cond delay="1700"/>
                            </p:stCondLst>
                            <p:childTnLst>
                              <p:par>
                                <p:cTn id="23" presetID="22" presetClass="entr" presetSubtype="2" fill="hold" grpId="0" nodeType="afterEffect">
                                  <p:stCondLst>
                                    <p:cond delay="250"/>
                                  </p:stCondLst>
                                  <p:childTnLst>
                                    <p:set>
                                      <p:cBhvr>
                                        <p:cTn id="24" dur="1" fill="hold">
                                          <p:stCondLst>
                                            <p:cond delay="0"/>
                                          </p:stCondLst>
                                        </p:cTn>
                                        <p:tgtEl>
                                          <p:spTgt spid="9"/>
                                        </p:tgtEl>
                                        <p:attrNameLst>
                                          <p:attrName>style.visibility</p:attrName>
                                        </p:attrNameLst>
                                      </p:cBhvr>
                                      <p:to>
                                        <p:strVal val="visible"/>
                                      </p:to>
                                    </p:set>
                                    <p:animEffect transition="in" filter="wipe(right)">
                                      <p:cBhvr>
                                        <p:cTn id="25" dur="500"/>
                                        <p:tgtEl>
                                          <p:spTgt spid="9"/>
                                        </p:tgtEl>
                                      </p:cBhvr>
                                    </p:animEffect>
                                  </p:childTnLst>
                                </p:cTn>
                              </p:par>
                            </p:childTnLst>
                          </p:cTn>
                        </p:par>
                        <p:par>
                          <p:cTn id="26" fill="hold">
                            <p:stCondLst>
                              <p:cond delay="2450"/>
                            </p:stCondLst>
                            <p:childTnLst>
                              <p:par>
                                <p:cTn id="27" presetID="22" presetClass="entr" presetSubtype="8"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par>
                          <p:cTn id="30" fill="hold">
                            <p:stCondLst>
                              <p:cond delay="2950"/>
                            </p:stCondLst>
                            <p:childTnLst>
                              <p:par>
                                <p:cTn id="31" presetID="22" presetClass="entr" presetSubtype="2" fill="hold" grpId="0"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right)">
                                      <p:cBhvr>
                                        <p:cTn id="33" dur="500"/>
                                        <p:tgtEl>
                                          <p:spTgt spid="6"/>
                                        </p:tgtEl>
                                      </p:cBhvr>
                                    </p:animEffect>
                                  </p:childTnLst>
                                </p:cTn>
                              </p:par>
                              <p:par>
                                <p:cTn id="34" presetID="22" presetClass="entr" presetSubtype="2" fill="hold" grpId="0" nodeType="withEffect">
                                  <p:stCondLst>
                                    <p:cond delay="200"/>
                                  </p:stCondLst>
                                  <p:childTnLst>
                                    <p:set>
                                      <p:cBhvr>
                                        <p:cTn id="35" dur="1" fill="hold">
                                          <p:stCondLst>
                                            <p:cond delay="0"/>
                                          </p:stCondLst>
                                        </p:cTn>
                                        <p:tgtEl>
                                          <p:spTgt spid="14"/>
                                        </p:tgtEl>
                                        <p:attrNameLst>
                                          <p:attrName>style.visibility</p:attrName>
                                        </p:attrNameLst>
                                      </p:cBhvr>
                                      <p:to>
                                        <p:strVal val="visible"/>
                                      </p:to>
                                    </p:set>
                                    <p:animEffect transition="in" filter="wipe(right)">
                                      <p:cBhvr>
                                        <p:cTn id="36" dur="500"/>
                                        <p:tgtEl>
                                          <p:spTgt spid="14"/>
                                        </p:tgtEl>
                                      </p:cBhvr>
                                    </p:animEffect>
                                  </p:childTnLst>
                                </p:cTn>
                              </p:par>
                              <p:par>
                                <p:cTn id="37" presetID="22" presetClass="entr" presetSubtype="2" fill="hold" grpId="0" nodeType="withEffect">
                                  <p:stCondLst>
                                    <p:cond delay="200"/>
                                  </p:stCondLst>
                                  <p:childTnLst>
                                    <p:set>
                                      <p:cBhvr>
                                        <p:cTn id="38" dur="1" fill="hold">
                                          <p:stCondLst>
                                            <p:cond delay="0"/>
                                          </p:stCondLst>
                                        </p:cTn>
                                        <p:tgtEl>
                                          <p:spTgt spid="13"/>
                                        </p:tgtEl>
                                        <p:attrNameLst>
                                          <p:attrName>style.visibility</p:attrName>
                                        </p:attrNameLst>
                                      </p:cBhvr>
                                      <p:to>
                                        <p:strVal val="visible"/>
                                      </p:to>
                                    </p:set>
                                    <p:animEffect transition="in" filter="wipe(right)">
                                      <p:cBhvr>
                                        <p:cTn id="39" dur="500"/>
                                        <p:tgtEl>
                                          <p:spTgt spid="13"/>
                                        </p:tgtEl>
                                      </p:cBhvr>
                                    </p:animEffect>
                                  </p:childTnLst>
                                </p:cTn>
                              </p:par>
                            </p:childTnLst>
                          </p:cTn>
                        </p:par>
                        <p:par>
                          <p:cTn id="40" fill="hold">
                            <p:stCondLst>
                              <p:cond delay="3650"/>
                            </p:stCondLst>
                            <p:childTnLst>
                              <p:par>
                                <p:cTn id="41" presetID="2" presetClass="entr" presetSubtype="8" decel="100000" fill="hold" grpId="0" nodeType="afterEffect">
                                  <p:stCondLst>
                                    <p:cond delay="500"/>
                                  </p:stCondLst>
                                  <p:iterate type="wd">
                                    <p:tmPct val="10000"/>
                                  </p:iterate>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0-#ppt_w/2"/>
                                          </p:val>
                                        </p:tav>
                                        <p:tav tm="100000">
                                          <p:val>
                                            <p:strVal val="#ppt_x"/>
                                          </p:val>
                                        </p:tav>
                                      </p:tavLst>
                                    </p:anim>
                                    <p:anim calcmode="lin" valueType="num">
                                      <p:cBhvr additive="base">
                                        <p:cTn id="44" dur="500" fill="hold"/>
                                        <p:tgtEl>
                                          <p:spTgt spid="15"/>
                                        </p:tgtEl>
                                        <p:attrNameLst>
                                          <p:attrName>ppt_y</p:attrName>
                                        </p:attrNameLst>
                                      </p:cBhvr>
                                      <p:tavLst>
                                        <p:tav tm="0">
                                          <p:val>
                                            <p:strVal val="#ppt_y"/>
                                          </p:val>
                                        </p:tav>
                                        <p:tav tm="100000">
                                          <p:val>
                                            <p:strVal val="#ppt_y"/>
                                          </p:val>
                                        </p:tav>
                                      </p:tavLst>
                                    </p:anim>
                                  </p:childTnLst>
                                </p:cTn>
                              </p:par>
                            </p:childTnLst>
                          </p:cTn>
                        </p:par>
                        <p:par>
                          <p:cTn id="45" fill="hold">
                            <p:stCondLst>
                              <p:cond delay="4800"/>
                            </p:stCondLst>
                            <p:childTnLst>
                              <p:par>
                                <p:cTn id="46" presetID="2" presetClass="entr" presetSubtype="2" decel="100000"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22" presetClass="entr" presetSubtype="8" fill="hold" grpId="0" nodeType="withEffect">
                                  <p:stCondLst>
                                    <p:cond delay="0"/>
                                  </p:stCondLst>
                                  <p:childTnLst>
                                    <p:set>
                                      <p:cBhvr>
                                        <p:cTn id="51" dur="1" fill="hold">
                                          <p:stCondLst>
                                            <p:cond delay="0"/>
                                          </p:stCondLst>
                                        </p:cTn>
                                        <p:tgtEl>
                                          <p:spTgt spid="16">
                                            <p:txEl>
                                              <p:pRg st="0" end="0"/>
                                            </p:txEl>
                                          </p:spTgt>
                                        </p:tgtEl>
                                        <p:attrNameLst>
                                          <p:attrName>style.visibility</p:attrName>
                                        </p:attrNameLst>
                                      </p:cBhvr>
                                      <p:to>
                                        <p:strVal val="visible"/>
                                      </p:to>
                                    </p:set>
                                    <p:animEffect transition="in" filter="wipe(left)">
                                      <p:cBhvr>
                                        <p:cTn id="52"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p:tmplLst>
          <p:tmpl>
            <p:tnLst>
              <p:par>
                <p:cTn presetID="22" presetClass="entr" presetSubtype="8" fill="hold" nodeType="withEffect">
                  <p:stCondLst>
                    <p:cond delay="20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2" grpId="0">
        <p:tmplLst>
          <p:tmpl>
            <p:tnLst>
              <p:par>
                <p:cTn presetID="22" presetClass="entr" presetSubtype="8" fill="hold" nodeType="withEffect">
                  <p:stCondLst>
                    <p:cond delay="200"/>
                  </p:stCondLst>
                  <p:childTnLst>
                    <p:set>
                      <p:cBhvr>
                        <p:cTn dur="1" fill="hold">
                          <p:stCondLst>
                            <p:cond delay="0"/>
                          </p:stCondLst>
                        </p:cTn>
                        <p:tgtEl>
                          <p:spTgt spid="12"/>
                        </p:tgtEl>
                        <p:attrNameLst>
                          <p:attrName>style.visibility</p:attrName>
                        </p:attrNameLst>
                      </p:cBhvr>
                      <p:to>
                        <p:strVal val="visible"/>
                      </p:to>
                    </p:set>
                    <p:animEffect transition="in" filter="wipe(left)">
                      <p:cBhvr>
                        <p:cTn dur="500"/>
                        <p:tgtEl>
                          <p:spTgt spid="12"/>
                        </p:tgtEl>
                      </p:cBhvr>
                    </p:animEffect>
                  </p:childTnLst>
                </p:cTn>
              </p:par>
            </p:tnLst>
          </p:tmpl>
        </p:tmplLst>
      </p:bldP>
      <p:bldP spid="13" grpId="0">
        <p:tmplLst>
          <p:tmpl>
            <p:tnLst>
              <p:par>
                <p:cTn presetID="22" presetClass="entr" presetSubtype="2" fill="hold" nodeType="withEffect">
                  <p:stCondLst>
                    <p:cond delay="200"/>
                  </p:stCondLst>
                  <p:childTnLst>
                    <p:set>
                      <p:cBhvr>
                        <p:cTn dur="1" fill="hold">
                          <p:stCondLst>
                            <p:cond delay="0"/>
                          </p:stCondLst>
                        </p:cTn>
                        <p:tgtEl>
                          <p:spTgt spid="13"/>
                        </p:tgtEl>
                        <p:attrNameLst>
                          <p:attrName>style.visibility</p:attrName>
                        </p:attrNameLst>
                      </p:cBhvr>
                      <p:to>
                        <p:strVal val="visible"/>
                      </p:to>
                    </p:set>
                    <p:animEffect transition="in" filter="wipe(right)">
                      <p:cBhvr>
                        <p:cTn dur="500"/>
                        <p:tgtEl>
                          <p:spTgt spid="13"/>
                        </p:tgtEl>
                      </p:cBhvr>
                    </p:animEffect>
                  </p:childTnLst>
                </p:cTn>
              </p:par>
            </p:tnLst>
          </p:tmpl>
        </p:tmplLst>
      </p:bldP>
      <p:bldP spid="14" grpId="0">
        <p:tmplLst>
          <p:tmpl>
            <p:tnLst>
              <p:par>
                <p:cTn presetID="22" presetClass="entr" presetSubtype="2" fill="hold" nodeType="withEffect">
                  <p:stCondLst>
                    <p:cond delay="200"/>
                  </p:stCondLst>
                  <p:childTnLst>
                    <p:set>
                      <p:cBhvr>
                        <p:cTn dur="1" fill="hold">
                          <p:stCondLst>
                            <p:cond delay="0"/>
                          </p:stCondLst>
                        </p:cTn>
                        <p:tgtEl>
                          <p:spTgt spid="14"/>
                        </p:tgtEl>
                        <p:attrNameLst>
                          <p:attrName>style.visibility</p:attrName>
                        </p:attrNameLst>
                      </p:cBhvr>
                      <p:to>
                        <p:strVal val="visible"/>
                      </p:to>
                    </p:set>
                    <p:animEffect transition="in" filter="wipe(right)">
                      <p:cBhvr>
                        <p:cTn dur="500"/>
                        <p:tgtEl>
                          <p:spTgt spid="14"/>
                        </p:tgtEl>
                      </p:cBhvr>
                    </p:animEffect>
                  </p:childTnLst>
                </p:cTn>
              </p:par>
            </p:tnLst>
          </p:tmpl>
        </p:tmplLst>
      </p:bldP>
      <p:bldP spid="15" grpId="0"/>
      <p:bldP spid="16" grpId="0" build="p">
        <p:tmplLst>
          <p:tmpl lvl="1">
            <p:tnLst>
              <p:par>
                <p:cTn presetID="22" presetClass="entr" presetSubtype="8"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animBg="1"/>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rocess 1">
    <p:spTree>
      <p:nvGrpSpPr>
        <p:cNvPr id="1" name=""/>
        <p:cNvGrpSpPr/>
        <p:nvPr/>
      </p:nvGrpSpPr>
      <p:grpSpPr>
        <a:xfrm>
          <a:off x="0" y="0"/>
          <a:ext cx="0" cy="0"/>
          <a:chOff x="0" y="0"/>
          <a:chExt cx="0" cy="0"/>
        </a:xfrm>
      </p:grpSpPr>
      <p:sp>
        <p:nvSpPr>
          <p:cNvPr id="72" name="正方形/長方形 71"/>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9" name="グループ化 28"/>
          <p:cNvGrpSpPr/>
          <p:nvPr userDrawn="1"/>
        </p:nvGrpSpPr>
        <p:grpSpPr>
          <a:xfrm>
            <a:off x="8269812" y="2685157"/>
            <a:ext cx="6003425" cy="908106"/>
            <a:chOff x="1073297" y="6784950"/>
            <a:chExt cx="6003425" cy="908106"/>
          </a:xfrm>
          <a:solidFill>
            <a:schemeClr val="accent3">
              <a:lumMod val="20000"/>
              <a:lumOff val="80000"/>
            </a:schemeClr>
          </a:solidFill>
        </p:grpSpPr>
        <p:sp>
          <p:nvSpPr>
            <p:cNvPr id="30" name="正方形/長方形 29"/>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p:cNvGrpSpPr/>
          <p:nvPr userDrawn="1"/>
        </p:nvGrpSpPr>
        <p:grpSpPr>
          <a:xfrm>
            <a:off x="3189006" y="4398678"/>
            <a:ext cx="6003425" cy="908106"/>
            <a:chOff x="1073297" y="6784950"/>
            <a:chExt cx="6003425" cy="908106"/>
          </a:xfrm>
          <a:solidFill>
            <a:schemeClr val="accent2">
              <a:lumMod val="20000"/>
              <a:lumOff val="80000"/>
            </a:schemeClr>
          </a:solidFill>
        </p:grpSpPr>
        <p:sp>
          <p:nvSpPr>
            <p:cNvPr id="38" name="正方形/長方形 37"/>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4" name="グループ化 43"/>
          <p:cNvGrpSpPr/>
          <p:nvPr userDrawn="1"/>
        </p:nvGrpSpPr>
        <p:grpSpPr>
          <a:xfrm>
            <a:off x="8284326" y="6112199"/>
            <a:ext cx="6003425" cy="908106"/>
            <a:chOff x="1073297" y="6784950"/>
            <a:chExt cx="6003425" cy="908106"/>
          </a:xfrm>
          <a:solidFill>
            <a:schemeClr val="accent4">
              <a:lumMod val="20000"/>
              <a:lumOff val="80000"/>
            </a:schemeClr>
          </a:solidFill>
        </p:grpSpPr>
        <p:sp>
          <p:nvSpPr>
            <p:cNvPr id="45" name="正方形/長方形 44"/>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45"/>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46"/>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グループ化 57"/>
          <p:cNvGrpSpPr/>
          <p:nvPr userDrawn="1"/>
        </p:nvGrpSpPr>
        <p:grpSpPr>
          <a:xfrm>
            <a:off x="3174492" y="7825720"/>
            <a:ext cx="6003425" cy="908106"/>
            <a:chOff x="1073297" y="6784950"/>
            <a:chExt cx="6003425" cy="908106"/>
          </a:xfrm>
          <a:solidFill>
            <a:schemeClr val="accent5">
              <a:lumMod val="20000"/>
              <a:lumOff val="80000"/>
            </a:schemeClr>
          </a:solidFill>
        </p:grpSpPr>
        <p:sp>
          <p:nvSpPr>
            <p:cNvPr id="59" name="正方形/長方形 58"/>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60"/>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grpSp>
        <p:nvGrpSpPr>
          <p:cNvPr id="15" name="グループ化 14"/>
          <p:cNvGrpSpPr/>
          <p:nvPr userDrawn="1"/>
        </p:nvGrpSpPr>
        <p:grpSpPr>
          <a:xfrm>
            <a:off x="3189006" y="971636"/>
            <a:ext cx="6003425" cy="908106"/>
            <a:chOff x="1073297" y="6784950"/>
            <a:chExt cx="6003425" cy="908106"/>
          </a:xfrm>
        </p:grpSpPr>
        <p:sp>
          <p:nvSpPr>
            <p:cNvPr id="16" name="正方形/長方形 15"/>
            <p:cNvSpPr/>
            <p:nvPr userDrawn="1"/>
          </p:nvSpPr>
          <p:spPr>
            <a:xfrm>
              <a:off x="1527349" y="6784951"/>
              <a:ext cx="5095320" cy="90810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6168617" y="6784951"/>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1073297" y="6784950"/>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6"/>
          <p:cNvSpPr>
            <a:spLocks noGrp="1"/>
          </p:cNvSpPr>
          <p:nvPr>
            <p:ph type="body" sz="quarter" idx="21" hasCustomPrompt="1"/>
          </p:nvPr>
        </p:nvSpPr>
        <p:spPr>
          <a:xfrm>
            <a:off x="3761629" y="1058648"/>
            <a:ext cx="4389120" cy="720080"/>
          </a:xfrm>
        </p:spPr>
        <p:txBody>
          <a:bodyPr anchor="ctr">
            <a:noAutofit/>
          </a:bodyPr>
          <a:lstStyle>
            <a:lvl1pPr algn="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cxnSp>
        <p:nvCxnSpPr>
          <p:cNvPr id="26" name="直線コネクタ 25"/>
          <p:cNvCxnSpPr/>
          <p:nvPr userDrawn="1"/>
        </p:nvCxnSpPr>
        <p:spPr>
          <a:xfrm>
            <a:off x="8738378" y="0"/>
            <a:ext cx="3856" cy="10421257"/>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9" name="円/楕円 18"/>
          <p:cNvSpPr/>
          <p:nvPr userDrawn="1"/>
        </p:nvSpPr>
        <p:spPr>
          <a:xfrm>
            <a:off x="8408775" y="1096085"/>
            <a:ext cx="659206" cy="6592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33" name="テキスト プレースホルダー 6"/>
          <p:cNvSpPr>
            <a:spLocks noGrp="1"/>
          </p:cNvSpPr>
          <p:nvPr>
            <p:ph type="body" sz="quarter" idx="22" hasCustomPrompt="1"/>
          </p:nvPr>
        </p:nvSpPr>
        <p:spPr>
          <a:xfrm>
            <a:off x="9177916" y="2772169"/>
            <a:ext cx="4641267" cy="720080"/>
          </a:xfrm>
        </p:spPr>
        <p:txBody>
          <a:bodyPr anchor="ctr">
            <a:noAutofit/>
          </a:bodyPr>
          <a:lstStyle>
            <a:lvl1pPr algn="l">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4" name="円/楕円 33"/>
          <p:cNvSpPr/>
          <p:nvPr userDrawn="1"/>
        </p:nvSpPr>
        <p:spPr>
          <a:xfrm>
            <a:off x="8408249" y="2809606"/>
            <a:ext cx="659206" cy="65920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p>
        </p:txBody>
      </p:sp>
      <p:sp>
        <p:nvSpPr>
          <p:cNvPr id="35" name="テキスト プレースホルダー 6"/>
          <p:cNvSpPr>
            <a:spLocks noGrp="1"/>
          </p:cNvSpPr>
          <p:nvPr>
            <p:ph type="body" sz="quarter" idx="28" hasCustomPrompt="1"/>
          </p:nvPr>
        </p:nvSpPr>
        <p:spPr>
          <a:xfrm>
            <a:off x="1878564" y="1900261"/>
            <a:ext cx="6269966" cy="1362112"/>
          </a:xfrm>
        </p:spPr>
        <p:txBody>
          <a:bodyPr anchor="t">
            <a:noAutofit/>
          </a:bodyPr>
          <a:lstStyle>
            <a:lvl1pPr algn="r">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29" hasCustomPrompt="1"/>
          </p:nvPr>
        </p:nvSpPr>
        <p:spPr>
          <a:xfrm>
            <a:off x="9177917" y="3613782"/>
            <a:ext cx="6269966" cy="1362112"/>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30" hasCustomPrompt="1"/>
          </p:nvPr>
        </p:nvSpPr>
        <p:spPr>
          <a:xfrm>
            <a:off x="3761629" y="4485690"/>
            <a:ext cx="4389120" cy="720080"/>
          </a:xfrm>
        </p:spPr>
        <p:txBody>
          <a:bodyPr anchor="ctr">
            <a:noAutofit/>
          </a:bodyPr>
          <a:lstStyle>
            <a:lvl1pPr algn="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2" name="円/楕円 41"/>
          <p:cNvSpPr/>
          <p:nvPr userDrawn="1"/>
        </p:nvSpPr>
        <p:spPr>
          <a:xfrm>
            <a:off x="8408775" y="4523127"/>
            <a:ext cx="659206" cy="6592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43" name="テキスト プレースホルダー 6"/>
          <p:cNvSpPr>
            <a:spLocks noGrp="1"/>
          </p:cNvSpPr>
          <p:nvPr>
            <p:ph type="body" sz="quarter" idx="31" hasCustomPrompt="1"/>
          </p:nvPr>
        </p:nvSpPr>
        <p:spPr>
          <a:xfrm>
            <a:off x="1878564" y="5327303"/>
            <a:ext cx="6269966" cy="1362112"/>
          </a:xfrm>
        </p:spPr>
        <p:txBody>
          <a:bodyPr anchor="t">
            <a:noAutofit/>
          </a:bodyPr>
          <a:lstStyle>
            <a:lvl1pPr algn="r">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8" name="テキスト プレースホルダー 6"/>
          <p:cNvSpPr>
            <a:spLocks noGrp="1"/>
          </p:cNvSpPr>
          <p:nvPr>
            <p:ph type="body" sz="quarter" idx="32" hasCustomPrompt="1"/>
          </p:nvPr>
        </p:nvSpPr>
        <p:spPr>
          <a:xfrm>
            <a:off x="9192430" y="6199211"/>
            <a:ext cx="4641267" cy="720080"/>
          </a:xfrm>
        </p:spPr>
        <p:txBody>
          <a:bodyPr anchor="ctr">
            <a:noAutofit/>
          </a:bodyPr>
          <a:lstStyle>
            <a:lvl1pPr algn="l">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49" name="円/楕円 48"/>
          <p:cNvSpPr/>
          <p:nvPr userDrawn="1"/>
        </p:nvSpPr>
        <p:spPr>
          <a:xfrm>
            <a:off x="8422763" y="6236648"/>
            <a:ext cx="659206" cy="6592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p>
        </p:txBody>
      </p:sp>
      <p:sp>
        <p:nvSpPr>
          <p:cNvPr id="50" name="テキスト プレースホルダー 6"/>
          <p:cNvSpPr>
            <a:spLocks noGrp="1"/>
          </p:cNvSpPr>
          <p:nvPr>
            <p:ph type="body" sz="quarter" idx="33" hasCustomPrompt="1"/>
          </p:nvPr>
        </p:nvSpPr>
        <p:spPr>
          <a:xfrm>
            <a:off x="9192431" y="7040824"/>
            <a:ext cx="6269966" cy="1362112"/>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62" name="テキスト プレースホルダー 6"/>
          <p:cNvSpPr>
            <a:spLocks noGrp="1"/>
          </p:cNvSpPr>
          <p:nvPr>
            <p:ph type="body" sz="quarter" idx="34" hasCustomPrompt="1"/>
          </p:nvPr>
        </p:nvSpPr>
        <p:spPr>
          <a:xfrm>
            <a:off x="3747115" y="7912732"/>
            <a:ext cx="4389120" cy="720080"/>
          </a:xfrm>
        </p:spPr>
        <p:txBody>
          <a:bodyPr anchor="ctr">
            <a:noAutofit/>
          </a:bodyPr>
          <a:lstStyle>
            <a:lvl1pPr algn="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63" name="円/楕円 62"/>
          <p:cNvSpPr/>
          <p:nvPr userDrawn="1"/>
        </p:nvSpPr>
        <p:spPr>
          <a:xfrm>
            <a:off x="8394261" y="7950169"/>
            <a:ext cx="659206" cy="65920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64" name="テキスト プレースホルダー 6"/>
          <p:cNvSpPr>
            <a:spLocks noGrp="1"/>
          </p:cNvSpPr>
          <p:nvPr>
            <p:ph type="body" sz="quarter" idx="35" hasCustomPrompt="1"/>
          </p:nvPr>
        </p:nvSpPr>
        <p:spPr>
          <a:xfrm>
            <a:off x="1864050" y="8754345"/>
            <a:ext cx="6269966" cy="1362112"/>
          </a:xfrm>
        </p:spPr>
        <p:txBody>
          <a:bodyPr anchor="t">
            <a:noAutofit/>
          </a:bodyPr>
          <a:lstStyle>
            <a:lvl1pPr algn="r">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65" name="タイトル プレースホルダー 1"/>
          <p:cNvSpPr>
            <a:spLocks noGrp="1"/>
          </p:cNvSpPr>
          <p:nvPr>
            <p:ph type="title" hasCustomPrompt="1"/>
          </p:nvPr>
        </p:nvSpPr>
        <p:spPr>
          <a:xfrm>
            <a:off x="9431238" y="246956"/>
            <a:ext cx="7990959" cy="1203151"/>
          </a:xfrm>
          <a:prstGeom prst="rect">
            <a:avLst/>
          </a:prstGeom>
        </p:spPr>
        <p:txBody>
          <a:bodyPr vert="horz" lIns="163275" tIns="81638" rIns="163275" bIns="81638" rtlCol="0" anchor="ctr">
            <a:normAutofit/>
          </a:bodyPr>
          <a:lstStyle>
            <a:lvl1pPr>
              <a:defRPr baseline="0"/>
            </a:lvl1pPr>
          </a:lstStyle>
          <a:p>
            <a:r>
              <a:rPr kumimoji="1" lang="en-US" altLang="ja-JP" dirty="0"/>
              <a:t>Slide Title Goes Here</a:t>
            </a:r>
            <a:endParaRPr kumimoji="1" lang="ja-JP" altLang="en-US" dirty="0"/>
          </a:p>
        </p:txBody>
      </p:sp>
      <p:sp>
        <p:nvSpPr>
          <p:cNvPr id="66" name="テキスト プレースホルダー 6"/>
          <p:cNvSpPr>
            <a:spLocks noGrp="1"/>
          </p:cNvSpPr>
          <p:nvPr>
            <p:ph type="body" sz="quarter" idx="13" hasCustomPrompt="1"/>
          </p:nvPr>
        </p:nvSpPr>
        <p:spPr>
          <a:xfrm>
            <a:off x="9503246" y="1543100"/>
            <a:ext cx="7918951"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67" name="正方形/長方形 66"/>
          <p:cNvSpPr/>
          <p:nvPr userDrawn="1"/>
        </p:nvSpPr>
        <p:spPr>
          <a:xfrm>
            <a:off x="9575254"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9734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fill="hold"/>
                                        <p:tgtEl>
                                          <p:spTgt spid="65"/>
                                        </p:tgtEl>
                                        <p:attrNameLst>
                                          <p:attrName>ppt_x</p:attrName>
                                        </p:attrNameLst>
                                      </p:cBhvr>
                                      <p:tavLst>
                                        <p:tav tm="0">
                                          <p:val>
                                            <p:strVal val="#ppt_x"/>
                                          </p:val>
                                        </p:tav>
                                        <p:tav tm="100000">
                                          <p:val>
                                            <p:strVal val="#ppt_x"/>
                                          </p:val>
                                        </p:tav>
                                      </p:tavLst>
                                    </p:anim>
                                    <p:anim calcmode="lin" valueType="num">
                                      <p:cBhvr additive="base">
                                        <p:cTn id="8" dur="500" fill="hold"/>
                                        <p:tgtEl>
                                          <p:spTgt spid="6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decel="100000" fill="hold" grpId="0" nodeType="afterEffect">
                                  <p:stCondLst>
                                    <p:cond delay="0"/>
                                  </p:stCondLst>
                                  <p:childTnLst>
                                    <p:set>
                                      <p:cBhvr>
                                        <p:cTn id="11" dur="1" fill="hold">
                                          <p:stCondLst>
                                            <p:cond delay="0"/>
                                          </p:stCondLst>
                                        </p:cTn>
                                        <p:tgtEl>
                                          <p:spTgt spid="67"/>
                                        </p:tgtEl>
                                        <p:attrNameLst>
                                          <p:attrName>style.visibility</p:attrName>
                                        </p:attrNameLst>
                                      </p:cBhvr>
                                      <p:to>
                                        <p:strVal val="visible"/>
                                      </p:to>
                                    </p:set>
                                    <p:anim calcmode="lin" valueType="num">
                                      <p:cBhvr additive="base">
                                        <p:cTn id="12" dur="500" fill="hold"/>
                                        <p:tgtEl>
                                          <p:spTgt spid="67"/>
                                        </p:tgtEl>
                                        <p:attrNameLst>
                                          <p:attrName>ppt_x</p:attrName>
                                        </p:attrNameLst>
                                      </p:cBhvr>
                                      <p:tavLst>
                                        <p:tav tm="0">
                                          <p:val>
                                            <p:strVal val="1+#ppt_w/2"/>
                                          </p:val>
                                        </p:tav>
                                        <p:tav tm="100000">
                                          <p:val>
                                            <p:strVal val="#ppt_x"/>
                                          </p:val>
                                        </p:tav>
                                      </p:tavLst>
                                    </p:anim>
                                    <p:anim calcmode="lin" valueType="num">
                                      <p:cBhvr additive="base">
                                        <p:cTn id="13" dur="500" fill="hold"/>
                                        <p:tgtEl>
                                          <p:spTgt spid="67"/>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66">
                                            <p:txEl>
                                              <p:pRg st="0" end="0"/>
                                            </p:txEl>
                                          </p:spTgt>
                                        </p:tgtEl>
                                        <p:attrNameLst>
                                          <p:attrName>style.visibility</p:attrName>
                                        </p:attrNameLst>
                                      </p:cBhvr>
                                      <p:to>
                                        <p:strVal val="visible"/>
                                      </p:to>
                                    </p:set>
                                    <p:animEffect transition="in" filter="wipe(left)">
                                      <p:cBhvr>
                                        <p:cTn id="16" dur="500"/>
                                        <p:tgtEl>
                                          <p:spTgt spid="66">
                                            <p:txEl>
                                              <p:pRg st="0" end="0"/>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up)">
                                      <p:cBhvr>
                                        <p:cTn id="20" dur="500"/>
                                        <p:tgtEl>
                                          <p:spTgt spid="26"/>
                                        </p:tgtEl>
                                      </p:cBhvr>
                                    </p:animEffect>
                                  </p:childTnLst>
                                </p:cTn>
                              </p:par>
                            </p:childTnLst>
                          </p:cTn>
                        </p:par>
                        <p:par>
                          <p:cTn id="21" fill="hold">
                            <p:stCondLst>
                              <p:cond delay="1500"/>
                            </p:stCondLst>
                            <p:childTnLst>
                              <p:par>
                                <p:cTn id="22" presetID="2" presetClass="entr" presetSubtype="1" decel="100000" fill="hold" grpId="0" nodeType="afterEffect">
                                  <p:stCondLst>
                                    <p:cond delay="5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500" fill="hold"/>
                                        <p:tgtEl>
                                          <p:spTgt spid="19"/>
                                        </p:tgtEl>
                                        <p:attrNameLst>
                                          <p:attrName>ppt_x</p:attrName>
                                        </p:attrNameLst>
                                      </p:cBhvr>
                                      <p:tavLst>
                                        <p:tav tm="0">
                                          <p:val>
                                            <p:strVal val="#ppt_x"/>
                                          </p:val>
                                        </p:tav>
                                        <p:tav tm="100000">
                                          <p:val>
                                            <p:strVal val="#ppt_x"/>
                                          </p:val>
                                        </p:tav>
                                      </p:tavLst>
                                    </p:anim>
                                    <p:anim calcmode="lin" valueType="num">
                                      <p:cBhvr additive="base">
                                        <p:cTn id="25" dur="500" fill="hold"/>
                                        <p:tgtEl>
                                          <p:spTgt spid="19"/>
                                        </p:tgtEl>
                                        <p:attrNameLst>
                                          <p:attrName>ppt_y</p:attrName>
                                        </p:attrNameLst>
                                      </p:cBhvr>
                                      <p:tavLst>
                                        <p:tav tm="0">
                                          <p:val>
                                            <p:strVal val="0-#ppt_h/2"/>
                                          </p:val>
                                        </p:tav>
                                        <p:tav tm="100000">
                                          <p:val>
                                            <p:strVal val="#ppt_y"/>
                                          </p:val>
                                        </p:tav>
                                      </p:tavLst>
                                    </p:anim>
                                  </p:childTnLst>
                                </p:cTn>
                              </p:par>
                            </p:childTnLst>
                          </p:cTn>
                        </p:par>
                        <p:par>
                          <p:cTn id="26" fill="hold">
                            <p:stCondLst>
                              <p:cond delay="2500"/>
                            </p:stCondLst>
                            <p:childTnLst>
                              <p:par>
                                <p:cTn id="27" presetID="2" presetClass="entr" presetSubtype="8" decel="100000" fill="hold" grpId="0" nodeType="afterEffect">
                                  <p:stCondLst>
                                    <p:cond delay="0"/>
                                  </p:stCondLst>
                                  <p:iterate type="wd">
                                    <p:tmPct val="10000"/>
                                  </p:iterate>
                                  <p:childTnLst>
                                    <p:set>
                                      <p:cBhvr>
                                        <p:cTn id="28" dur="1" fill="hold">
                                          <p:stCondLst>
                                            <p:cond delay="0"/>
                                          </p:stCondLst>
                                        </p:cTn>
                                        <p:tgtEl>
                                          <p:spTgt spid="21">
                                            <p:txEl>
                                              <p:pRg st="0" end="0"/>
                                            </p:txEl>
                                          </p:spTgt>
                                        </p:tgtEl>
                                        <p:attrNameLst>
                                          <p:attrName>style.visibility</p:attrName>
                                        </p:attrNameLst>
                                      </p:cBhvr>
                                      <p:to>
                                        <p:strVal val="visible"/>
                                      </p:to>
                                    </p:set>
                                    <p:anim calcmode="lin" valueType="num">
                                      <p:cBhvr additive="base">
                                        <p:cTn id="29"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1">
                                            <p:txEl>
                                              <p:pRg st="0" end="0"/>
                                            </p:txEl>
                                          </p:spTgt>
                                        </p:tgtEl>
                                        <p:attrNameLst>
                                          <p:attrName>ppt_y</p:attrName>
                                        </p:attrNameLst>
                                      </p:cBhvr>
                                      <p:tavLst>
                                        <p:tav tm="0">
                                          <p:val>
                                            <p:strVal val="#ppt_y"/>
                                          </p:val>
                                        </p:tav>
                                        <p:tav tm="100000">
                                          <p:val>
                                            <p:strVal val="#ppt_y"/>
                                          </p:val>
                                        </p:tav>
                                      </p:tavLst>
                                    </p:anim>
                                  </p:childTnLst>
                                </p:cTn>
                              </p:par>
                              <p:par>
                                <p:cTn id="31" presetID="2" presetClass="entr" presetSubtype="1" decel="10000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0-#ppt_h/2"/>
                                          </p:val>
                                        </p:tav>
                                        <p:tav tm="100000">
                                          <p:val>
                                            <p:strVal val="#ppt_y"/>
                                          </p:val>
                                        </p:tav>
                                      </p:tavLst>
                                    </p:anim>
                                  </p:childTnLst>
                                </p:cTn>
                              </p:par>
                            </p:childTnLst>
                          </p:cTn>
                        </p:par>
                        <p:par>
                          <p:cTn id="35" fill="hold">
                            <p:stCondLst>
                              <p:cond delay="3100"/>
                            </p:stCondLst>
                            <p:childTnLst>
                              <p:par>
                                <p:cTn id="36" presetID="22" presetClass="entr" presetSubtype="2" fill="hold" grpId="0" nodeType="afterEffect">
                                  <p:stCondLst>
                                    <p:cond delay="0"/>
                                  </p:stCondLst>
                                  <p:childTnLst>
                                    <p:set>
                                      <p:cBhvr>
                                        <p:cTn id="37" dur="1" fill="hold">
                                          <p:stCondLst>
                                            <p:cond delay="0"/>
                                          </p:stCondLst>
                                        </p:cTn>
                                        <p:tgtEl>
                                          <p:spTgt spid="35">
                                            <p:txEl>
                                              <p:pRg st="0" end="0"/>
                                            </p:txEl>
                                          </p:spTgt>
                                        </p:tgtEl>
                                        <p:attrNameLst>
                                          <p:attrName>style.visibility</p:attrName>
                                        </p:attrNameLst>
                                      </p:cBhvr>
                                      <p:to>
                                        <p:strVal val="visible"/>
                                      </p:to>
                                    </p:set>
                                    <p:animEffect transition="in" filter="wipe(right)">
                                      <p:cBhvr>
                                        <p:cTn id="38" dur="500"/>
                                        <p:tgtEl>
                                          <p:spTgt spid="35">
                                            <p:txEl>
                                              <p:pRg st="0" end="0"/>
                                            </p:txEl>
                                          </p:spTgt>
                                        </p:tgtEl>
                                      </p:cBhvr>
                                    </p:animEffect>
                                  </p:childTnLst>
                                </p:cTn>
                              </p:par>
                            </p:childTnLst>
                          </p:cTn>
                        </p:par>
                        <p:par>
                          <p:cTn id="39" fill="hold">
                            <p:stCondLst>
                              <p:cond delay="3600"/>
                            </p:stCondLst>
                            <p:childTnLst>
                              <p:par>
                                <p:cTn id="40" presetID="2" presetClass="entr" presetSubtype="1" decel="100000" fill="hold" grpId="0" nodeType="afterEffect">
                                  <p:stCondLst>
                                    <p:cond delay="0"/>
                                  </p:stCondLst>
                                  <p:childTnLst>
                                    <p:set>
                                      <p:cBhvr>
                                        <p:cTn id="41" dur="1" fill="hold">
                                          <p:stCondLst>
                                            <p:cond delay="0"/>
                                          </p:stCondLst>
                                        </p:cTn>
                                        <p:tgtEl>
                                          <p:spTgt spid="34"/>
                                        </p:tgtEl>
                                        <p:attrNameLst>
                                          <p:attrName>style.visibility</p:attrName>
                                        </p:attrNameLst>
                                      </p:cBhvr>
                                      <p:to>
                                        <p:strVal val="visible"/>
                                      </p:to>
                                    </p:set>
                                    <p:anim calcmode="lin" valueType="num">
                                      <p:cBhvr additive="base">
                                        <p:cTn id="42" dur="500" fill="hold"/>
                                        <p:tgtEl>
                                          <p:spTgt spid="34"/>
                                        </p:tgtEl>
                                        <p:attrNameLst>
                                          <p:attrName>ppt_x</p:attrName>
                                        </p:attrNameLst>
                                      </p:cBhvr>
                                      <p:tavLst>
                                        <p:tav tm="0">
                                          <p:val>
                                            <p:strVal val="#ppt_x"/>
                                          </p:val>
                                        </p:tav>
                                        <p:tav tm="100000">
                                          <p:val>
                                            <p:strVal val="#ppt_x"/>
                                          </p:val>
                                        </p:tav>
                                      </p:tavLst>
                                    </p:anim>
                                    <p:anim calcmode="lin" valueType="num">
                                      <p:cBhvr additive="base">
                                        <p:cTn id="43" dur="500" fill="hold"/>
                                        <p:tgtEl>
                                          <p:spTgt spid="34"/>
                                        </p:tgtEl>
                                        <p:attrNameLst>
                                          <p:attrName>ppt_y</p:attrName>
                                        </p:attrNameLst>
                                      </p:cBhvr>
                                      <p:tavLst>
                                        <p:tav tm="0">
                                          <p:val>
                                            <p:strVal val="0-#ppt_h/2"/>
                                          </p:val>
                                        </p:tav>
                                        <p:tav tm="100000">
                                          <p:val>
                                            <p:strVal val="#ppt_y"/>
                                          </p:val>
                                        </p:tav>
                                      </p:tavLst>
                                    </p:anim>
                                  </p:childTnLst>
                                </p:cTn>
                              </p:par>
                            </p:childTnLst>
                          </p:cTn>
                        </p:par>
                        <p:par>
                          <p:cTn id="44" fill="hold">
                            <p:stCondLst>
                              <p:cond delay="4100"/>
                            </p:stCondLst>
                            <p:childTnLst>
                              <p:par>
                                <p:cTn id="45" presetID="2" presetClass="entr" presetSubtype="2" decel="100000" fill="hold" grpId="0" nodeType="afterEffect">
                                  <p:stCondLst>
                                    <p:cond delay="0"/>
                                  </p:stCondLst>
                                  <p:iterate type="wd">
                                    <p:tmPct val="10000"/>
                                  </p:iterate>
                                  <p:childTnLst>
                                    <p:set>
                                      <p:cBhvr>
                                        <p:cTn id="46" dur="1" fill="hold">
                                          <p:stCondLst>
                                            <p:cond delay="0"/>
                                          </p:stCondLst>
                                        </p:cTn>
                                        <p:tgtEl>
                                          <p:spTgt spid="33">
                                            <p:txEl>
                                              <p:pRg st="0" end="0"/>
                                            </p:txEl>
                                          </p:spTgt>
                                        </p:tgtEl>
                                        <p:attrNameLst>
                                          <p:attrName>style.visibility</p:attrName>
                                        </p:attrNameLst>
                                      </p:cBhvr>
                                      <p:to>
                                        <p:strVal val="visible"/>
                                      </p:to>
                                    </p:set>
                                    <p:anim calcmode="lin" valueType="num">
                                      <p:cBhvr additive="base">
                                        <p:cTn id="47" dur="500" fill="hold"/>
                                        <p:tgtEl>
                                          <p:spTgt spid="33">
                                            <p:txEl>
                                              <p:pRg st="0" end="0"/>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33">
                                            <p:txEl>
                                              <p:pRg st="0" end="0"/>
                                            </p:txEl>
                                          </p:spTgt>
                                        </p:tgtEl>
                                        <p:attrNameLst>
                                          <p:attrName>ppt_y</p:attrName>
                                        </p:attrNameLst>
                                      </p:cBhvr>
                                      <p:tavLst>
                                        <p:tav tm="0">
                                          <p:val>
                                            <p:strVal val="#ppt_y"/>
                                          </p:val>
                                        </p:tav>
                                        <p:tav tm="100000">
                                          <p:val>
                                            <p:strVal val="#ppt_y"/>
                                          </p:val>
                                        </p:tav>
                                      </p:tavLst>
                                    </p:anim>
                                  </p:childTnLst>
                                </p:cTn>
                              </p:par>
                              <p:par>
                                <p:cTn id="49" presetID="2" presetClass="entr" presetSubtype="1" decel="10000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anim calcmode="lin" valueType="num">
                                      <p:cBhvr additive="base">
                                        <p:cTn id="51" dur="500" fill="hold"/>
                                        <p:tgtEl>
                                          <p:spTgt spid="29"/>
                                        </p:tgtEl>
                                        <p:attrNameLst>
                                          <p:attrName>ppt_x</p:attrName>
                                        </p:attrNameLst>
                                      </p:cBhvr>
                                      <p:tavLst>
                                        <p:tav tm="0">
                                          <p:val>
                                            <p:strVal val="#ppt_x"/>
                                          </p:val>
                                        </p:tav>
                                        <p:tav tm="100000">
                                          <p:val>
                                            <p:strVal val="#ppt_x"/>
                                          </p:val>
                                        </p:tav>
                                      </p:tavLst>
                                    </p:anim>
                                    <p:anim calcmode="lin" valueType="num">
                                      <p:cBhvr additive="base">
                                        <p:cTn id="52" dur="500" fill="hold"/>
                                        <p:tgtEl>
                                          <p:spTgt spid="29"/>
                                        </p:tgtEl>
                                        <p:attrNameLst>
                                          <p:attrName>ppt_y</p:attrName>
                                        </p:attrNameLst>
                                      </p:cBhvr>
                                      <p:tavLst>
                                        <p:tav tm="0">
                                          <p:val>
                                            <p:strVal val="0-#ppt_h/2"/>
                                          </p:val>
                                        </p:tav>
                                        <p:tav tm="100000">
                                          <p:val>
                                            <p:strVal val="#ppt_y"/>
                                          </p:val>
                                        </p:tav>
                                      </p:tavLst>
                                    </p:anim>
                                  </p:childTnLst>
                                </p:cTn>
                              </p:par>
                            </p:childTnLst>
                          </p:cTn>
                        </p:par>
                        <p:par>
                          <p:cTn id="53" fill="hold">
                            <p:stCondLst>
                              <p:cond delay="4700"/>
                            </p:stCondLst>
                            <p:childTnLst>
                              <p:par>
                                <p:cTn id="54" presetID="22" presetClass="entr" presetSubtype="8" fill="hold" grpId="0" nodeType="afterEffect">
                                  <p:stCondLst>
                                    <p:cond delay="0"/>
                                  </p:stCondLst>
                                  <p:childTnLst>
                                    <p:set>
                                      <p:cBhvr>
                                        <p:cTn id="55" dur="1" fill="hold">
                                          <p:stCondLst>
                                            <p:cond delay="0"/>
                                          </p:stCondLst>
                                        </p:cTn>
                                        <p:tgtEl>
                                          <p:spTgt spid="36">
                                            <p:txEl>
                                              <p:pRg st="0" end="0"/>
                                            </p:txEl>
                                          </p:spTgt>
                                        </p:tgtEl>
                                        <p:attrNameLst>
                                          <p:attrName>style.visibility</p:attrName>
                                        </p:attrNameLst>
                                      </p:cBhvr>
                                      <p:to>
                                        <p:strVal val="visible"/>
                                      </p:to>
                                    </p:set>
                                    <p:animEffect transition="in" filter="wipe(left)">
                                      <p:cBhvr>
                                        <p:cTn id="56" dur="500"/>
                                        <p:tgtEl>
                                          <p:spTgt spid="36">
                                            <p:txEl>
                                              <p:pRg st="0" end="0"/>
                                            </p:txEl>
                                          </p:spTgt>
                                        </p:tgtEl>
                                      </p:cBhvr>
                                    </p:animEffect>
                                  </p:childTnLst>
                                </p:cTn>
                              </p:par>
                            </p:childTnLst>
                          </p:cTn>
                        </p:par>
                        <p:par>
                          <p:cTn id="57" fill="hold">
                            <p:stCondLst>
                              <p:cond delay="5200"/>
                            </p:stCondLst>
                            <p:childTnLst>
                              <p:par>
                                <p:cTn id="58" presetID="2" presetClass="entr" presetSubtype="1" decel="100000" fill="hold" grpId="0" nodeType="afterEffect">
                                  <p:stCondLst>
                                    <p:cond delay="0"/>
                                  </p:stCondLst>
                                  <p:childTnLst>
                                    <p:set>
                                      <p:cBhvr>
                                        <p:cTn id="59" dur="1" fill="hold">
                                          <p:stCondLst>
                                            <p:cond delay="0"/>
                                          </p:stCondLst>
                                        </p:cTn>
                                        <p:tgtEl>
                                          <p:spTgt spid="42"/>
                                        </p:tgtEl>
                                        <p:attrNameLst>
                                          <p:attrName>style.visibility</p:attrName>
                                        </p:attrNameLst>
                                      </p:cBhvr>
                                      <p:to>
                                        <p:strVal val="visible"/>
                                      </p:to>
                                    </p:set>
                                    <p:anim calcmode="lin" valueType="num">
                                      <p:cBhvr additive="base">
                                        <p:cTn id="60" dur="500" fill="hold"/>
                                        <p:tgtEl>
                                          <p:spTgt spid="42"/>
                                        </p:tgtEl>
                                        <p:attrNameLst>
                                          <p:attrName>ppt_x</p:attrName>
                                        </p:attrNameLst>
                                      </p:cBhvr>
                                      <p:tavLst>
                                        <p:tav tm="0">
                                          <p:val>
                                            <p:strVal val="#ppt_x"/>
                                          </p:val>
                                        </p:tav>
                                        <p:tav tm="100000">
                                          <p:val>
                                            <p:strVal val="#ppt_x"/>
                                          </p:val>
                                        </p:tav>
                                      </p:tavLst>
                                    </p:anim>
                                    <p:anim calcmode="lin" valueType="num">
                                      <p:cBhvr additive="base">
                                        <p:cTn id="61" dur="500" fill="hold"/>
                                        <p:tgtEl>
                                          <p:spTgt spid="42"/>
                                        </p:tgtEl>
                                        <p:attrNameLst>
                                          <p:attrName>ppt_y</p:attrName>
                                        </p:attrNameLst>
                                      </p:cBhvr>
                                      <p:tavLst>
                                        <p:tav tm="0">
                                          <p:val>
                                            <p:strVal val="0-#ppt_h/2"/>
                                          </p:val>
                                        </p:tav>
                                        <p:tav tm="100000">
                                          <p:val>
                                            <p:strVal val="#ppt_y"/>
                                          </p:val>
                                        </p:tav>
                                      </p:tavLst>
                                    </p:anim>
                                  </p:childTnLst>
                                </p:cTn>
                              </p:par>
                            </p:childTnLst>
                          </p:cTn>
                        </p:par>
                        <p:par>
                          <p:cTn id="62" fill="hold">
                            <p:stCondLst>
                              <p:cond delay="5700"/>
                            </p:stCondLst>
                            <p:childTnLst>
                              <p:par>
                                <p:cTn id="63" presetID="2" presetClass="entr" presetSubtype="8" decel="100000" fill="hold" grpId="0" nodeType="afterEffect">
                                  <p:stCondLst>
                                    <p:cond delay="0"/>
                                  </p:stCondLst>
                                  <p:iterate type="wd">
                                    <p:tmPct val="10000"/>
                                  </p:iterate>
                                  <p:childTnLst>
                                    <p:set>
                                      <p:cBhvr>
                                        <p:cTn id="64" dur="1" fill="hold">
                                          <p:stCondLst>
                                            <p:cond delay="0"/>
                                          </p:stCondLst>
                                        </p:cTn>
                                        <p:tgtEl>
                                          <p:spTgt spid="41">
                                            <p:txEl>
                                              <p:pRg st="0" end="0"/>
                                            </p:txEl>
                                          </p:spTgt>
                                        </p:tgtEl>
                                        <p:attrNameLst>
                                          <p:attrName>style.visibility</p:attrName>
                                        </p:attrNameLst>
                                      </p:cBhvr>
                                      <p:to>
                                        <p:strVal val="visible"/>
                                      </p:to>
                                    </p:set>
                                    <p:anim calcmode="lin" valueType="num">
                                      <p:cBhvr additive="base">
                                        <p:cTn id="65" dur="500" fill="hold"/>
                                        <p:tgtEl>
                                          <p:spTgt spid="41">
                                            <p:txEl>
                                              <p:pRg st="0" end="0"/>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41">
                                            <p:txEl>
                                              <p:pRg st="0" end="0"/>
                                            </p:txEl>
                                          </p:spTgt>
                                        </p:tgtEl>
                                        <p:attrNameLst>
                                          <p:attrName>ppt_y</p:attrName>
                                        </p:attrNameLst>
                                      </p:cBhvr>
                                      <p:tavLst>
                                        <p:tav tm="0">
                                          <p:val>
                                            <p:strVal val="#ppt_y"/>
                                          </p:val>
                                        </p:tav>
                                        <p:tav tm="100000">
                                          <p:val>
                                            <p:strVal val="#ppt_y"/>
                                          </p:val>
                                        </p:tav>
                                      </p:tavLst>
                                    </p:anim>
                                  </p:childTnLst>
                                </p:cTn>
                              </p:par>
                              <p:par>
                                <p:cTn id="67" presetID="2" presetClass="entr" presetSubtype="1" decel="10000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anim calcmode="lin" valueType="num">
                                      <p:cBhvr additive="base">
                                        <p:cTn id="69" dur="500" fill="hold"/>
                                        <p:tgtEl>
                                          <p:spTgt spid="37"/>
                                        </p:tgtEl>
                                        <p:attrNameLst>
                                          <p:attrName>ppt_x</p:attrName>
                                        </p:attrNameLst>
                                      </p:cBhvr>
                                      <p:tavLst>
                                        <p:tav tm="0">
                                          <p:val>
                                            <p:strVal val="#ppt_x"/>
                                          </p:val>
                                        </p:tav>
                                        <p:tav tm="100000">
                                          <p:val>
                                            <p:strVal val="#ppt_x"/>
                                          </p:val>
                                        </p:tav>
                                      </p:tavLst>
                                    </p:anim>
                                    <p:anim calcmode="lin" valueType="num">
                                      <p:cBhvr additive="base">
                                        <p:cTn id="70" dur="500" fill="hold"/>
                                        <p:tgtEl>
                                          <p:spTgt spid="37"/>
                                        </p:tgtEl>
                                        <p:attrNameLst>
                                          <p:attrName>ppt_y</p:attrName>
                                        </p:attrNameLst>
                                      </p:cBhvr>
                                      <p:tavLst>
                                        <p:tav tm="0">
                                          <p:val>
                                            <p:strVal val="0-#ppt_h/2"/>
                                          </p:val>
                                        </p:tav>
                                        <p:tav tm="100000">
                                          <p:val>
                                            <p:strVal val="#ppt_y"/>
                                          </p:val>
                                        </p:tav>
                                      </p:tavLst>
                                    </p:anim>
                                  </p:childTnLst>
                                </p:cTn>
                              </p:par>
                            </p:childTnLst>
                          </p:cTn>
                        </p:par>
                        <p:par>
                          <p:cTn id="71" fill="hold">
                            <p:stCondLst>
                              <p:cond delay="6300"/>
                            </p:stCondLst>
                            <p:childTnLst>
                              <p:par>
                                <p:cTn id="72" presetID="22" presetClass="entr" presetSubtype="2" fill="hold" grpId="0" nodeType="afterEffect">
                                  <p:stCondLst>
                                    <p:cond delay="0"/>
                                  </p:stCondLst>
                                  <p:childTnLst>
                                    <p:set>
                                      <p:cBhvr>
                                        <p:cTn id="73" dur="1" fill="hold">
                                          <p:stCondLst>
                                            <p:cond delay="0"/>
                                          </p:stCondLst>
                                        </p:cTn>
                                        <p:tgtEl>
                                          <p:spTgt spid="43">
                                            <p:txEl>
                                              <p:pRg st="0" end="0"/>
                                            </p:txEl>
                                          </p:spTgt>
                                        </p:tgtEl>
                                        <p:attrNameLst>
                                          <p:attrName>style.visibility</p:attrName>
                                        </p:attrNameLst>
                                      </p:cBhvr>
                                      <p:to>
                                        <p:strVal val="visible"/>
                                      </p:to>
                                    </p:set>
                                    <p:animEffect transition="in" filter="wipe(right)">
                                      <p:cBhvr>
                                        <p:cTn id="74" dur="500"/>
                                        <p:tgtEl>
                                          <p:spTgt spid="43">
                                            <p:txEl>
                                              <p:pRg st="0" end="0"/>
                                            </p:txEl>
                                          </p:spTgt>
                                        </p:tgtEl>
                                      </p:cBhvr>
                                    </p:animEffect>
                                  </p:childTnLst>
                                </p:cTn>
                              </p:par>
                            </p:childTnLst>
                          </p:cTn>
                        </p:par>
                        <p:par>
                          <p:cTn id="75" fill="hold">
                            <p:stCondLst>
                              <p:cond delay="6800"/>
                            </p:stCondLst>
                            <p:childTnLst>
                              <p:par>
                                <p:cTn id="76" presetID="2" presetClass="entr" presetSubtype="1" decel="100000" fill="hold" grpId="0" nodeType="afterEffect">
                                  <p:stCondLst>
                                    <p:cond delay="0"/>
                                  </p:stCondLst>
                                  <p:childTnLst>
                                    <p:set>
                                      <p:cBhvr>
                                        <p:cTn id="77" dur="1" fill="hold">
                                          <p:stCondLst>
                                            <p:cond delay="0"/>
                                          </p:stCondLst>
                                        </p:cTn>
                                        <p:tgtEl>
                                          <p:spTgt spid="49"/>
                                        </p:tgtEl>
                                        <p:attrNameLst>
                                          <p:attrName>style.visibility</p:attrName>
                                        </p:attrNameLst>
                                      </p:cBhvr>
                                      <p:to>
                                        <p:strVal val="visible"/>
                                      </p:to>
                                    </p:set>
                                    <p:anim calcmode="lin" valueType="num">
                                      <p:cBhvr additive="base">
                                        <p:cTn id="78" dur="500" fill="hold"/>
                                        <p:tgtEl>
                                          <p:spTgt spid="49"/>
                                        </p:tgtEl>
                                        <p:attrNameLst>
                                          <p:attrName>ppt_x</p:attrName>
                                        </p:attrNameLst>
                                      </p:cBhvr>
                                      <p:tavLst>
                                        <p:tav tm="0">
                                          <p:val>
                                            <p:strVal val="#ppt_x"/>
                                          </p:val>
                                        </p:tav>
                                        <p:tav tm="100000">
                                          <p:val>
                                            <p:strVal val="#ppt_x"/>
                                          </p:val>
                                        </p:tav>
                                      </p:tavLst>
                                    </p:anim>
                                    <p:anim calcmode="lin" valueType="num">
                                      <p:cBhvr additive="base">
                                        <p:cTn id="79" dur="500" fill="hold"/>
                                        <p:tgtEl>
                                          <p:spTgt spid="49"/>
                                        </p:tgtEl>
                                        <p:attrNameLst>
                                          <p:attrName>ppt_y</p:attrName>
                                        </p:attrNameLst>
                                      </p:cBhvr>
                                      <p:tavLst>
                                        <p:tav tm="0">
                                          <p:val>
                                            <p:strVal val="0-#ppt_h/2"/>
                                          </p:val>
                                        </p:tav>
                                        <p:tav tm="100000">
                                          <p:val>
                                            <p:strVal val="#ppt_y"/>
                                          </p:val>
                                        </p:tav>
                                      </p:tavLst>
                                    </p:anim>
                                  </p:childTnLst>
                                </p:cTn>
                              </p:par>
                            </p:childTnLst>
                          </p:cTn>
                        </p:par>
                        <p:par>
                          <p:cTn id="80" fill="hold">
                            <p:stCondLst>
                              <p:cond delay="7300"/>
                            </p:stCondLst>
                            <p:childTnLst>
                              <p:par>
                                <p:cTn id="81" presetID="2" presetClass="entr" presetSubtype="2" decel="100000" fill="hold" grpId="0" nodeType="afterEffect">
                                  <p:stCondLst>
                                    <p:cond delay="0"/>
                                  </p:stCondLst>
                                  <p:iterate type="wd">
                                    <p:tmPct val="10000"/>
                                  </p:iterate>
                                  <p:childTnLst>
                                    <p:set>
                                      <p:cBhvr>
                                        <p:cTn id="82" dur="1" fill="hold">
                                          <p:stCondLst>
                                            <p:cond delay="0"/>
                                          </p:stCondLst>
                                        </p:cTn>
                                        <p:tgtEl>
                                          <p:spTgt spid="48">
                                            <p:txEl>
                                              <p:pRg st="0" end="0"/>
                                            </p:txEl>
                                          </p:spTgt>
                                        </p:tgtEl>
                                        <p:attrNameLst>
                                          <p:attrName>style.visibility</p:attrName>
                                        </p:attrNameLst>
                                      </p:cBhvr>
                                      <p:to>
                                        <p:strVal val="visible"/>
                                      </p:to>
                                    </p:set>
                                    <p:anim calcmode="lin" valueType="num">
                                      <p:cBhvr additive="base">
                                        <p:cTn id="83" dur="500" fill="hold"/>
                                        <p:tgtEl>
                                          <p:spTgt spid="48">
                                            <p:txEl>
                                              <p:pRg st="0" end="0"/>
                                            </p:txEl>
                                          </p:spTgt>
                                        </p:tgtEl>
                                        <p:attrNameLst>
                                          <p:attrName>ppt_x</p:attrName>
                                        </p:attrNameLst>
                                      </p:cBhvr>
                                      <p:tavLst>
                                        <p:tav tm="0">
                                          <p:val>
                                            <p:strVal val="1+#ppt_w/2"/>
                                          </p:val>
                                        </p:tav>
                                        <p:tav tm="100000">
                                          <p:val>
                                            <p:strVal val="#ppt_x"/>
                                          </p:val>
                                        </p:tav>
                                      </p:tavLst>
                                    </p:anim>
                                    <p:anim calcmode="lin" valueType="num">
                                      <p:cBhvr additive="base">
                                        <p:cTn id="84" dur="500" fill="hold"/>
                                        <p:tgtEl>
                                          <p:spTgt spid="48">
                                            <p:txEl>
                                              <p:pRg st="0" end="0"/>
                                            </p:txEl>
                                          </p:spTgt>
                                        </p:tgtEl>
                                        <p:attrNameLst>
                                          <p:attrName>ppt_y</p:attrName>
                                        </p:attrNameLst>
                                      </p:cBhvr>
                                      <p:tavLst>
                                        <p:tav tm="0">
                                          <p:val>
                                            <p:strVal val="#ppt_y"/>
                                          </p:val>
                                        </p:tav>
                                        <p:tav tm="100000">
                                          <p:val>
                                            <p:strVal val="#ppt_y"/>
                                          </p:val>
                                        </p:tav>
                                      </p:tavLst>
                                    </p:anim>
                                  </p:childTnLst>
                                </p:cTn>
                              </p:par>
                              <p:par>
                                <p:cTn id="85" presetID="2" presetClass="entr" presetSubtype="1" decel="10000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 calcmode="lin" valueType="num">
                                      <p:cBhvr additive="base">
                                        <p:cTn id="87" dur="500" fill="hold"/>
                                        <p:tgtEl>
                                          <p:spTgt spid="44"/>
                                        </p:tgtEl>
                                        <p:attrNameLst>
                                          <p:attrName>ppt_x</p:attrName>
                                        </p:attrNameLst>
                                      </p:cBhvr>
                                      <p:tavLst>
                                        <p:tav tm="0">
                                          <p:val>
                                            <p:strVal val="#ppt_x"/>
                                          </p:val>
                                        </p:tav>
                                        <p:tav tm="100000">
                                          <p:val>
                                            <p:strVal val="#ppt_x"/>
                                          </p:val>
                                        </p:tav>
                                      </p:tavLst>
                                    </p:anim>
                                    <p:anim calcmode="lin" valueType="num">
                                      <p:cBhvr additive="base">
                                        <p:cTn id="88" dur="500" fill="hold"/>
                                        <p:tgtEl>
                                          <p:spTgt spid="44"/>
                                        </p:tgtEl>
                                        <p:attrNameLst>
                                          <p:attrName>ppt_y</p:attrName>
                                        </p:attrNameLst>
                                      </p:cBhvr>
                                      <p:tavLst>
                                        <p:tav tm="0">
                                          <p:val>
                                            <p:strVal val="0-#ppt_h/2"/>
                                          </p:val>
                                        </p:tav>
                                        <p:tav tm="100000">
                                          <p:val>
                                            <p:strVal val="#ppt_y"/>
                                          </p:val>
                                        </p:tav>
                                      </p:tavLst>
                                    </p:anim>
                                  </p:childTnLst>
                                </p:cTn>
                              </p:par>
                            </p:childTnLst>
                          </p:cTn>
                        </p:par>
                        <p:par>
                          <p:cTn id="89" fill="hold">
                            <p:stCondLst>
                              <p:cond delay="7900"/>
                            </p:stCondLst>
                            <p:childTnLst>
                              <p:par>
                                <p:cTn id="90" presetID="22" presetClass="entr" presetSubtype="8" fill="hold" grpId="0" nodeType="afterEffect">
                                  <p:stCondLst>
                                    <p:cond delay="0"/>
                                  </p:stCondLst>
                                  <p:childTnLst>
                                    <p:set>
                                      <p:cBhvr>
                                        <p:cTn id="91" dur="1" fill="hold">
                                          <p:stCondLst>
                                            <p:cond delay="0"/>
                                          </p:stCondLst>
                                        </p:cTn>
                                        <p:tgtEl>
                                          <p:spTgt spid="50">
                                            <p:txEl>
                                              <p:pRg st="0" end="0"/>
                                            </p:txEl>
                                          </p:spTgt>
                                        </p:tgtEl>
                                        <p:attrNameLst>
                                          <p:attrName>style.visibility</p:attrName>
                                        </p:attrNameLst>
                                      </p:cBhvr>
                                      <p:to>
                                        <p:strVal val="visible"/>
                                      </p:to>
                                    </p:set>
                                    <p:animEffect transition="in" filter="wipe(left)">
                                      <p:cBhvr>
                                        <p:cTn id="92" dur="500"/>
                                        <p:tgtEl>
                                          <p:spTgt spid="50">
                                            <p:txEl>
                                              <p:pRg st="0" end="0"/>
                                            </p:txEl>
                                          </p:spTgt>
                                        </p:tgtEl>
                                      </p:cBhvr>
                                    </p:animEffect>
                                  </p:childTnLst>
                                </p:cTn>
                              </p:par>
                            </p:childTnLst>
                          </p:cTn>
                        </p:par>
                        <p:par>
                          <p:cTn id="93" fill="hold">
                            <p:stCondLst>
                              <p:cond delay="8400"/>
                            </p:stCondLst>
                            <p:childTnLst>
                              <p:par>
                                <p:cTn id="94" presetID="2" presetClass="entr" presetSubtype="1" decel="100000" fill="hold" grpId="0" nodeType="afterEffect">
                                  <p:stCondLst>
                                    <p:cond delay="0"/>
                                  </p:stCondLst>
                                  <p:childTnLst>
                                    <p:set>
                                      <p:cBhvr>
                                        <p:cTn id="95" dur="1" fill="hold">
                                          <p:stCondLst>
                                            <p:cond delay="0"/>
                                          </p:stCondLst>
                                        </p:cTn>
                                        <p:tgtEl>
                                          <p:spTgt spid="63"/>
                                        </p:tgtEl>
                                        <p:attrNameLst>
                                          <p:attrName>style.visibility</p:attrName>
                                        </p:attrNameLst>
                                      </p:cBhvr>
                                      <p:to>
                                        <p:strVal val="visible"/>
                                      </p:to>
                                    </p:set>
                                    <p:anim calcmode="lin" valueType="num">
                                      <p:cBhvr additive="base">
                                        <p:cTn id="96" dur="500" fill="hold"/>
                                        <p:tgtEl>
                                          <p:spTgt spid="63"/>
                                        </p:tgtEl>
                                        <p:attrNameLst>
                                          <p:attrName>ppt_x</p:attrName>
                                        </p:attrNameLst>
                                      </p:cBhvr>
                                      <p:tavLst>
                                        <p:tav tm="0">
                                          <p:val>
                                            <p:strVal val="#ppt_x"/>
                                          </p:val>
                                        </p:tav>
                                        <p:tav tm="100000">
                                          <p:val>
                                            <p:strVal val="#ppt_x"/>
                                          </p:val>
                                        </p:tav>
                                      </p:tavLst>
                                    </p:anim>
                                    <p:anim calcmode="lin" valueType="num">
                                      <p:cBhvr additive="base">
                                        <p:cTn id="97" dur="500" fill="hold"/>
                                        <p:tgtEl>
                                          <p:spTgt spid="63"/>
                                        </p:tgtEl>
                                        <p:attrNameLst>
                                          <p:attrName>ppt_y</p:attrName>
                                        </p:attrNameLst>
                                      </p:cBhvr>
                                      <p:tavLst>
                                        <p:tav tm="0">
                                          <p:val>
                                            <p:strVal val="0-#ppt_h/2"/>
                                          </p:val>
                                        </p:tav>
                                        <p:tav tm="100000">
                                          <p:val>
                                            <p:strVal val="#ppt_y"/>
                                          </p:val>
                                        </p:tav>
                                      </p:tavLst>
                                    </p:anim>
                                  </p:childTnLst>
                                </p:cTn>
                              </p:par>
                            </p:childTnLst>
                          </p:cTn>
                        </p:par>
                        <p:par>
                          <p:cTn id="98" fill="hold">
                            <p:stCondLst>
                              <p:cond delay="8900"/>
                            </p:stCondLst>
                            <p:childTnLst>
                              <p:par>
                                <p:cTn id="99" presetID="2" presetClass="entr" presetSubtype="8" decel="100000" fill="hold" grpId="0" nodeType="afterEffect">
                                  <p:stCondLst>
                                    <p:cond delay="0"/>
                                  </p:stCondLst>
                                  <p:iterate type="wd">
                                    <p:tmPct val="10000"/>
                                  </p:iterate>
                                  <p:childTnLst>
                                    <p:set>
                                      <p:cBhvr>
                                        <p:cTn id="100" dur="1" fill="hold">
                                          <p:stCondLst>
                                            <p:cond delay="0"/>
                                          </p:stCondLst>
                                        </p:cTn>
                                        <p:tgtEl>
                                          <p:spTgt spid="62">
                                            <p:txEl>
                                              <p:pRg st="0" end="0"/>
                                            </p:txEl>
                                          </p:spTgt>
                                        </p:tgtEl>
                                        <p:attrNameLst>
                                          <p:attrName>style.visibility</p:attrName>
                                        </p:attrNameLst>
                                      </p:cBhvr>
                                      <p:to>
                                        <p:strVal val="visible"/>
                                      </p:to>
                                    </p:set>
                                    <p:anim calcmode="lin" valueType="num">
                                      <p:cBhvr additive="base">
                                        <p:cTn id="101" dur="500" fill="hold"/>
                                        <p:tgtEl>
                                          <p:spTgt spid="62">
                                            <p:txEl>
                                              <p:pRg st="0" end="0"/>
                                            </p:txEl>
                                          </p:spTgt>
                                        </p:tgtEl>
                                        <p:attrNameLst>
                                          <p:attrName>ppt_x</p:attrName>
                                        </p:attrNameLst>
                                      </p:cBhvr>
                                      <p:tavLst>
                                        <p:tav tm="0">
                                          <p:val>
                                            <p:strVal val="0-#ppt_w/2"/>
                                          </p:val>
                                        </p:tav>
                                        <p:tav tm="100000">
                                          <p:val>
                                            <p:strVal val="#ppt_x"/>
                                          </p:val>
                                        </p:tav>
                                      </p:tavLst>
                                    </p:anim>
                                    <p:anim calcmode="lin" valueType="num">
                                      <p:cBhvr additive="base">
                                        <p:cTn id="102" dur="500" fill="hold"/>
                                        <p:tgtEl>
                                          <p:spTgt spid="62">
                                            <p:txEl>
                                              <p:pRg st="0" end="0"/>
                                            </p:txEl>
                                          </p:spTgt>
                                        </p:tgtEl>
                                        <p:attrNameLst>
                                          <p:attrName>ppt_y</p:attrName>
                                        </p:attrNameLst>
                                      </p:cBhvr>
                                      <p:tavLst>
                                        <p:tav tm="0">
                                          <p:val>
                                            <p:strVal val="#ppt_y"/>
                                          </p:val>
                                        </p:tav>
                                        <p:tav tm="100000">
                                          <p:val>
                                            <p:strVal val="#ppt_y"/>
                                          </p:val>
                                        </p:tav>
                                      </p:tavLst>
                                    </p:anim>
                                  </p:childTnLst>
                                </p:cTn>
                              </p:par>
                              <p:par>
                                <p:cTn id="103" presetID="2" presetClass="entr" presetSubtype="1" decel="100000" fill="hold" nodeType="withEffect">
                                  <p:stCondLst>
                                    <p:cond delay="0"/>
                                  </p:stCondLst>
                                  <p:childTnLst>
                                    <p:set>
                                      <p:cBhvr>
                                        <p:cTn id="104" dur="1" fill="hold">
                                          <p:stCondLst>
                                            <p:cond delay="0"/>
                                          </p:stCondLst>
                                        </p:cTn>
                                        <p:tgtEl>
                                          <p:spTgt spid="58"/>
                                        </p:tgtEl>
                                        <p:attrNameLst>
                                          <p:attrName>style.visibility</p:attrName>
                                        </p:attrNameLst>
                                      </p:cBhvr>
                                      <p:to>
                                        <p:strVal val="visible"/>
                                      </p:to>
                                    </p:set>
                                    <p:anim calcmode="lin" valueType="num">
                                      <p:cBhvr additive="base">
                                        <p:cTn id="105" dur="500" fill="hold"/>
                                        <p:tgtEl>
                                          <p:spTgt spid="58"/>
                                        </p:tgtEl>
                                        <p:attrNameLst>
                                          <p:attrName>ppt_x</p:attrName>
                                        </p:attrNameLst>
                                      </p:cBhvr>
                                      <p:tavLst>
                                        <p:tav tm="0">
                                          <p:val>
                                            <p:strVal val="#ppt_x"/>
                                          </p:val>
                                        </p:tav>
                                        <p:tav tm="100000">
                                          <p:val>
                                            <p:strVal val="#ppt_x"/>
                                          </p:val>
                                        </p:tav>
                                      </p:tavLst>
                                    </p:anim>
                                    <p:anim calcmode="lin" valueType="num">
                                      <p:cBhvr additive="base">
                                        <p:cTn id="106" dur="500" fill="hold"/>
                                        <p:tgtEl>
                                          <p:spTgt spid="58"/>
                                        </p:tgtEl>
                                        <p:attrNameLst>
                                          <p:attrName>ppt_y</p:attrName>
                                        </p:attrNameLst>
                                      </p:cBhvr>
                                      <p:tavLst>
                                        <p:tav tm="0">
                                          <p:val>
                                            <p:strVal val="0-#ppt_h/2"/>
                                          </p:val>
                                        </p:tav>
                                        <p:tav tm="100000">
                                          <p:val>
                                            <p:strVal val="#ppt_y"/>
                                          </p:val>
                                        </p:tav>
                                      </p:tavLst>
                                    </p:anim>
                                  </p:childTnLst>
                                </p:cTn>
                              </p:par>
                            </p:childTnLst>
                          </p:cTn>
                        </p:par>
                        <p:par>
                          <p:cTn id="107" fill="hold">
                            <p:stCondLst>
                              <p:cond delay="9500"/>
                            </p:stCondLst>
                            <p:childTnLst>
                              <p:par>
                                <p:cTn id="108" presetID="22" presetClass="entr" presetSubtype="2" fill="hold" grpId="0" nodeType="afterEffect">
                                  <p:stCondLst>
                                    <p:cond delay="0"/>
                                  </p:stCondLst>
                                  <p:childTnLst>
                                    <p:set>
                                      <p:cBhvr>
                                        <p:cTn id="109" dur="1" fill="hold">
                                          <p:stCondLst>
                                            <p:cond delay="0"/>
                                          </p:stCondLst>
                                        </p:cTn>
                                        <p:tgtEl>
                                          <p:spTgt spid="64">
                                            <p:txEl>
                                              <p:pRg st="0" end="0"/>
                                            </p:txEl>
                                          </p:spTgt>
                                        </p:tgtEl>
                                        <p:attrNameLst>
                                          <p:attrName>style.visibility</p:attrName>
                                        </p:attrNameLst>
                                      </p:cBhvr>
                                      <p:to>
                                        <p:strVal val="visible"/>
                                      </p:to>
                                    </p:set>
                                    <p:animEffect transition="in" filter="wipe(right)">
                                      <p:cBhvr>
                                        <p:cTn id="110" dur="500"/>
                                        <p:tgtEl>
                                          <p:spTgt spid="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19" grpId="0" animBg="1"/>
      <p:bldP spid="33"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1+#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4" grpId="0" animBg="1"/>
      <p:bldP spid="35" grpId="0" build="p">
        <p:tmplLst>
          <p:tmpl lvl="1">
            <p:tnLst>
              <p:par>
                <p:cTn presetID="22" presetClass="entr" presetSubtype="2"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right)">
                      <p:cBhvr>
                        <p:cTn dur="500"/>
                        <p:tgtEl>
                          <p:spTgt spid="35"/>
                        </p:tgtEl>
                      </p:cBhvr>
                    </p:animEffect>
                  </p:childTnLst>
                </p:cTn>
              </p:par>
            </p:tnLst>
          </p:tmpl>
        </p:tmplLst>
      </p:bldP>
      <p:bldP spid="36" grpId="0" build="p">
        <p:tmplLst>
          <p:tmpl lvl="1">
            <p:tnLst>
              <p:par>
                <p:cTn presetID="22" presetClass="entr" presetSubtype="8"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wipe(left)">
                      <p:cBhvr>
                        <p:cTn dur="500"/>
                        <p:tgtEl>
                          <p:spTgt spid="36"/>
                        </p:tgtEl>
                      </p:cBhvr>
                    </p:animEffect>
                  </p:childTnLst>
                </p:cTn>
              </p:par>
            </p:tnLst>
          </p:tmpl>
        </p:tmplLst>
      </p:bldP>
      <p:bldP spid="41"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0-#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42" grpId="0" animBg="1"/>
      <p:bldP spid="43" grpId="0" build="p">
        <p:tmplLst>
          <p:tmpl lvl="1">
            <p:tnLst>
              <p:par>
                <p:cTn presetID="22" presetClass="entr" presetSubtype="2"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right)">
                      <p:cBhvr>
                        <p:cTn dur="500"/>
                        <p:tgtEl>
                          <p:spTgt spid="43"/>
                        </p:tgtEl>
                      </p:cBhvr>
                    </p:animEffect>
                  </p:childTnLst>
                </p:cTn>
              </p:par>
            </p:tnLst>
          </p:tmpl>
        </p:tmplLst>
      </p:bldP>
      <p:bldP spid="48"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1+#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animBg="1"/>
      <p:bldP spid="50" grpId="0" build="p">
        <p:tmplLst>
          <p:tmpl lvl="1">
            <p:tnLst>
              <p:par>
                <p:cTn presetID="22" presetClass="entr" presetSubtype="8" fill="hold" nodeType="after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wipe(left)">
                      <p:cBhvr>
                        <p:cTn dur="500"/>
                        <p:tgtEl>
                          <p:spTgt spid="50"/>
                        </p:tgtEl>
                      </p:cBhvr>
                    </p:animEffect>
                  </p:childTnLst>
                </p:cTn>
              </p:par>
            </p:tnLst>
          </p:tmpl>
        </p:tmplLst>
      </p:bldP>
      <p:bldP spid="62"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0-#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animBg="1"/>
      <p:bldP spid="64" grpId="0" build="p">
        <p:tmplLst>
          <p:tmpl lvl="1">
            <p:tnLst>
              <p:par>
                <p:cTn presetID="22" presetClass="entr" presetSubtype="2" fill="hold" nodeType="after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wipe(right)">
                      <p:cBhvr>
                        <p:cTn dur="500"/>
                        <p:tgtEl>
                          <p:spTgt spid="64"/>
                        </p:tgtEl>
                      </p:cBhvr>
                    </p:animEffect>
                  </p:childTnLst>
                </p:cTn>
              </p:par>
            </p:tnLst>
          </p:tmpl>
        </p:tmplLst>
      </p:bldP>
      <p:bldP spid="65" grpId="0"/>
      <p:bldP spid="66" grpId="0" build="p">
        <p:tmplLst>
          <p:tmpl lvl="1">
            <p:tnLst>
              <p:par>
                <p:cTn presetID="22" presetClass="entr" presetSubtype="8"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wipe(left)">
                      <p:cBhvr>
                        <p:cTn dur="500"/>
                        <p:tgtEl>
                          <p:spTgt spid="66"/>
                        </p:tgtEl>
                      </p:cBhvr>
                    </p:animEffect>
                  </p:childTnLst>
                </p:cTn>
              </p:par>
            </p:tnLst>
          </p:tmpl>
        </p:tmplLst>
      </p:bldP>
      <p:bldP spid="67" grpId="0" animBg="1"/>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rocess 2">
    <p:spTree>
      <p:nvGrpSpPr>
        <p:cNvPr id="1" name=""/>
        <p:cNvGrpSpPr/>
        <p:nvPr/>
      </p:nvGrpSpPr>
      <p:grpSpPr>
        <a:xfrm>
          <a:off x="0" y="0"/>
          <a:ext cx="0" cy="0"/>
          <a:chOff x="0" y="0"/>
          <a:chExt cx="0" cy="0"/>
        </a:xfrm>
      </p:grpSpPr>
      <p:grpSp>
        <p:nvGrpSpPr>
          <p:cNvPr id="29" name="グループ化 28"/>
          <p:cNvGrpSpPr/>
          <p:nvPr userDrawn="1"/>
        </p:nvGrpSpPr>
        <p:grpSpPr>
          <a:xfrm>
            <a:off x="2056892" y="3918634"/>
            <a:ext cx="6003425" cy="908106"/>
            <a:chOff x="1073297" y="6784950"/>
            <a:chExt cx="6003425" cy="908106"/>
          </a:xfrm>
          <a:solidFill>
            <a:schemeClr val="accent3">
              <a:lumMod val="20000"/>
              <a:lumOff val="80000"/>
            </a:schemeClr>
          </a:solidFill>
        </p:grpSpPr>
        <p:sp>
          <p:nvSpPr>
            <p:cNvPr id="30" name="正方形/長方形 29"/>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p:cNvGrpSpPr/>
          <p:nvPr userDrawn="1"/>
        </p:nvGrpSpPr>
        <p:grpSpPr>
          <a:xfrm>
            <a:off x="2056892" y="5258412"/>
            <a:ext cx="6003425" cy="908106"/>
            <a:chOff x="1073297" y="6784950"/>
            <a:chExt cx="6003425" cy="908106"/>
          </a:xfrm>
          <a:solidFill>
            <a:schemeClr val="accent2">
              <a:lumMod val="20000"/>
              <a:lumOff val="80000"/>
            </a:schemeClr>
          </a:solidFill>
        </p:grpSpPr>
        <p:sp>
          <p:nvSpPr>
            <p:cNvPr id="38" name="正方形/長方形 37"/>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4" name="グループ化 43"/>
          <p:cNvGrpSpPr/>
          <p:nvPr userDrawn="1"/>
        </p:nvGrpSpPr>
        <p:grpSpPr>
          <a:xfrm>
            <a:off x="2056892" y="6598190"/>
            <a:ext cx="6003425" cy="908106"/>
            <a:chOff x="1073297" y="6784950"/>
            <a:chExt cx="6003425" cy="908106"/>
          </a:xfrm>
          <a:solidFill>
            <a:schemeClr val="accent4">
              <a:lumMod val="20000"/>
              <a:lumOff val="80000"/>
            </a:schemeClr>
          </a:solidFill>
        </p:grpSpPr>
        <p:sp>
          <p:nvSpPr>
            <p:cNvPr id="45" name="正方形/長方形 44"/>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45"/>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46"/>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グループ化 57"/>
          <p:cNvGrpSpPr/>
          <p:nvPr userDrawn="1"/>
        </p:nvGrpSpPr>
        <p:grpSpPr>
          <a:xfrm>
            <a:off x="2056892" y="7937968"/>
            <a:ext cx="6003425" cy="908106"/>
            <a:chOff x="1073297" y="6784950"/>
            <a:chExt cx="6003425" cy="908106"/>
          </a:xfrm>
          <a:solidFill>
            <a:schemeClr val="accent5">
              <a:lumMod val="20000"/>
              <a:lumOff val="80000"/>
            </a:schemeClr>
          </a:solidFill>
        </p:grpSpPr>
        <p:sp>
          <p:nvSpPr>
            <p:cNvPr id="59" name="正方形/長方形 58"/>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60"/>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grpSp>
        <p:nvGrpSpPr>
          <p:cNvPr id="15" name="グループ化 14"/>
          <p:cNvGrpSpPr/>
          <p:nvPr userDrawn="1"/>
        </p:nvGrpSpPr>
        <p:grpSpPr>
          <a:xfrm>
            <a:off x="2056892" y="2578856"/>
            <a:ext cx="6003425" cy="908106"/>
            <a:chOff x="1073297" y="6784950"/>
            <a:chExt cx="6003425" cy="908106"/>
          </a:xfrm>
        </p:grpSpPr>
        <p:sp>
          <p:nvSpPr>
            <p:cNvPr id="16" name="正方形/長方形 15"/>
            <p:cNvSpPr/>
            <p:nvPr userDrawn="1"/>
          </p:nvSpPr>
          <p:spPr>
            <a:xfrm>
              <a:off x="1527349" y="6784951"/>
              <a:ext cx="5095320" cy="90810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6168617" y="6784951"/>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1073297" y="6784950"/>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6"/>
          <p:cNvSpPr>
            <a:spLocks noGrp="1"/>
          </p:cNvSpPr>
          <p:nvPr>
            <p:ph type="body" sz="quarter" idx="21" hasCustomPrompt="1"/>
          </p:nvPr>
        </p:nvSpPr>
        <p:spPr>
          <a:xfrm>
            <a:off x="2629515" y="2665868"/>
            <a:ext cx="4389120" cy="720080"/>
          </a:xfrm>
        </p:spPr>
        <p:txBody>
          <a:bodyPr anchor="ctr">
            <a:noAutofit/>
          </a:bodyPr>
          <a:lstStyle>
            <a:lvl1pPr algn="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cxnSp>
        <p:nvCxnSpPr>
          <p:cNvPr id="26" name="直線コネクタ 25"/>
          <p:cNvCxnSpPr/>
          <p:nvPr userDrawn="1"/>
        </p:nvCxnSpPr>
        <p:spPr>
          <a:xfrm flipH="1">
            <a:off x="7605738" y="0"/>
            <a:ext cx="526" cy="1028700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9" name="円/楕円 18"/>
          <p:cNvSpPr/>
          <p:nvPr userDrawn="1"/>
        </p:nvSpPr>
        <p:spPr>
          <a:xfrm>
            <a:off x="7276398" y="2703305"/>
            <a:ext cx="659206" cy="6592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33" name="テキスト プレースホルダー 6"/>
          <p:cNvSpPr>
            <a:spLocks noGrp="1"/>
          </p:cNvSpPr>
          <p:nvPr>
            <p:ph type="body" sz="quarter" idx="22" hasCustomPrompt="1"/>
          </p:nvPr>
        </p:nvSpPr>
        <p:spPr>
          <a:xfrm>
            <a:off x="2641600" y="3977035"/>
            <a:ext cx="4377035" cy="777302"/>
          </a:xfrm>
        </p:spPr>
        <p:txBody>
          <a:bodyPr anchor="ctr">
            <a:noAutofit/>
          </a:bodyPr>
          <a:lstStyle>
            <a:lvl1pPr algn="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4" name="円/楕円 33"/>
          <p:cNvSpPr/>
          <p:nvPr userDrawn="1"/>
        </p:nvSpPr>
        <p:spPr>
          <a:xfrm>
            <a:off x="7276398" y="4043083"/>
            <a:ext cx="659206" cy="65920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p>
        </p:txBody>
      </p:sp>
      <p:sp>
        <p:nvSpPr>
          <p:cNvPr id="35" name="テキスト プレースホルダー 6"/>
          <p:cNvSpPr>
            <a:spLocks noGrp="1"/>
          </p:cNvSpPr>
          <p:nvPr>
            <p:ph type="body" sz="quarter" idx="28" hasCustomPrompt="1"/>
          </p:nvPr>
        </p:nvSpPr>
        <p:spPr>
          <a:xfrm>
            <a:off x="8181930" y="2594816"/>
            <a:ext cx="9351326"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29" hasCustomPrompt="1"/>
          </p:nvPr>
        </p:nvSpPr>
        <p:spPr>
          <a:xfrm>
            <a:off x="8181930" y="3934594"/>
            <a:ext cx="9351326"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30" hasCustomPrompt="1"/>
          </p:nvPr>
        </p:nvSpPr>
        <p:spPr>
          <a:xfrm>
            <a:off x="2629515" y="5345424"/>
            <a:ext cx="4389120" cy="720080"/>
          </a:xfrm>
        </p:spPr>
        <p:txBody>
          <a:bodyPr anchor="ctr">
            <a:noAutofit/>
          </a:bodyPr>
          <a:lstStyle>
            <a:lvl1pPr algn="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2" name="円/楕円 41"/>
          <p:cNvSpPr/>
          <p:nvPr userDrawn="1"/>
        </p:nvSpPr>
        <p:spPr>
          <a:xfrm>
            <a:off x="7276398" y="5382861"/>
            <a:ext cx="659206" cy="6592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43" name="テキスト プレースホルダー 6"/>
          <p:cNvSpPr>
            <a:spLocks noGrp="1"/>
          </p:cNvSpPr>
          <p:nvPr>
            <p:ph type="body" sz="quarter" idx="31" hasCustomPrompt="1"/>
          </p:nvPr>
        </p:nvSpPr>
        <p:spPr>
          <a:xfrm>
            <a:off x="8181930" y="5274372"/>
            <a:ext cx="9351326"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8" name="テキスト プレースホルダー 6"/>
          <p:cNvSpPr>
            <a:spLocks noGrp="1"/>
          </p:cNvSpPr>
          <p:nvPr>
            <p:ph type="body" sz="quarter" idx="32" hasCustomPrompt="1"/>
          </p:nvPr>
        </p:nvSpPr>
        <p:spPr>
          <a:xfrm>
            <a:off x="2641600" y="6656591"/>
            <a:ext cx="4377035" cy="777302"/>
          </a:xfrm>
        </p:spPr>
        <p:txBody>
          <a:bodyPr anchor="ctr">
            <a:noAutofit/>
          </a:bodyPr>
          <a:lstStyle>
            <a:lvl1pPr algn="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49" name="円/楕円 48"/>
          <p:cNvSpPr/>
          <p:nvPr userDrawn="1"/>
        </p:nvSpPr>
        <p:spPr>
          <a:xfrm>
            <a:off x="7276398" y="6722639"/>
            <a:ext cx="659206" cy="6592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p>
        </p:txBody>
      </p:sp>
      <p:sp>
        <p:nvSpPr>
          <p:cNvPr id="50" name="テキスト プレースホルダー 6"/>
          <p:cNvSpPr>
            <a:spLocks noGrp="1"/>
          </p:cNvSpPr>
          <p:nvPr>
            <p:ph type="body" sz="quarter" idx="33" hasCustomPrompt="1"/>
          </p:nvPr>
        </p:nvSpPr>
        <p:spPr>
          <a:xfrm>
            <a:off x="8181930" y="6614150"/>
            <a:ext cx="9351326"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62" name="テキスト プレースホルダー 6"/>
          <p:cNvSpPr>
            <a:spLocks noGrp="1"/>
          </p:cNvSpPr>
          <p:nvPr>
            <p:ph type="body" sz="quarter" idx="34" hasCustomPrompt="1"/>
          </p:nvPr>
        </p:nvSpPr>
        <p:spPr>
          <a:xfrm>
            <a:off x="2629515" y="8024980"/>
            <a:ext cx="4389120" cy="720080"/>
          </a:xfrm>
        </p:spPr>
        <p:txBody>
          <a:bodyPr anchor="ctr">
            <a:noAutofit/>
          </a:bodyPr>
          <a:lstStyle>
            <a:lvl1pPr algn="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63" name="円/楕円 62"/>
          <p:cNvSpPr/>
          <p:nvPr userDrawn="1"/>
        </p:nvSpPr>
        <p:spPr>
          <a:xfrm>
            <a:off x="7276398" y="8062417"/>
            <a:ext cx="659206" cy="65920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64" name="テキスト プレースホルダー 6"/>
          <p:cNvSpPr>
            <a:spLocks noGrp="1"/>
          </p:cNvSpPr>
          <p:nvPr>
            <p:ph type="body" sz="quarter" idx="35" hasCustomPrompt="1"/>
          </p:nvPr>
        </p:nvSpPr>
        <p:spPr>
          <a:xfrm>
            <a:off x="8181930" y="7953928"/>
            <a:ext cx="9351326"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51" name="正方形/長方形 50"/>
          <p:cNvSpPr/>
          <p:nvPr userDrawn="1"/>
        </p:nvSpPr>
        <p:spPr>
          <a:xfrm>
            <a:off x="0" y="0"/>
            <a:ext cx="18286413" cy="20174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タイトル 1"/>
          <p:cNvSpPr>
            <a:spLocks noGrp="1"/>
          </p:cNvSpPr>
          <p:nvPr>
            <p:ph type="title" hasCustomPrompt="1"/>
          </p:nvPr>
        </p:nvSpPr>
        <p:spPr>
          <a:xfrm>
            <a:off x="884799" y="457199"/>
            <a:ext cx="16516812" cy="1161143"/>
          </a:xfrm>
        </p:spPr>
        <p:txBody>
          <a:bodyPr>
            <a:noAutofit/>
          </a:bodyPr>
          <a:lstStyle>
            <a:lvl1pPr algn="ctr">
              <a:defRPr sz="6600">
                <a:solidFill>
                  <a:schemeClr val="bg1"/>
                </a:solidFill>
                <a:latin typeface="Route 159 UltraLight" pitchFamily="50" charset="0"/>
              </a:defRPr>
            </a:lvl1pPr>
          </a:lstStyle>
          <a:p>
            <a:r>
              <a:rPr kumimoji="1" lang="en-US" altLang="ja-JP" dirty="0"/>
              <a:t>Text</a:t>
            </a:r>
            <a:endParaRPr kumimoji="1" lang="ja-JP" altLang="en-US" dirty="0"/>
          </a:p>
        </p:txBody>
      </p:sp>
    </p:spTree>
    <p:extLst>
      <p:ext uri="{BB962C8B-B14F-4D97-AF65-F5344CB8AC3E}">
        <p14:creationId xmlns:p14="http://schemas.microsoft.com/office/powerpoint/2010/main" val="118417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randombar(horizontal)">
                                      <p:cBhvr>
                                        <p:cTn id="7" dur="500"/>
                                        <p:tgtEl>
                                          <p:spTgt spid="51"/>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500"/>
                                        <p:tgtEl>
                                          <p:spTgt spid="26"/>
                                        </p:tgtEl>
                                      </p:cBhvr>
                                    </p:animEffect>
                                  </p:childTnLst>
                                </p:cTn>
                              </p:par>
                            </p:childTnLst>
                          </p:cTn>
                        </p:par>
                        <p:par>
                          <p:cTn id="17" fill="hold">
                            <p:stCondLst>
                              <p:cond delay="1500"/>
                            </p:stCondLst>
                            <p:childTnLst>
                              <p:par>
                                <p:cTn id="18" presetID="2" presetClass="entr" presetSubtype="1" decel="100000" fill="hold" grpId="0" nodeType="afterEffect">
                                  <p:stCondLst>
                                    <p:cond delay="500"/>
                                  </p:stCondLst>
                                  <p:childTnLst>
                                    <p:set>
                                      <p:cBhvr>
                                        <p:cTn id="19" dur="1" fill="hold">
                                          <p:stCondLst>
                                            <p:cond delay="0"/>
                                          </p:stCondLst>
                                        </p:cTn>
                                        <p:tgtEl>
                                          <p:spTgt spid="19"/>
                                        </p:tgtEl>
                                        <p:attrNameLst>
                                          <p:attrName>style.visibility</p:attrName>
                                        </p:attrNameLst>
                                      </p:cBhvr>
                                      <p:to>
                                        <p:strVal val="visible"/>
                                      </p:to>
                                    </p:set>
                                    <p:anim calcmode="lin" valueType="num">
                                      <p:cBhvr additive="base">
                                        <p:cTn id="20" dur="500" fill="hold"/>
                                        <p:tgtEl>
                                          <p:spTgt spid="19"/>
                                        </p:tgtEl>
                                        <p:attrNameLst>
                                          <p:attrName>ppt_x</p:attrName>
                                        </p:attrNameLst>
                                      </p:cBhvr>
                                      <p:tavLst>
                                        <p:tav tm="0">
                                          <p:val>
                                            <p:strVal val="#ppt_x"/>
                                          </p:val>
                                        </p:tav>
                                        <p:tav tm="100000">
                                          <p:val>
                                            <p:strVal val="#ppt_x"/>
                                          </p:val>
                                        </p:tav>
                                      </p:tavLst>
                                    </p:anim>
                                    <p:anim calcmode="lin" valueType="num">
                                      <p:cBhvr additive="base">
                                        <p:cTn id="21" dur="500" fill="hold"/>
                                        <p:tgtEl>
                                          <p:spTgt spid="19"/>
                                        </p:tgtEl>
                                        <p:attrNameLst>
                                          <p:attrName>ppt_y</p:attrName>
                                        </p:attrNameLst>
                                      </p:cBhvr>
                                      <p:tavLst>
                                        <p:tav tm="0">
                                          <p:val>
                                            <p:strVal val="0-#ppt_h/2"/>
                                          </p:val>
                                        </p:tav>
                                        <p:tav tm="100000">
                                          <p:val>
                                            <p:strVal val="#ppt_y"/>
                                          </p:val>
                                        </p:tav>
                                      </p:tavLst>
                                    </p:anim>
                                  </p:childTnLst>
                                </p:cTn>
                              </p:par>
                            </p:childTnLst>
                          </p:cTn>
                        </p:par>
                        <p:par>
                          <p:cTn id="22" fill="hold">
                            <p:stCondLst>
                              <p:cond delay="2500"/>
                            </p:stCondLst>
                            <p:childTnLst>
                              <p:par>
                                <p:cTn id="23" presetID="2" presetClass="entr" presetSubtype="8" decel="100000" fill="hold" grpId="0" nodeType="afterEffect">
                                  <p:stCondLst>
                                    <p:cond delay="0"/>
                                  </p:stCondLst>
                                  <p:iterate type="wd">
                                    <p:tmPct val="10000"/>
                                  </p:iterate>
                                  <p:childTnLst>
                                    <p:set>
                                      <p:cBhvr>
                                        <p:cTn id="24" dur="1" fill="hold">
                                          <p:stCondLst>
                                            <p:cond delay="0"/>
                                          </p:stCondLst>
                                        </p:cTn>
                                        <p:tgtEl>
                                          <p:spTgt spid="21">
                                            <p:txEl>
                                              <p:pRg st="0" end="0"/>
                                            </p:txEl>
                                          </p:spTgt>
                                        </p:tgtEl>
                                        <p:attrNameLst>
                                          <p:attrName>style.visibility</p:attrName>
                                        </p:attrNameLst>
                                      </p:cBhvr>
                                      <p:to>
                                        <p:strVal val="visible"/>
                                      </p:to>
                                    </p:set>
                                    <p:anim calcmode="lin" valueType="num">
                                      <p:cBhvr additive="base">
                                        <p:cTn id="25"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
                                            <p:txEl>
                                              <p:pRg st="0" end="0"/>
                                            </p:txEl>
                                          </p:spTgt>
                                        </p:tgtEl>
                                        <p:attrNameLst>
                                          <p:attrName>ppt_y</p:attrName>
                                        </p:attrNameLst>
                                      </p:cBhvr>
                                      <p:tavLst>
                                        <p:tav tm="0">
                                          <p:val>
                                            <p:strVal val="#ppt_y"/>
                                          </p:val>
                                        </p:tav>
                                        <p:tav tm="100000">
                                          <p:val>
                                            <p:strVal val="#ppt_y"/>
                                          </p:val>
                                        </p:tav>
                                      </p:tavLst>
                                    </p:anim>
                                  </p:childTnLst>
                                </p:cTn>
                              </p:par>
                              <p:par>
                                <p:cTn id="27" presetID="2" presetClass="entr" presetSubtype="1" decel="10000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0-#ppt_h/2"/>
                                          </p:val>
                                        </p:tav>
                                        <p:tav tm="100000">
                                          <p:val>
                                            <p:strVal val="#ppt_y"/>
                                          </p:val>
                                        </p:tav>
                                      </p:tavLst>
                                    </p:anim>
                                  </p:childTnLst>
                                </p:cTn>
                              </p:par>
                            </p:childTnLst>
                          </p:cTn>
                        </p:par>
                        <p:par>
                          <p:cTn id="31" fill="hold">
                            <p:stCondLst>
                              <p:cond delay="3100"/>
                            </p:stCondLst>
                            <p:childTnLst>
                              <p:par>
                                <p:cTn id="32" presetID="22" presetClass="entr" presetSubtype="8" fill="hold" grpId="0" nodeType="afterEffect">
                                  <p:stCondLst>
                                    <p:cond delay="0"/>
                                  </p:stCondLst>
                                  <p:childTnLst>
                                    <p:set>
                                      <p:cBhvr>
                                        <p:cTn id="33" dur="1" fill="hold">
                                          <p:stCondLst>
                                            <p:cond delay="0"/>
                                          </p:stCondLst>
                                        </p:cTn>
                                        <p:tgtEl>
                                          <p:spTgt spid="35">
                                            <p:txEl>
                                              <p:pRg st="0" end="0"/>
                                            </p:txEl>
                                          </p:spTgt>
                                        </p:tgtEl>
                                        <p:attrNameLst>
                                          <p:attrName>style.visibility</p:attrName>
                                        </p:attrNameLst>
                                      </p:cBhvr>
                                      <p:to>
                                        <p:strVal val="visible"/>
                                      </p:to>
                                    </p:set>
                                    <p:animEffect transition="in" filter="wipe(left)">
                                      <p:cBhvr>
                                        <p:cTn id="34" dur="500"/>
                                        <p:tgtEl>
                                          <p:spTgt spid="35">
                                            <p:txEl>
                                              <p:pRg st="0" end="0"/>
                                            </p:txEl>
                                          </p:spTgt>
                                        </p:tgtEl>
                                      </p:cBhvr>
                                    </p:animEffect>
                                  </p:childTnLst>
                                </p:cTn>
                              </p:par>
                            </p:childTnLst>
                          </p:cTn>
                        </p:par>
                        <p:par>
                          <p:cTn id="35" fill="hold">
                            <p:stCondLst>
                              <p:cond delay="3600"/>
                            </p:stCondLst>
                            <p:childTnLst>
                              <p:par>
                                <p:cTn id="36" presetID="2" presetClass="entr" presetSubtype="1" decel="100000" fill="hold" grpId="0" nodeType="after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additive="base">
                                        <p:cTn id="38" dur="500" fill="hold"/>
                                        <p:tgtEl>
                                          <p:spTgt spid="34"/>
                                        </p:tgtEl>
                                        <p:attrNameLst>
                                          <p:attrName>ppt_x</p:attrName>
                                        </p:attrNameLst>
                                      </p:cBhvr>
                                      <p:tavLst>
                                        <p:tav tm="0">
                                          <p:val>
                                            <p:strVal val="#ppt_x"/>
                                          </p:val>
                                        </p:tav>
                                        <p:tav tm="100000">
                                          <p:val>
                                            <p:strVal val="#ppt_x"/>
                                          </p:val>
                                        </p:tav>
                                      </p:tavLst>
                                    </p:anim>
                                    <p:anim calcmode="lin" valueType="num">
                                      <p:cBhvr additive="base">
                                        <p:cTn id="39" dur="500" fill="hold"/>
                                        <p:tgtEl>
                                          <p:spTgt spid="34"/>
                                        </p:tgtEl>
                                        <p:attrNameLst>
                                          <p:attrName>ppt_y</p:attrName>
                                        </p:attrNameLst>
                                      </p:cBhvr>
                                      <p:tavLst>
                                        <p:tav tm="0">
                                          <p:val>
                                            <p:strVal val="0-#ppt_h/2"/>
                                          </p:val>
                                        </p:tav>
                                        <p:tav tm="100000">
                                          <p:val>
                                            <p:strVal val="#ppt_y"/>
                                          </p:val>
                                        </p:tav>
                                      </p:tavLst>
                                    </p:anim>
                                  </p:childTnLst>
                                </p:cTn>
                              </p:par>
                            </p:childTnLst>
                          </p:cTn>
                        </p:par>
                        <p:par>
                          <p:cTn id="40" fill="hold">
                            <p:stCondLst>
                              <p:cond delay="4100"/>
                            </p:stCondLst>
                            <p:childTnLst>
                              <p:par>
                                <p:cTn id="41" presetID="2" presetClass="entr" presetSubtype="8" decel="100000" fill="hold" grpId="0" nodeType="afterEffect">
                                  <p:stCondLst>
                                    <p:cond delay="0"/>
                                  </p:stCondLst>
                                  <p:iterate type="wd">
                                    <p:tmPct val="10000"/>
                                  </p:iterate>
                                  <p:childTnLst>
                                    <p:set>
                                      <p:cBhvr>
                                        <p:cTn id="42" dur="1" fill="hold">
                                          <p:stCondLst>
                                            <p:cond delay="0"/>
                                          </p:stCondLst>
                                        </p:cTn>
                                        <p:tgtEl>
                                          <p:spTgt spid="33">
                                            <p:txEl>
                                              <p:pRg st="0" end="0"/>
                                            </p:txEl>
                                          </p:spTgt>
                                        </p:tgtEl>
                                        <p:attrNameLst>
                                          <p:attrName>style.visibility</p:attrName>
                                        </p:attrNameLst>
                                      </p:cBhvr>
                                      <p:to>
                                        <p:strVal val="visible"/>
                                      </p:to>
                                    </p:set>
                                    <p:anim calcmode="lin" valueType="num">
                                      <p:cBhvr additive="base">
                                        <p:cTn id="43" dur="500" fill="hold"/>
                                        <p:tgtEl>
                                          <p:spTgt spid="33">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3">
                                            <p:txEl>
                                              <p:pRg st="0" end="0"/>
                                            </p:txEl>
                                          </p:spTgt>
                                        </p:tgtEl>
                                        <p:attrNameLst>
                                          <p:attrName>ppt_y</p:attrName>
                                        </p:attrNameLst>
                                      </p:cBhvr>
                                      <p:tavLst>
                                        <p:tav tm="0">
                                          <p:val>
                                            <p:strVal val="#ppt_y"/>
                                          </p:val>
                                        </p:tav>
                                        <p:tav tm="100000">
                                          <p:val>
                                            <p:strVal val="#ppt_y"/>
                                          </p:val>
                                        </p:tav>
                                      </p:tavLst>
                                    </p:anim>
                                  </p:childTnLst>
                                </p:cTn>
                              </p:par>
                              <p:par>
                                <p:cTn id="45" presetID="2" presetClass="entr" presetSubtype="1" decel="10000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additive="base">
                                        <p:cTn id="47" dur="500" fill="hold"/>
                                        <p:tgtEl>
                                          <p:spTgt spid="29"/>
                                        </p:tgtEl>
                                        <p:attrNameLst>
                                          <p:attrName>ppt_x</p:attrName>
                                        </p:attrNameLst>
                                      </p:cBhvr>
                                      <p:tavLst>
                                        <p:tav tm="0">
                                          <p:val>
                                            <p:strVal val="#ppt_x"/>
                                          </p:val>
                                        </p:tav>
                                        <p:tav tm="100000">
                                          <p:val>
                                            <p:strVal val="#ppt_x"/>
                                          </p:val>
                                        </p:tav>
                                      </p:tavLst>
                                    </p:anim>
                                    <p:anim calcmode="lin" valueType="num">
                                      <p:cBhvr additive="base">
                                        <p:cTn id="48" dur="500" fill="hold"/>
                                        <p:tgtEl>
                                          <p:spTgt spid="29"/>
                                        </p:tgtEl>
                                        <p:attrNameLst>
                                          <p:attrName>ppt_y</p:attrName>
                                        </p:attrNameLst>
                                      </p:cBhvr>
                                      <p:tavLst>
                                        <p:tav tm="0">
                                          <p:val>
                                            <p:strVal val="0-#ppt_h/2"/>
                                          </p:val>
                                        </p:tav>
                                        <p:tav tm="100000">
                                          <p:val>
                                            <p:strVal val="#ppt_y"/>
                                          </p:val>
                                        </p:tav>
                                      </p:tavLst>
                                    </p:anim>
                                  </p:childTnLst>
                                </p:cTn>
                              </p:par>
                            </p:childTnLst>
                          </p:cTn>
                        </p:par>
                        <p:par>
                          <p:cTn id="49" fill="hold">
                            <p:stCondLst>
                              <p:cond delay="4700"/>
                            </p:stCondLst>
                            <p:childTnLst>
                              <p:par>
                                <p:cTn id="50" presetID="22" presetClass="entr" presetSubtype="8" fill="hold" grpId="0" nodeType="afterEffect">
                                  <p:stCondLst>
                                    <p:cond delay="0"/>
                                  </p:stCondLst>
                                  <p:childTnLst>
                                    <p:set>
                                      <p:cBhvr>
                                        <p:cTn id="51" dur="1" fill="hold">
                                          <p:stCondLst>
                                            <p:cond delay="0"/>
                                          </p:stCondLst>
                                        </p:cTn>
                                        <p:tgtEl>
                                          <p:spTgt spid="36">
                                            <p:txEl>
                                              <p:pRg st="0" end="0"/>
                                            </p:txEl>
                                          </p:spTgt>
                                        </p:tgtEl>
                                        <p:attrNameLst>
                                          <p:attrName>style.visibility</p:attrName>
                                        </p:attrNameLst>
                                      </p:cBhvr>
                                      <p:to>
                                        <p:strVal val="visible"/>
                                      </p:to>
                                    </p:set>
                                    <p:animEffect transition="in" filter="wipe(left)">
                                      <p:cBhvr>
                                        <p:cTn id="52" dur="500"/>
                                        <p:tgtEl>
                                          <p:spTgt spid="36">
                                            <p:txEl>
                                              <p:pRg st="0" end="0"/>
                                            </p:txEl>
                                          </p:spTgt>
                                        </p:tgtEl>
                                      </p:cBhvr>
                                    </p:animEffect>
                                  </p:childTnLst>
                                </p:cTn>
                              </p:par>
                            </p:childTnLst>
                          </p:cTn>
                        </p:par>
                        <p:par>
                          <p:cTn id="53" fill="hold">
                            <p:stCondLst>
                              <p:cond delay="5200"/>
                            </p:stCondLst>
                            <p:childTnLst>
                              <p:par>
                                <p:cTn id="54" presetID="2" presetClass="entr" presetSubtype="1" decel="100000" fill="hold" grpId="0" nodeType="afterEffect">
                                  <p:stCondLst>
                                    <p:cond delay="0"/>
                                  </p:stCondLst>
                                  <p:childTnLst>
                                    <p:set>
                                      <p:cBhvr>
                                        <p:cTn id="55" dur="1" fill="hold">
                                          <p:stCondLst>
                                            <p:cond delay="0"/>
                                          </p:stCondLst>
                                        </p:cTn>
                                        <p:tgtEl>
                                          <p:spTgt spid="42"/>
                                        </p:tgtEl>
                                        <p:attrNameLst>
                                          <p:attrName>style.visibility</p:attrName>
                                        </p:attrNameLst>
                                      </p:cBhvr>
                                      <p:to>
                                        <p:strVal val="visible"/>
                                      </p:to>
                                    </p:set>
                                    <p:anim calcmode="lin" valueType="num">
                                      <p:cBhvr additive="base">
                                        <p:cTn id="56" dur="500" fill="hold"/>
                                        <p:tgtEl>
                                          <p:spTgt spid="42"/>
                                        </p:tgtEl>
                                        <p:attrNameLst>
                                          <p:attrName>ppt_x</p:attrName>
                                        </p:attrNameLst>
                                      </p:cBhvr>
                                      <p:tavLst>
                                        <p:tav tm="0">
                                          <p:val>
                                            <p:strVal val="#ppt_x"/>
                                          </p:val>
                                        </p:tav>
                                        <p:tav tm="100000">
                                          <p:val>
                                            <p:strVal val="#ppt_x"/>
                                          </p:val>
                                        </p:tav>
                                      </p:tavLst>
                                    </p:anim>
                                    <p:anim calcmode="lin" valueType="num">
                                      <p:cBhvr additive="base">
                                        <p:cTn id="57" dur="500" fill="hold"/>
                                        <p:tgtEl>
                                          <p:spTgt spid="42"/>
                                        </p:tgtEl>
                                        <p:attrNameLst>
                                          <p:attrName>ppt_y</p:attrName>
                                        </p:attrNameLst>
                                      </p:cBhvr>
                                      <p:tavLst>
                                        <p:tav tm="0">
                                          <p:val>
                                            <p:strVal val="0-#ppt_h/2"/>
                                          </p:val>
                                        </p:tav>
                                        <p:tav tm="100000">
                                          <p:val>
                                            <p:strVal val="#ppt_y"/>
                                          </p:val>
                                        </p:tav>
                                      </p:tavLst>
                                    </p:anim>
                                  </p:childTnLst>
                                </p:cTn>
                              </p:par>
                            </p:childTnLst>
                          </p:cTn>
                        </p:par>
                        <p:par>
                          <p:cTn id="58" fill="hold">
                            <p:stCondLst>
                              <p:cond delay="5700"/>
                            </p:stCondLst>
                            <p:childTnLst>
                              <p:par>
                                <p:cTn id="59" presetID="2" presetClass="entr" presetSubtype="8" decel="100000" fill="hold" grpId="0" nodeType="afterEffect">
                                  <p:stCondLst>
                                    <p:cond delay="0"/>
                                  </p:stCondLst>
                                  <p:iterate type="wd">
                                    <p:tmPct val="10000"/>
                                  </p:iterate>
                                  <p:childTnLst>
                                    <p:set>
                                      <p:cBhvr>
                                        <p:cTn id="60" dur="1" fill="hold">
                                          <p:stCondLst>
                                            <p:cond delay="0"/>
                                          </p:stCondLst>
                                        </p:cTn>
                                        <p:tgtEl>
                                          <p:spTgt spid="41">
                                            <p:txEl>
                                              <p:pRg st="0" end="0"/>
                                            </p:txEl>
                                          </p:spTgt>
                                        </p:tgtEl>
                                        <p:attrNameLst>
                                          <p:attrName>style.visibility</p:attrName>
                                        </p:attrNameLst>
                                      </p:cBhvr>
                                      <p:to>
                                        <p:strVal val="visible"/>
                                      </p:to>
                                    </p:set>
                                    <p:anim calcmode="lin" valueType="num">
                                      <p:cBhvr additive="base">
                                        <p:cTn id="61" dur="500" fill="hold"/>
                                        <p:tgtEl>
                                          <p:spTgt spid="41">
                                            <p:txEl>
                                              <p:pRg st="0" end="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1">
                                            <p:txEl>
                                              <p:pRg st="0" end="0"/>
                                            </p:txEl>
                                          </p:spTgt>
                                        </p:tgtEl>
                                        <p:attrNameLst>
                                          <p:attrName>ppt_y</p:attrName>
                                        </p:attrNameLst>
                                      </p:cBhvr>
                                      <p:tavLst>
                                        <p:tav tm="0">
                                          <p:val>
                                            <p:strVal val="#ppt_y"/>
                                          </p:val>
                                        </p:tav>
                                        <p:tav tm="100000">
                                          <p:val>
                                            <p:strVal val="#ppt_y"/>
                                          </p:val>
                                        </p:tav>
                                      </p:tavLst>
                                    </p:anim>
                                  </p:childTnLst>
                                </p:cTn>
                              </p:par>
                              <p:par>
                                <p:cTn id="63" presetID="2" presetClass="entr" presetSubtype="1" decel="100000" fill="hold" nodeType="with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
                                          </p:val>
                                        </p:tav>
                                        <p:tav tm="100000">
                                          <p:val>
                                            <p:strVal val="#ppt_x"/>
                                          </p:val>
                                        </p:tav>
                                      </p:tavLst>
                                    </p:anim>
                                    <p:anim calcmode="lin" valueType="num">
                                      <p:cBhvr additive="base">
                                        <p:cTn id="66" dur="500" fill="hold"/>
                                        <p:tgtEl>
                                          <p:spTgt spid="37"/>
                                        </p:tgtEl>
                                        <p:attrNameLst>
                                          <p:attrName>ppt_y</p:attrName>
                                        </p:attrNameLst>
                                      </p:cBhvr>
                                      <p:tavLst>
                                        <p:tav tm="0">
                                          <p:val>
                                            <p:strVal val="0-#ppt_h/2"/>
                                          </p:val>
                                        </p:tav>
                                        <p:tav tm="100000">
                                          <p:val>
                                            <p:strVal val="#ppt_y"/>
                                          </p:val>
                                        </p:tav>
                                      </p:tavLst>
                                    </p:anim>
                                  </p:childTnLst>
                                </p:cTn>
                              </p:par>
                            </p:childTnLst>
                          </p:cTn>
                        </p:par>
                        <p:par>
                          <p:cTn id="67" fill="hold">
                            <p:stCondLst>
                              <p:cond delay="6300"/>
                            </p:stCondLst>
                            <p:childTnLst>
                              <p:par>
                                <p:cTn id="68" presetID="22" presetClass="entr" presetSubtype="8" fill="hold" grpId="0" nodeType="afterEffect">
                                  <p:stCondLst>
                                    <p:cond delay="0"/>
                                  </p:stCondLst>
                                  <p:childTnLst>
                                    <p:set>
                                      <p:cBhvr>
                                        <p:cTn id="69" dur="1" fill="hold">
                                          <p:stCondLst>
                                            <p:cond delay="0"/>
                                          </p:stCondLst>
                                        </p:cTn>
                                        <p:tgtEl>
                                          <p:spTgt spid="43">
                                            <p:txEl>
                                              <p:pRg st="0" end="0"/>
                                            </p:txEl>
                                          </p:spTgt>
                                        </p:tgtEl>
                                        <p:attrNameLst>
                                          <p:attrName>style.visibility</p:attrName>
                                        </p:attrNameLst>
                                      </p:cBhvr>
                                      <p:to>
                                        <p:strVal val="visible"/>
                                      </p:to>
                                    </p:set>
                                    <p:animEffect transition="in" filter="wipe(left)">
                                      <p:cBhvr>
                                        <p:cTn id="70" dur="500"/>
                                        <p:tgtEl>
                                          <p:spTgt spid="43">
                                            <p:txEl>
                                              <p:pRg st="0" end="0"/>
                                            </p:txEl>
                                          </p:spTgt>
                                        </p:tgtEl>
                                      </p:cBhvr>
                                    </p:animEffect>
                                  </p:childTnLst>
                                </p:cTn>
                              </p:par>
                            </p:childTnLst>
                          </p:cTn>
                        </p:par>
                        <p:par>
                          <p:cTn id="71" fill="hold">
                            <p:stCondLst>
                              <p:cond delay="6800"/>
                            </p:stCondLst>
                            <p:childTnLst>
                              <p:par>
                                <p:cTn id="72" presetID="2" presetClass="entr" presetSubtype="1" decel="100000" fill="hold" grpId="0" nodeType="afterEffect">
                                  <p:stCondLst>
                                    <p:cond delay="0"/>
                                  </p:stCondLst>
                                  <p:childTnLst>
                                    <p:set>
                                      <p:cBhvr>
                                        <p:cTn id="73" dur="1" fill="hold">
                                          <p:stCondLst>
                                            <p:cond delay="0"/>
                                          </p:stCondLst>
                                        </p:cTn>
                                        <p:tgtEl>
                                          <p:spTgt spid="49"/>
                                        </p:tgtEl>
                                        <p:attrNameLst>
                                          <p:attrName>style.visibility</p:attrName>
                                        </p:attrNameLst>
                                      </p:cBhvr>
                                      <p:to>
                                        <p:strVal val="visible"/>
                                      </p:to>
                                    </p:set>
                                    <p:anim calcmode="lin" valueType="num">
                                      <p:cBhvr additive="base">
                                        <p:cTn id="74" dur="500" fill="hold"/>
                                        <p:tgtEl>
                                          <p:spTgt spid="49"/>
                                        </p:tgtEl>
                                        <p:attrNameLst>
                                          <p:attrName>ppt_x</p:attrName>
                                        </p:attrNameLst>
                                      </p:cBhvr>
                                      <p:tavLst>
                                        <p:tav tm="0">
                                          <p:val>
                                            <p:strVal val="#ppt_x"/>
                                          </p:val>
                                        </p:tav>
                                        <p:tav tm="100000">
                                          <p:val>
                                            <p:strVal val="#ppt_x"/>
                                          </p:val>
                                        </p:tav>
                                      </p:tavLst>
                                    </p:anim>
                                    <p:anim calcmode="lin" valueType="num">
                                      <p:cBhvr additive="base">
                                        <p:cTn id="75" dur="500" fill="hold"/>
                                        <p:tgtEl>
                                          <p:spTgt spid="49"/>
                                        </p:tgtEl>
                                        <p:attrNameLst>
                                          <p:attrName>ppt_y</p:attrName>
                                        </p:attrNameLst>
                                      </p:cBhvr>
                                      <p:tavLst>
                                        <p:tav tm="0">
                                          <p:val>
                                            <p:strVal val="0-#ppt_h/2"/>
                                          </p:val>
                                        </p:tav>
                                        <p:tav tm="100000">
                                          <p:val>
                                            <p:strVal val="#ppt_y"/>
                                          </p:val>
                                        </p:tav>
                                      </p:tavLst>
                                    </p:anim>
                                  </p:childTnLst>
                                </p:cTn>
                              </p:par>
                            </p:childTnLst>
                          </p:cTn>
                        </p:par>
                        <p:par>
                          <p:cTn id="76" fill="hold">
                            <p:stCondLst>
                              <p:cond delay="7300"/>
                            </p:stCondLst>
                            <p:childTnLst>
                              <p:par>
                                <p:cTn id="77" presetID="2" presetClass="entr" presetSubtype="8" decel="100000" fill="hold" grpId="0" nodeType="afterEffect">
                                  <p:stCondLst>
                                    <p:cond delay="0"/>
                                  </p:stCondLst>
                                  <p:iterate type="wd">
                                    <p:tmPct val="10000"/>
                                  </p:iterate>
                                  <p:childTnLst>
                                    <p:set>
                                      <p:cBhvr>
                                        <p:cTn id="78" dur="1" fill="hold">
                                          <p:stCondLst>
                                            <p:cond delay="0"/>
                                          </p:stCondLst>
                                        </p:cTn>
                                        <p:tgtEl>
                                          <p:spTgt spid="48">
                                            <p:txEl>
                                              <p:pRg st="0" end="0"/>
                                            </p:txEl>
                                          </p:spTgt>
                                        </p:tgtEl>
                                        <p:attrNameLst>
                                          <p:attrName>style.visibility</p:attrName>
                                        </p:attrNameLst>
                                      </p:cBhvr>
                                      <p:to>
                                        <p:strVal val="visible"/>
                                      </p:to>
                                    </p:set>
                                    <p:anim calcmode="lin" valueType="num">
                                      <p:cBhvr additive="base">
                                        <p:cTn id="79" dur="500" fill="hold"/>
                                        <p:tgtEl>
                                          <p:spTgt spid="48">
                                            <p:txEl>
                                              <p:pRg st="0" end="0"/>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48">
                                            <p:txEl>
                                              <p:pRg st="0" end="0"/>
                                            </p:txEl>
                                          </p:spTgt>
                                        </p:tgtEl>
                                        <p:attrNameLst>
                                          <p:attrName>ppt_y</p:attrName>
                                        </p:attrNameLst>
                                      </p:cBhvr>
                                      <p:tavLst>
                                        <p:tav tm="0">
                                          <p:val>
                                            <p:strVal val="#ppt_y"/>
                                          </p:val>
                                        </p:tav>
                                        <p:tav tm="100000">
                                          <p:val>
                                            <p:strVal val="#ppt_y"/>
                                          </p:val>
                                        </p:tav>
                                      </p:tavLst>
                                    </p:anim>
                                  </p:childTnLst>
                                </p:cTn>
                              </p:par>
                              <p:par>
                                <p:cTn id="81" presetID="2" presetClass="entr" presetSubtype="1" decel="100000"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anim calcmode="lin" valueType="num">
                                      <p:cBhvr additive="base">
                                        <p:cTn id="83" dur="500" fill="hold"/>
                                        <p:tgtEl>
                                          <p:spTgt spid="44"/>
                                        </p:tgtEl>
                                        <p:attrNameLst>
                                          <p:attrName>ppt_x</p:attrName>
                                        </p:attrNameLst>
                                      </p:cBhvr>
                                      <p:tavLst>
                                        <p:tav tm="0">
                                          <p:val>
                                            <p:strVal val="#ppt_x"/>
                                          </p:val>
                                        </p:tav>
                                        <p:tav tm="100000">
                                          <p:val>
                                            <p:strVal val="#ppt_x"/>
                                          </p:val>
                                        </p:tav>
                                      </p:tavLst>
                                    </p:anim>
                                    <p:anim calcmode="lin" valueType="num">
                                      <p:cBhvr additive="base">
                                        <p:cTn id="84" dur="500" fill="hold"/>
                                        <p:tgtEl>
                                          <p:spTgt spid="44"/>
                                        </p:tgtEl>
                                        <p:attrNameLst>
                                          <p:attrName>ppt_y</p:attrName>
                                        </p:attrNameLst>
                                      </p:cBhvr>
                                      <p:tavLst>
                                        <p:tav tm="0">
                                          <p:val>
                                            <p:strVal val="0-#ppt_h/2"/>
                                          </p:val>
                                        </p:tav>
                                        <p:tav tm="100000">
                                          <p:val>
                                            <p:strVal val="#ppt_y"/>
                                          </p:val>
                                        </p:tav>
                                      </p:tavLst>
                                    </p:anim>
                                  </p:childTnLst>
                                </p:cTn>
                              </p:par>
                            </p:childTnLst>
                          </p:cTn>
                        </p:par>
                        <p:par>
                          <p:cTn id="85" fill="hold">
                            <p:stCondLst>
                              <p:cond delay="7900"/>
                            </p:stCondLst>
                            <p:childTnLst>
                              <p:par>
                                <p:cTn id="86" presetID="22" presetClass="entr" presetSubtype="8" fill="hold" grpId="0" nodeType="afterEffect">
                                  <p:stCondLst>
                                    <p:cond delay="0"/>
                                  </p:stCondLst>
                                  <p:childTnLst>
                                    <p:set>
                                      <p:cBhvr>
                                        <p:cTn id="87" dur="1" fill="hold">
                                          <p:stCondLst>
                                            <p:cond delay="0"/>
                                          </p:stCondLst>
                                        </p:cTn>
                                        <p:tgtEl>
                                          <p:spTgt spid="50">
                                            <p:txEl>
                                              <p:pRg st="0" end="0"/>
                                            </p:txEl>
                                          </p:spTgt>
                                        </p:tgtEl>
                                        <p:attrNameLst>
                                          <p:attrName>style.visibility</p:attrName>
                                        </p:attrNameLst>
                                      </p:cBhvr>
                                      <p:to>
                                        <p:strVal val="visible"/>
                                      </p:to>
                                    </p:set>
                                    <p:animEffect transition="in" filter="wipe(left)">
                                      <p:cBhvr>
                                        <p:cTn id="88" dur="500"/>
                                        <p:tgtEl>
                                          <p:spTgt spid="50">
                                            <p:txEl>
                                              <p:pRg st="0" end="0"/>
                                            </p:txEl>
                                          </p:spTgt>
                                        </p:tgtEl>
                                      </p:cBhvr>
                                    </p:animEffect>
                                  </p:childTnLst>
                                </p:cTn>
                              </p:par>
                            </p:childTnLst>
                          </p:cTn>
                        </p:par>
                        <p:par>
                          <p:cTn id="89" fill="hold">
                            <p:stCondLst>
                              <p:cond delay="8400"/>
                            </p:stCondLst>
                            <p:childTnLst>
                              <p:par>
                                <p:cTn id="90" presetID="2" presetClass="entr" presetSubtype="1" decel="100000" fill="hold" grpId="0" nodeType="afterEffect">
                                  <p:stCondLst>
                                    <p:cond delay="0"/>
                                  </p:stCondLst>
                                  <p:childTnLst>
                                    <p:set>
                                      <p:cBhvr>
                                        <p:cTn id="91" dur="1" fill="hold">
                                          <p:stCondLst>
                                            <p:cond delay="0"/>
                                          </p:stCondLst>
                                        </p:cTn>
                                        <p:tgtEl>
                                          <p:spTgt spid="63"/>
                                        </p:tgtEl>
                                        <p:attrNameLst>
                                          <p:attrName>style.visibility</p:attrName>
                                        </p:attrNameLst>
                                      </p:cBhvr>
                                      <p:to>
                                        <p:strVal val="visible"/>
                                      </p:to>
                                    </p:set>
                                    <p:anim calcmode="lin" valueType="num">
                                      <p:cBhvr additive="base">
                                        <p:cTn id="92" dur="500" fill="hold"/>
                                        <p:tgtEl>
                                          <p:spTgt spid="63"/>
                                        </p:tgtEl>
                                        <p:attrNameLst>
                                          <p:attrName>ppt_x</p:attrName>
                                        </p:attrNameLst>
                                      </p:cBhvr>
                                      <p:tavLst>
                                        <p:tav tm="0">
                                          <p:val>
                                            <p:strVal val="#ppt_x"/>
                                          </p:val>
                                        </p:tav>
                                        <p:tav tm="100000">
                                          <p:val>
                                            <p:strVal val="#ppt_x"/>
                                          </p:val>
                                        </p:tav>
                                      </p:tavLst>
                                    </p:anim>
                                    <p:anim calcmode="lin" valueType="num">
                                      <p:cBhvr additive="base">
                                        <p:cTn id="93" dur="500" fill="hold"/>
                                        <p:tgtEl>
                                          <p:spTgt spid="63"/>
                                        </p:tgtEl>
                                        <p:attrNameLst>
                                          <p:attrName>ppt_y</p:attrName>
                                        </p:attrNameLst>
                                      </p:cBhvr>
                                      <p:tavLst>
                                        <p:tav tm="0">
                                          <p:val>
                                            <p:strVal val="0-#ppt_h/2"/>
                                          </p:val>
                                        </p:tav>
                                        <p:tav tm="100000">
                                          <p:val>
                                            <p:strVal val="#ppt_y"/>
                                          </p:val>
                                        </p:tav>
                                      </p:tavLst>
                                    </p:anim>
                                  </p:childTnLst>
                                </p:cTn>
                              </p:par>
                            </p:childTnLst>
                          </p:cTn>
                        </p:par>
                        <p:par>
                          <p:cTn id="94" fill="hold">
                            <p:stCondLst>
                              <p:cond delay="8900"/>
                            </p:stCondLst>
                            <p:childTnLst>
                              <p:par>
                                <p:cTn id="95" presetID="2" presetClass="entr" presetSubtype="8" decel="100000" fill="hold" grpId="0" nodeType="afterEffect">
                                  <p:stCondLst>
                                    <p:cond delay="0"/>
                                  </p:stCondLst>
                                  <p:iterate type="wd">
                                    <p:tmPct val="10000"/>
                                  </p:iterate>
                                  <p:childTnLst>
                                    <p:set>
                                      <p:cBhvr>
                                        <p:cTn id="96" dur="1" fill="hold">
                                          <p:stCondLst>
                                            <p:cond delay="0"/>
                                          </p:stCondLst>
                                        </p:cTn>
                                        <p:tgtEl>
                                          <p:spTgt spid="62">
                                            <p:txEl>
                                              <p:pRg st="0" end="0"/>
                                            </p:txEl>
                                          </p:spTgt>
                                        </p:tgtEl>
                                        <p:attrNameLst>
                                          <p:attrName>style.visibility</p:attrName>
                                        </p:attrNameLst>
                                      </p:cBhvr>
                                      <p:to>
                                        <p:strVal val="visible"/>
                                      </p:to>
                                    </p:set>
                                    <p:anim calcmode="lin" valueType="num">
                                      <p:cBhvr additive="base">
                                        <p:cTn id="97" dur="500" fill="hold"/>
                                        <p:tgtEl>
                                          <p:spTgt spid="62">
                                            <p:txEl>
                                              <p:pRg st="0" end="0"/>
                                            </p:txEl>
                                          </p:spTgt>
                                        </p:tgtEl>
                                        <p:attrNameLst>
                                          <p:attrName>ppt_x</p:attrName>
                                        </p:attrNameLst>
                                      </p:cBhvr>
                                      <p:tavLst>
                                        <p:tav tm="0">
                                          <p:val>
                                            <p:strVal val="0-#ppt_w/2"/>
                                          </p:val>
                                        </p:tav>
                                        <p:tav tm="100000">
                                          <p:val>
                                            <p:strVal val="#ppt_x"/>
                                          </p:val>
                                        </p:tav>
                                      </p:tavLst>
                                    </p:anim>
                                    <p:anim calcmode="lin" valueType="num">
                                      <p:cBhvr additive="base">
                                        <p:cTn id="98" dur="500" fill="hold"/>
                                        <p:tgtEl>
                                          <p:spTgt spid="62">
                                            <p:txEl>
                                              <p:pRg st="0" end="0"/>
                                            </p:txEl>
                                          </p:spTgt>
                                        </p:tgtEl>
                                        <p:attrNameLst>
                                          <p:attrName>ppt_y</p:attrName>
                                        </p:attrNameLst>
                                      </p:cBhvr>
                                      <p:tavLst>
                                        <p:tav tm="0">
                                          <p:val>
                                            <p:strVal val="#ppt_y"/>
                                          </p:val>
                                        </p:tav>
                                        <p:tav tm="100000">
                                          <p:val>
                                            <p:strVal val="#ppt_y"/>
                                          </p:val>
                                        </p:tav>
                                      </p:tavLst>
                                    </p:anim>
                                  </p:childTnLst>
                                </p:cTn>
                              </p:par>
                              <p:par>
                                <p:cTn id="99" presetID="2" presetClass="entr" presetSubtype="1" decel="100000" fill="hold" nodeType="withEffect">
                                  <p:stCondLst>
                                    <p:cond delay="0"/>
                                  </p:stCondLst>
                                  <p:childTnLst>
                                    <p:set>
                                      <p:cBhvr>
                                        <p:cTn id="100" dur="1" fill="hold">
                                          <p:stCondLst>
                                            <p:cond delay="0"/>
                                          </p:stCondLst>
                                        </p:cTn>
                                        <p:tgtEl>
                                          <p:spTgt spid="58"/>
                                        </p:tgtEl>
                                        <p:attrNameLst>
                                          <p:attrName>style.visibility</p:attrName>
                                        </p:attrNameLst>
                                      </p:cBhvr>
                                      <p:to>
                                        <p:strVal val="visible"/>
                                      </p:to>
                                    </p:set>
                                    <p:anim calcmode="lin" valueType="num">
                                      <p:cBhvr additive="base">
                                        <p:cTn id="101" dur="500" fill="hold"/>
                                        <p:tgtEl>
                                          <p:spTgt spid="58"/>
                                        </p:tgtEl>
                                        <p:attrNameLst>
                                          <p:attrName>ppt_x</p:attrName>
                                        </p:attrNameLst>
                                      </p:cBhvr>
                                      <p:tavLst>
                                        <p:tav tm="0">
                                          <p:val>
                                            <p:strVal val="#ppt_x"/>
                                          </p:val>
                                        </p:tav>
                                        <p:tav tm="100000">
                                          <p:val>
                                            <p:strVal val="#ppt_x"/>
                                          </p:val>
                                        </p:tav>
                                      </p:tavLst>
                                    </p:anim>
                                    <p:anim calcmode="lin" valueType="num">
                                      <p:cBhvr additive="base">
                                        <p:cTn id="102" dur="500" fill="hold"/>
                                        <p:tgtEl>
                                          <p:spTgt spid="58"/>
                                        </p:tgtEl>
                                        <p:attrNameLst>
                                          <p:attrName>ppt_y</p:attrName>
                                        </p:attrNameLst>
                                      </p:cBhvr>
                                      <p:tavLst>
                                        <p:tav tm="0">
                                          <p:val>
                                            <p:strVal val="0-#ppt_h/2"/>
                                          </p:val>
                                        </p:tav>
                                        <p:tav tm="100000">
                                          <p:val>
                                            <p:strVal val="#ppt_y"/>
                                          </p:val>
                                        </p:tav>
                                      </p:tavLst>
                                    </p:anim>
                                  </p:childTnLst>
                                </p:cTn>
                              </p:par>
                            </p:childTnLst>
                          </p:cTn>
                        </p:par>
                        <p:par>
                          <p:cTn id="103" fill="hold">
                            <p:stCondLst>
                              <p:cond delay="9500"/>
                            </p:stCondLst>
                            <p:childTnLst>
                              <p:par>
                                <p:cTn id="104" presetID="22" presetClass="entr" presetSubtype="8" fill="hold" grpId="0" nodeType="afterEffect">
                                  <p:stCondLst>
                                    <p:cond delay="0"/>
                                  </p:stCondLst>
                                  <p:childTnLst>
                                    <p:set>
                                      <p:cBhvr>
                                        <p:cTn id="105" dur="1" fill="hold">
                                          <p:stCondLst>
                                            <p:cond delay="0"/>
                                          </p:stCondLst>
                                        </p:cTn>
                                        <p:tgtEl>
                                          <p:spTgt spid="64">
                                            <p:txEl>
                                              <p:pRg st="0" end="0"/>
                                            </p:txEl>
                                          </p:spTgt>
                                        </p:tgtEl>
                                        <p:attrNameLst>
                                          <p:attrName>style.visibility</p:attrName>
                                        </p:attrNameLst>
                                      </p:cBhvr>
                                      <p:to>
                                        <p:strVal val="visible"/>
                                      </p:to>
                                    </p:set>
                                    <p:animEffect transition="in" filter="wipe(left)">
                                      <p:cBhvr>
                                        <p:cTn id="106" dur="500"/>
                                        <p:tgtEl>
                                          <p:spTgt spid="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19" grpId="0" animBg="1"/>
      <p:bldP spid="33"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0-#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4" grpId="0" animBg="1"/>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build="p">
        <p:tmplLst>
          <p:tmpl lvl="1">
            <p:tnLst>
              <p:par>
                <p:cTn presetID="22" presetClass="entr" presetSubtype="8"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wipe(left)">
                      <p:cBhvr>
                        <p:cTn dur="500"/>
                        <p:tgtEl>
                          <p:spTgt spid="36"/>
                        </p:tgtEl>
                      </p:cBhvr>
                    </p:animEffect>
                  </p:childTnLst>
                </p:cTn>
              </p:par>
            </p:tnLst>
          </p:tmpl>
        </p:tmplLst>
      </p:bldP>
      <p:bldP spid="41"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0-#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42" grpId="0" animBg="1"/>
      <p:bldP spid="43" grpId="0" build="p">
        <p:tmplLst>
          <p:tmpl lvl="1">
            <p:tnLst>
              <p:par>
                <p:cTn presetID="22" presetClass="entr" presetSubtype="8"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left)">
                      <p:cBhvr>
                        <p:cTn dur="500"/>
                        <p:tgtEl>
                          <p:spTgt spid="43"/>
                        </p:tgtEl>
                      </p:cBhvr>
                    </p:animEffect>
                  </p:childTnLst>
                </p:cTn>
              </p:par>
            </p:tnLst>
          </p:tmpl>
        </p:tmplLst>
      </p:bldP>
      <p:bldP spid="48"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0-#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animBg="1"/>
      <p:bldP spid="50" grpId="0" build="p">
        <p:tmplLst>
          <p:tmpl lvl="1">
            <p:tnLst>
              <p:par>
                <p:cTn presetID="22" presetClass="entr" presetSubtype="8" fill="hold" nodeType="after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wipe(left)">
                      <p:cBhvr>
                        <p:cTn dur="500"/>
                        <p:tgtEl>
                          <p:spTgt spid="50"/>
                        </p:tgtEl>
                      </p:cBhvr>
                    </p:animEffect>
                  </p:childTnLst>
                </p:cTn>
              </p:par>
            </p:tnLst>
          </p:tmpl>
        </p:tmplLst>
      </p:bldP>
      <p:bldP spid="62"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0-#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animBg="1"/>
      <p:bldP spid="64" grpId="0" build="p">
        <p:tmplLst>
          <p:tmpl lvl="1">
            <p:tnLst>
              <p:par>
                <p:cTn presetID="22" presetClass="entr" presetSubtype="8" fill="hold" nodeType="after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wipe(left)">
                      <p:cBhvr>
                        <p:cTn dur="500"/>
                        <p:tgtEl>
                          <p:spTgt spid="64"/>
                        </p:tgtEl>
                      </p:cBhvr>
                    </p:animEffect>
                  </p:childTnLst>
                </p:cTn>
              </p:par>
            </p:tnLst>
          </p:tmpl>
        </p:tmplLst>
      </p:bldP>
      <p:bldP spid="51" grpId="0" animBg="1"/>
      <p:bldP spid="52" grpId="0"/>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irplane">
    <p:spTree>
      <p:nvGrpSpPr>
        <p:cNvPr id="1" name=""/>
        <p:cNvGrpSpPr/>
        <p:nvPr/>
      </p:nvGrpSpPr>
      <p:grpSpPr>
        <a:xfrm>
          <a:off x="0" y="0"/>
          <a:ext cx="0" cy="0"/>
          <a:chOff x="0" y="0"/>
          <a:chExt cx="0" cy="0"/>
        </a:xfrm>
      </p:grpSpPr>
      <p:sp>
        <p:nvSpPr>
          <p:cNvPr id="5" name="正方形/長方形 4"/>
          <p:cNvSpPr/>
          <p:nvPr userDrawn="1"/>
        </p:nvSpPr>
        <p:spPr>
          <a:xfrm>
            <a:off x="0" y="-2"/>
            <a:ext cx="18286413" cy="23829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85310" y="382380"/>
            <a:ext cx="11291454" cy="9421179"/>
          </a:xfrm>
          <a:prstGeom prst="rect">
            <a:avLst/>
          </a:prstGeom>
        </p:spPr>
      </p:pic>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11" name="タイトル プレースホルダー 1"/>
          <p:cNvSpPr>
            <a:spLocks noGrp="1"/>
          </p:cNvSpPr>
          <p:nvPr>
            <p:ph type="title" hasCustomPrompt="1"/>
          </p:nvPr>
        </p:nvSpPr>
        <p:spPr>
          <a:xfrm>
            <a:off x="8506709" y="248400"/>
            <a:ext cx="9599849" cy="1202400"/>
          </a:xfrm>
          <a:prstGeom prst="rect">
            <a:avLst/>
          </a:prstGeom>
        </p:spPr>
        <p:txBody>
          <a:bodyPr vert="horz" lIns="163275" tIns="81638" rIns="163275" bIns="81638" rtlCol="0" anchor="ctr">
            <a:normAutofit/>
          </a:bodyPr>
          <a:lstStyle>
            <a:lvl1pPr>
              <a:defRPr baseline="0">
                <a:solidFill>
                  <a:schemeClr val="bg1"/>
                </a:solidFill>
              </a:defRPr>
            </a:lvl1pPr>
          </a:lstStyle>
          <a:p>
            <a:r>
              <a:rPr kumimoji="1" lang="en-US" altLang="ja-JP" dirty="0"/>
              <a:t>Slide Title Goes Here</a:t>
            </a:r>
            <a:endParaRPr kumimoji="1" lang="ja-JP" altLang="en-US" dirty="0"/>
          </a:p>
        </p:txBody>
      </p:sp>
      <p:sp>
        <p:nvSpPr>
          <p:cNvPr id="12" name="テキスト プレースホルダー 6"/>
          <p:cNvSpPr>
            <a:spLocks noGrp="1"/>
          </p:cNvSpPr>
          <p:nvPr>
            <p:ph type="body" sz="quarter" idx="21" hasCustomPrompt="1"/>
          </p:nvPr>
        </p:nvSpPr>
        <p:spPr>
          <a:xfrm>
            <a:off x="623455" y="2665868"/>
            <a:ext cx="5702453" cy="720080"/>
          </a:xfrm>
        </p:spPr>
        <p:txBody>
          <a:bodyPr anchor="ctr">
            <a:noAutofit/>
          </a:bodyPr>
          <a:lstStyle>
            <a:lvl1pPr algn="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13" name="テキスト プレースホルダー 6"/>
          <p:cNvSpPr>
            <a:spLocks noGrp="1"/>
          </p:cNvSpPr>
          <p:nvPr>
            <p:ph type="body" sz="quarter" idx="28" hasCustomPrompt="1"/>
          </p:nvPr>
        </p:nvSpPr>
        <p:spPr>
          <a:xfrm>
            <a:off x="623456" y="3412235"/>
            <a:ext cx="5708072" cy="1395293"/>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14" name="テキスト プレースホルダー 6"/>
          <p:cNvSpPr>
            <a:spLocks noGrp="1"/>
          </p:cNvSpPr>
          <p:nvPr>
            <p:ph type="body" sz="quarter" idx="29" hasCustomPrompt="1"/>
          </p:nvPr>
        </p:nvSpPr>
        <p:spPr>
          <a:xfrm>
            <a:off x="526473" y="5866268"/>
            <a:ext cx="3588327" cy="720080"/>
          </a:xfrm>
        </p:spPr>
        <p:txBody>
          <a:bodyPr anchor="ctr">
            <a:noAutofit/>
          </a:bodyPr>
          <a:lstStyle>
            <a:lvl1pPr algn="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5" name="テキスト プレースホルダー 6"/>
          <p:cNvSpPr>
            <a:spLocks noGrp="1"/>
          </p:cNvSpPr>
          <p:nvPr>
            <p:ph type="body" sz="quarter" idx="30" hasCustomPrompt="1"/>
          </p:nvPr>
        </p:nvSpPr>
        <p:spPr>
          <a:xfrm>
            <a:off x="526474" y="6612635"/>
            <a:ext cx="3591863" cy="2365113"/>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16" name="テキスト プレースホルダー 6"/>
          <p:cNvSpPr>
            <a:spLocks noGrp="1"/>
          </p:cNvSpPr>
          <p:nvPr>
            <p:ph type="body" sz="quarter" idx="31" hasCustomPrompt="1"/>
          </p:nvPr>
        </p:nvSpPr>
        <p:spPr>
          <a:xfrm>
            <a:off x="13119272" y="5092969"/>
            <a:ext cx="4705908" cy="720080"/>
          </a:xfrm>
        </p:spPr>
        <p:txBody>
          <a:bodyPr anchor="ctr">
            <a:noAutofit/>
          </a:bodyPr>
          <a:lstStyle>
            <a:lvl1pPr algn="l">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p:ph type="body" sz="quarter" idx="32" hasCustomPrompt="1"/>
          </p:nvPr>
        </p:nvSpPr>
        <p:spPr>
          <a:xfrm>
            <a:off x="13120254" y="5839336"/>
            <a:ext cx="4710545" cy="309685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18" name="テキスト プレースホルダー 6"/>
          <p:cNvSpPr>
            <a:spLocks noGrp="1"/>
          </p:cNvSpPr>
          <p:nvPr>
            <p:ph type="body" sz="quarter" idx="33" hasCustomPrompt="1"/>
          </p:nvPr>
        </p:nvSpPr>
        <p:spPr>
          <a:xfrm>
            <a:off x="6359236" y="7889043"/>
            <a:ext cx="3394363" cy="720080"/>
          </a:xfrm>
        </p:spPr>
        <p:txBody>
          <a:bodyPr anchor="ctr">
            <a:noAutofit/>
          </a:bodyPr>
          <a:lstStyle>
            <a:lvl1pPr algn="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19" name="テキスト プレースホルダー 6"/>
          <p:cNvSpPr>
            <a:spLocks noGrp="1"/>
          </p:cNvSpPr>
          <p:nvPr>
            <p:ph type="body" sz="quarter" idx="34" hasCustomPrompt="1"/>
          </p:nvPr>
        </p:nvSpPr>
        <p:spPr>
          <a:xfrm>
            <a:off x="5223164" y="8635410"/>
            <a:ext cx="4536471" cy="1395293"/>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cxnSp>
        <p:nvCxnSpPr>
          <p:cNvPr id="20" name="直線コネクタ 19"/>
          <p:cNvCxnSpPr/>
          <p:nvPr userDrawn="1"/>
        </p:nvCxnSpPr>
        <p:spPr>
          <a:xfrm flipV="1">
            <a:off x="6359237" y="2917371"/>
            <a:ext cx="1523999" cy="130629"/>
          </a:xfrm>
          <a:prstGeom prst="line">
            <a:avLst/>
          </a:prstGeom>
          <a:ln w="28575">
            <a:solidFill>
              <a:schemeClr val="accent5"/>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userDrawn="1"/>
        </p:nvCxnSpPr>
        <p:spPr>
          <a:xfrm flipH="1" flipV="1">
            <a:off x="4142509" y="6276109"/>
            <a:ext cx="1282814" cy="290946"/>
          </a:xfrm>
          <a:prstGeom prst="line">
            <a:avLst/>
          </a:prstGeom>
          <a:ln w="28575">
            <a:solidFill>
              <a:schemeClr val="accent3"/>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a:endCxn id="18" idx="3"/>
          </p:cNvCxnSpPr>
          <p:nvPr userDrawn="1"/>
        </p:nvCxnSpPr>
        <p:spPr>
          <a:xfrm flipH="1">
            <a:off x="9753599" y="8007939"/>
            <a:ext cx="775860" cy="241144"/>
          </a:xfrm>
          <a:prstGeom prst="line">
            <a:avLst/>
          </a:prstGeom>
          <a:ln w="28575">
            <a:solidFill>
              <a:schemeClr val="accent2"/>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a:stCxn id="16" idx="1"/>
          </p:cNvCxnSpPr>
          <p:nvPr userDrawn="1"/>
        </p:nvCxnSpPr>
        <p:spPr>
          <a:xfrm flipH="1" flipV="1">
            <a:off x="10068670" y="5278582"/>
            <a:ext cx="3050602" cy="174427"/>
          </a:xfrm>
          <a:prstGeom prst="line">
            <a:avLst/>
          </a:prstGeom>
          <a:ln w="28575">
            <a:solidFill>
              <a:schemeClr val="accent4"/>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32" name="正方形/長方形 31"/>
          <p:cNvSpPr/>
          <p:nvPr userDrawn="1"/>
        </p:nvSpPr>
        <p:spPr>
          <a:xfrm>
            <a:off x="8707289" y="1400400"/>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プレースホルダー 6"/>
          <p:cNvSpPr>
            <a:spLocks noGrp="1"/>
          </p:cNvSpPr>
          <p:nvPr>
            <p:ph type="body" sz="quarter" idx="13" hasCustomPrompt="1"/>
          </p:nvPr>
        </p:nvSpPr>
        <p:spPr>
          <a:xfrm>
            <a:off x="8533624" y="1543100"/>
            <a:ext cx="9601994" cy="504056"/>
          </a:xfrm>
        </p:spPr>
        <p:txBody>
          <a:bodyPr/>
          <a:lstStyle>
            <a:lvl1pPr>
              <a:defRPr i="1" baseline="0">
                <a:solidFill>
                  <a:schemeClr val="bg1">
                    <a:lumMod val="95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36" name="正方形/長方形 35"/>
          <p:cNvSpPr/>
          <p:nvPr userDrawn="1"/>
        </p:nvSpPr>
        <p:spPr>
          <a:xfrm>
            <a:off x="2937834" y="3287181"/>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p:cNvSpPr/>
          <p:nvPr userDrawn="1"/>
        </p:nvSpPr>
        <p:spPr>
          <a:xfrm>
            <a:off x="734954" y="648119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p:cNvSpPr/>
          <p:nvPr userDrawn="1"/>
        </p:nvSpPr>
        <p:spPr>
          <a:xfrm>
            <a:off x="6381842" y="8538052"/>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p:cNvSpPr/>
          <p:nvPr userDrawn="1"/>
        </p:nvSpPr>
        <p:spPr>
          <a:xfrm>
            <a:off x="13251124" y="5725579"/>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44805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decel="10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750" fill="hold"/>
                                        <p:tgtEl>
                                          <p:spTgt spid="10"/>
                                        </p:tgtEl>
                                        <p:attrNameLst>
                                          <p:attrName>ppt_x</p:attrName>
                                        </p:attrNameLst>
                                      </p:cBhvr>
                                      <p:tavLst>
                                        <p:tav tm="0">
                                          <p:val>
                                            <p:strVal val="0-#ppt_w/2"/>
                                          </p:val>
                                        </p:tav>
                                        <p:tav tm="100000">
                                          <p:val>
                                            <p:strVal val="#ppt_x"/>
                                          </p:val>
                                        </p:tav>
                                      </p:tavLst>
                                    </p:anim>
                                    <p:anim calcmode="lin" valueType="num">
                                      <p:cBhvr additive="base">
                                        <p:cTn id="8" dur="750" fill="hold"/>
                                        <p:tgtEl>
                                          <p:spTgt spid="10"/>
                                        </p:tgtEl>
                                        <p:attrNameLst>
                                          <p:attrName>ppt_y</p:attrName>
                                        </p:attrNameLst>
                                      </p:cBhvr>
                                      <p:tavLst>
                                        <p:tav tm="0">
                                          <p:val>
                                            <p:strVal val="1+#ppt_h/2"/>
                                          </p:val>
                                        </p:tav>
                                        <p:tav tm="100000">
                                          <p:val>
                                            <p:strVal val="#ppt_y"/>
                                          </p:val>
                                        </p:tav>
                                      </p:tavLst>
                                    </p:anim>
                                  </p:childTnLst>
                                </p:cTn>
                              </p:par>
                              <p:par>
                                <p:cTn id="9" presetID="16" presetClass="entr" presetSubtype="37" fill="hold" grpId="0" nodeType="withEffect">
                                  <p:stCondLst>
                                    <p:cond delay="750"/>
                                  </p:stCondLst>
                                  <p:childTnLst>
                                    <p:set>
                                      <p:cBhvr>
                                        <p:cTn id="10" dur="1" fill="hold">
                                          <p:stCondLst>
                                            <p:cond delay="0"/>
                                          </p:stCondLst>
                                        </p:cTn>
                                        <p:tgtEl>
                                          <p:spTgt spid="5"/>
                                        </p:tgtEl>
                                        <p:attrNameLst>
                                          <p:attrName>style.visibility</p:attrName>
                                        </p:attrNameLst>
                                      </p:cBhvr>
                                      <p:to>
                                        <p:strVal val="visible"/>
                                      </p:to>
                                    </p:set>
                                    <p:animEffect transition="in" filter="barn(outVertical)">
                                      <p:cBhvr>
                                        <p:cTn id="11" dur="500"/>
                                        <p:tgtEl>
                                          <p:spTgt spid="5"/>
                                        </p:tgtEl>
                                      </p:cBhvr>
                                    </p:animEffect>
                                  </p:childTnLst>
                                </p:cTn>
                              </p:par>
                            </p:childTnLst>
                          </p:cTn>
                        </p:par>
                        <p:par>
                          <p:cTn id="12" fill="hold">
                            <p:stCondLst>
                              <p:cond delay="1250"/>
                            </p:stCondLst>
                            <p:childTnLst>
                              <p:par>
                                <p:cTn id="13" presetID="2" presetClass="entr" presetSubtype="3" decel="100000" fill="hold" grpId="0" nodeType="afterEffect">
                                  <p:stCondLst>
                                    <p:cond delay="250"/>
                                  </p:stCondLst>
                                  <p:iterate type="wd">
                                    <p:tmPct val="10000"/>
                                  </p:iterate>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1+#ppt_w/2"/>
                                          </p:val>
                                        </p:tav>
                                        <p:tav tm="100000">
                                          <p:val>
                                            <p:strVal val="#ppt_x"/>
                                          </p:val>
                                        </p:tav>
                                      </p:tavLst>
                                    </p:anim>
                                    <p:anim calcmode="lin" valueType="num">
                                      <p:cBhvr additive="base">
                                        <p:cTn id="16" dur="500" fill="hold"/>
                                        <p:tgtEl>
                                          <p:spTgt spid="11"/>
                                        </p:tgtEl>
                                        <p:attrNameLst>
                                          <p:attrName>ppt_y</p:attrName>
                                        </p:attrNameLst>
                                      </p:cBhvr>
                                      <p:tavLst>
                                        <p:tav tm="0">
                                          <p:val>
                                            <p:strVal val="0-#ppt_h/2"/>
                                          </p:val>
                                        </p:tav>
                                        <p:tav tm="100000">
                                          <p:val>
                                            <p:strVal val="#ppt_y"/>
                                          </p:val>
                                        </p:tav>
                                      </p:tavLst>
                                    </p:anim>
                                  </p:childTnLst>
                                </p:cTn>
                              </p:par>
                              <p:par>
                                <p:cTn id="17" presetID="2" presetClass="entr" presetSubtype="2" decel="100000" fill="hold" grpId="0" nodeType="withEffect">
                                  <p:stCondLst>
                                    <p:cond delay="50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1+#ppt_w/2"/>
                                          </p:val>
                                        </p:tav>
                                        <p:tav tm="100000">
                                          <p:val>
                                            <p:strVal val="#ppt_x"/>
                                          </p:val>
                                        </p:tav>
                                      </p:tavLst>
                                    </p:anim>
                                    <p:anim calcmode="lin" valueType="num">
                                      <p:cBhvr additive="base">
                                        <p:cTn id="20" dur="500" fill="hold"/>
                                        <p:tgtEl>
                                          <p:spTgt spid="32"/>
                                        </p:tgtEl>
                                        <p:attrNameLst>
                                          <p:attrName>ppt_y</p:attrName>
                                        </p:attrNameLst>
                                      </p:cBhvr>
                                      <p:tavLst>
                                        <p:tav tm="0">
                                          <p:val>
                                            <p:strVal val="#ppt_y"/>
                                          </p:val>
                                        </p:tav>
                                        <p:tav tm="100000">
                                          <p:val>
                                            <p:strVal val="#ppt_y"/>
                                          </p:val>
                                        </p:tav>
                                      </p:tavLst>
                                    </p:anim>
                                  </p:childTnLst>
                                </p:cTn>
                              </p:par>
                            </p:childTnLst>
                          </p:cTn>
                        </p:par>
                        <p:par>
                          <p:cTn id="21" fill="hold">
                            <p:stCondLst>
                              <p:cond delay="2250"/>
                            </p:stCondLst>
                            <p:childTnLst>
                              <p:par>
                                <p:cTn id="22" presetID="22" presetClass="entr" presetSubtype="8" fill="hold" grpId="0" nodeType="afterEffect">
                                  <p:stCondLst>
                                    <p:cond delay="0"/>
                                  </p:stCondLst>
                                  <p:childTnLst>
                                    <p:set>
                                      <p:cBhvr>
                                        <p:cTn id="23" dur="1" fill="hold">
                                          <p:stCondLst>
                                            <p:cond delay="0"/>
                                          </p:stCondLst>
                                        </p:cTn>
                                        <p:tgtEl>
                                          <p:spTgt spid="33">
                                            <p:txEl>
                                              <p:pRg st="0" end="0"/>
                                            </p:txEl>
                                          </p:spTgt>
                                        </p:tgtEl>
                                        <p:attrNameLst>
                                          <p:attrName>style.visibility</p:attrName>
                                        </p:attrNameLst>
                                      </p:cBhvr>
                                      <p:to>
                                        <p:strVal val="visible"/>
                                      </p:to>
                                    </p:set>
                                    <p:animEffect transition="in" filter="wipe(left)">
                                      <p:cBhvr>
                                        <p:cTn id="24" dur="500"/>
                                        <p:tgtEl>
                                          <p:spTgt spid="33">
                                            <p:txEl>
                                              <p:pRg st="0" end="0"/>
                                            </p:txEl>
                                          </p:spTgt>
                                        </p:tgtEl>
                                      </p:cBhvr>
                                    </p:animEffect>
                                  </p:childTnLst>
                                </p:cTn>
                              </p:par>
                            </p:childTnLst>
                          </p:cTn>
                        </p:par>
                        <p:par>
                          <p:cTn id="25" fill="hold">
                            <p:stCondLst>
                              <p:cond delay="2750"/>
                            </p:stCondLst>
                            <p:childTnLst>
                              <p:par>
                                <p:cTn id="26" presetID="2" presetClass="entr" presetSubtype="8" decel="100000" fill="hold" grpId="0" nodeType="afterEffect">
                                  <p:stCondLst>
                                    <p:cond delay="0"/>
                                  </p:stCondLst>
                                  <p:iterate type="wd">
                                    <p:tmPct val="10000"/>
                                  </p:iterate>
                                  <p:childTnLst>
                                    <p:set>
                                      <p:cBhvr>
                                        <p:cTn id="27" dur="1" fill="hold">
                                          <p:stCondLst>
                                            <p:cond delay="0"/>
                                          </p:stCondLst>
                                        </p:cTn>
                                        <p:tgtEl>
                                          <p:spTgt spid="12">
                                            <p:txEl>
                                              <p:pRg st="0" end="0"/>
                                            </p:txEl>
                                          </p:spTgt>
                                        </p:tgtEl>
                                        <p:attrNameLst>
                                          <p:attrName>style.visibility</p:attrName>
                                        </p:attrNameLst>
                                      </p:cBhvr>
                                      <p:to>
                                        <p:strVal val="visible"/>
                                      </p:to>
                                    </p:set>
                                    <p:anim calcmode="lin" valueType="num">
                                      <p:cBhvr additive="base">
                                        <p:cTn id="28"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12">
                                            <p:txEl>
                                              <p:pRg st="0" end="0"/>
                                            </p:txEl>
                                          </p:spTgt>
                                        </p:tgtEl>
                                        <p:attrNameLst>
                                          <p:attrName>ppt_y</p:attrName>
                                        </p:attrNameLst>
                                      </p:cBhvr>
                                      <p:tavLst>
                                        <p:tav tm="0">
                                          <p:val>
                                            <p:strVal val="#ppt_y"/>
                                          </p:val>
                                        </p:tav>
                                        <p:tav tm="100000">
                                          <p:val>
                                            <p:strVal val="#ppt_y"/>
                                          </p:val>
                                        </p:tav>
                                      </p:tavLst>
                                    </p:anim>
                                  </p:childTnLst>
                                </p:cTn>
                              </p:par>
                              <p:par>
                                <p:cTn id="30" presetID="2" presetClass="entr" presetSubtype="4" decel="100000"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additive="base">
                                        <p:cTn id="32" dur="500" fill="hold"/>
                                        <p:tgtEl>
                                          <p:spTgt spid="36"/>
                                        </p:tgtEl>
                                        <p:attrNameLst>
                                          <p:attrName>ppt_x</p:attrName>
                                        </p:attrNameLst>
                                      </p:cBhvr>
                                      <p:tavLst>
                                        <p:tav tm="0">
                                          <p:val>
                                            <p:strVal val="#ppt_x"/>
                                          </p:val>
                                        </p:tav>
                                        <p:tav tm="100000">
                                          <p:val>
                                            <p:strVal val="#ppt_x"/>
                                          </p:val>
                                        </p:tav>
                                      </p:tavLst>
                                    </p:anim>
                                    <p:anim calcmode="lin" valueType="num">
                                      <p:cBhvr additive="base">
                                        <p:cTn id="33" dur="500" fill="hold"/>
                                        <p:tgtEl>
                                          <p:spTgt spid="36"/>
                                        </p:tgtEl>
                                        <p:attrNameLst>
                                          <p:attrName>ppt_y</p:attrName>
                                        </p:attrNameLst>
                                      </p:cBhvr>
                                      <p:tavLst>
                                        <p:tav tm="0">
                                          <p:val>
                                            <p:strVal val="1+#ppt_h/2"/>
                                          </p:val>
                                        </p:tav>
                                        <p:tav tm="100000">
                                          <p:val>
                                            <p:strVal val="#ppt_y"/>
                                          </p:val>
                                        </p:tav>
                                      </p:tavLst>
                                    </p:anim>
                                  </p:childTnLst>
                                </p:cTn>
                              </p:par>
                            </p:childTnLst>
                          </p:cTn>
                        </p:par>
                        <p:par>
                          <p:cTn id="34" fill="hold">
                            <p:stCondLst>
                              <p:cond delay="3350"/>
                            </p:stCondLst>
                            <p:childTnLst>
                              <p:par>
                                <p:cTn id="35" presetID="22" presetClass="entr" presetSubtype="8" fill="hold"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par>
                          <p:cTn id="38" fill="hold">
                            <p:stCondLst>
                              <p:cond delay="3850"/>
                            </p:stCondLst>
                            <p:childTnLst>
                              <p:par>
                                <p:cTn id="39" presetID="22" presetClass="entr" presetSubtype="2" fill="hold" grpId="0" nodeType="afterEffect">
                                  <p:stCondLst>
                                    <p:cond delay="0"/>
                                  </p:stCondLst>
                                  <p:childTnLst>
                                    <p:set>
                                      <p:cBhvr>
                                        <p:cTn id="40" dur="1" fill="hold">
                                          <p:stCondLst>
                                            <p:cond delay="0"/>
                                          </p:stCondLst>
                                        </p:cTn>
                                        <p:tgtEl>
                                          <p:spTgt spid="13">
                                            <p:txEl>
                                              <p:pRg st="0" end="0"/>
                                            </p:txEl>
                                          </p:spTgt>
                                        </p:tgtEl>
                                        <p:attrNameLst>
                                          <p:attrName>style.visibility</p:attrName>
                                        </p:attrNameLst>
                                      </p:cBhvr>
                                      <p:to>
                                        <p:strVal val="visible"/>
                                      </p:to>
                                    </p:set>
                                    <p:animEffect transition="in" filter="wipe(right)">
                                      <p:cBhvr>
                                        <p:cTn id="41" dur="500"/>
                                        <p:tgtEl>
                                          <p:spTgt spid="13">
                                            <p:txEl>
                                              <p:pRg st="0" end="0"/>
                                            </p:txEl>
                                          </p:spTgt>
                                        </p:tgtEl>
                                      </p:cBhvr>
                                    </p:animEffect>
                                  </p:childTnLst>
                                </p:cTn>
                              </p:par>
                            </p:childTnLst>
                          </p:cTn>
                        </p:par>
                        <p:par>
                          <p:cTn id="42" fill="hold">
                            <p:stCondLst>
                              <p:cond delay="4350"/>
                            </p:stCondLst>
                            <p:childTnLst>
                              <p:par>
                                <p:cTn id="43" presetID="2" presetClass="entr" presetSubtype="8" decel="100000" fill="hold" grpId="0" nodeType="afterEffect">
                                  <p:stCondLst>
                                    <p:cond delay="250"/>
                                  </p:stCondLst>
                                  <p:iterate type="wd">
                                    <p:tmPct val="10000"/>
                                  </p:iterate>
                                  <p:childTnLst>
                                    <p:set>
                                      <p:cBhvr>
                                        <p:cTn id="44" dur="1" fill="hold">
                                          <p:stCondLst>
                                            <p:cond delay="0"/>
                                          </p:stCondLst>
                                        </p:cTn>
                                        <p:tgtEl>
                                          <p:spTgt spid="14">
                                            <p:txEl>
                                              <p:pRg st="0" end="0"/>
                                            </p:txEl>
                                          </p:spTgt>
                                        </p:tgtEl>
                                        <p:attrNameLst>
                                          <p:attrName>style.visibility</p:attrName>
                                        </p:attrNameLst>
                                      </p:cBhvr>
                                      <p:to>
                                        <p:strVal val="visible"/>
                                      </p:to>
                                    </p:set>
                                    <p:anim calcmode="lin" valueType="num">
                                      <p:cBhvr additive="base">
                                        <p:cTn id="45"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14">
                                            <p:txEl>
                                              <p:pRg st="0" end="0"/>
                                            </p:txEl>
                                          </p:spTgt>
                                        </p:tgtEl>
                                        <p:attrNameLst>
                                          <p:attrName>ppt_y</p:attrName>
                                        </p:attrNameLst>
                                      </p:cBhvr>
                                      <p:tavLst>
                                        <p:tav tm="0">
                                          <p:val>
                                            <p:strVal val="#ppt_y"/>
                                          </p:val>
                                        </p:tav>
                                        <p:tav tm="100000">
                                          <p:val>
                                            <p:strVal val="#ppt_y"/>
                                          </p:val>
                                        </p:tav>
                                      </p:tavLst>
                                    </p:anim>
                                  </p:childTnLst>
                                </p:cTn>
                              </p:par>
                              <p:par>
                                <p:cTn id="47" presetID="2" presetClass="entr" presetSubtype="4" decel="100000" fill="hold" grpId="0" nodeType="withEffect">
                                  <p:stCondLst>
                                    <p:cond delay="250"/>
                                  </p:stCondLst>
                                  <p:childTnLst>
                                    <p:set>
                                      <p:cBhvr>
                                        <p:cTn id="48" dur="1" fill="hold">
                                          <p:stCondLst>
                                            <p:cond delay="0"/>
                                          </p:stCondLst>
                                        </p:cTn>
                                        <p:tgtEl>
                                          <p:spTgt spid="37"/>
                                        </p:tgtEl>
                                        <p:attrNameLst>
                                          <p:attrName>style.visibility</p:attrName>
                                        </p:attrNameLst>
                                      </p:cBhvr>
                                      <p:to>
                                        <p:strVal val="visible"/>
                                      </p:to>
                                    </p:set>
                                    <p:anim calcmode="lin" valueType="num">
                                      <p:cBhvr additive="base">
                                        <p:cTn id="49" dur="500" fill="hold"/>
                                        <p:tgtEl>
                                          <p:spTgt spid="37"/>
                                        </p:tgtEl>
                                        <p:attrNameLst>
                                          <p:attrName>ppt_x</p:attrName>
                                        </p:attrNameLst>
                                      </p:cBhvr>
                                      <p:tavLst>
                                        <p:tav tm="0">
                                          <p:val>
                                            <p:strVal val="#ppt_x"/>
                                          </p:val>
                                        </p:tav>
                                        <p:tav tm="100000">
                                          <p:val>
                                            <p:strVal val="#ppt_x"/>
                                          </p:val>
                                        </p:tav>
                                      </p:tavLst>
                                    </p:anim>
                                    <p:anim calcmode="lin" valueType="num">
                                      <p:cBhvr additive="base">
                                        <p:cTn id="50" dur="500" fill="hold"/>
                                        <p:tgtEl>
                                          <p:spTgt spid="37"/>
                                        </p:tgtEl>
                                        <p:attrNameLst>
                                          <p:attrName>ppt_y</p:attrName>
                                        </p:attrNameLst>
                                      </p:cBhvr>
                                      <p:tavLst>
                                        <p:tav tm="0">
                                          <p:val>
                                            <p:strVal val="1+#ppt_h/2"/>
                                          </p:val>
                                        </p:tav>
                                        <p:tav tm="100000">
                                          <p:val>
                                            <p:strVal val="#ppt_y"/>
                                          </p:val>
                                        </p:tav>
                                      </p:tavLst>
                                    </p:anim>
                                  </p:childTnLst>
                                </p:cTn>
                              </p:par>
                            </p:childTnLst>
                          </p:cTn>
                        </p:par>
                        <p:par>
                          <p:cTn id="51" fill="hold">
                            <p:stCondLst>
                              <p:cond delay="5200"/>
                            </p:stCondLst>
                            <p:childTnLst>
                              <p:par>
                                <p:cTn id="52" presetID="22" presetClass="entr" presetSubtype="8"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left)">
                                      <p:cBhvr>
                                        <p:cTn id="54" dur="500"/>
                                        <p:tgtEl>
                                          <p:spTgt spid="21"/>
                                        </p:tgtEl>
                                      </p:cBhvr>
                                    </p:animEffect>
                                  </p:childTnLst>
                                </p:cTn>
                              </p:par>
                            </p:childTnLst>
                          </p:cTn>
                        </p:par>
                        <p:par>
                          <p:cTn id="55" fill="hold">
                            <p:stCondLst>
                              <p:cond delay="5700"/>
                            </p:stCondLst>
                            <p:childTnLst>
                              <p:par>
                                <p:cTn id="56" presetID="22" presetClass="entr" presetSubtype="2" fill="hold" grpId="0" nodeType="afterEffect">
                                  <p:stCondLst>
                                    <p:cond delay="0"/>
                                  </p:stCondLst>
                                  <p:childTnLst>
                                    <p:set>
                                      <p:cBhvr>
                                        <p:cTn id="57" dur="1" fill="hold">
                                          <p:stCondLst>
                                            <p:cond delay="0"/>
                                          </p:stCondLst>
                                        </p:cTn>
                                        <p:tgtEl>
                                          <p:spTgt spid="15">
                                            <p:txEl>
                                              <p:pRg st="0" end="0"/>
                                            </p:txEl>
                                          </p:spTgt>
                                        </p:tgtEl>
                                        <p:attrNameLst>
                                          <p:attrName>style.visibility</p:attrName>
                                        </p:attrNameLst>
                                      </p:cBhvr>
                                      <p:to>
                                        <p:strVal val="visible"/>
                                      </p:to>
                                    </p:set>
                                    <p:animEffect transition="in" filter="wipe(right)">
                                      <p:cBhvr>
                                        <p:cTn id="58" dur="500"/>
                                        <p:tgtEl>
                                          <p:spTgt spid="15">
                                            <p:txEl>
                                              <p:pRg st="0" end="0"/>
                                            </p:txEl>
                                          </p:spTgt>
                                        </p:tgtEl>
                                      </p:cBhvr>
                                    </p:animEffect>
                                  </p:childTnLst>
                                </p:cTn>
                              </p:par>
                            </p:childTnLst>
                          </p:cTn>
                        </p:par>
                        <p:par>
                          <p:cTn id="59" fill="hold">
                            <p:stCondLst>
                              <p:cond delay="6200"/>
                            </p:stCondLst>
                            <p:childTnLst>
                              <p:par>
                                <p:cTn id="60" presetID="2" presetClass="entr" presetSubtype="8" decel="100000" fill="hold" grpId="0" nodeType="afterEffect">
                                  <p:stCondLst>
                                    <p:cond delay="250"/>
                                  </p:stCondLst>
                                  <p:iterate type="wd">
                                    <p:tmPct val="10000"/>
                                  </p:iterate>
                                  <p:childTnLst>
                                    <p:set>
                                      <p:cBhvr>
                                        <p:cTn id="61" dur="1" fill="hold">
                                          <p:stCondLst>
                                            <p:cond delay="0"/>
                                          </p:stCondLst>
                                        </p:cTn>
                                        <p:tgtEl>
                                          <p:spTgt spid="18">
                                            <p:txEl>
                                              <p:pRg st="0" end="0"/>
                                            </p:txEl>
                                          </p:spTgt>
                                        </p:tgtEl>
                                        <p:attrNameLst>
                                          <p:attrName>style.visibility</p:attrName>
                                        </p:attrNameLst>
                                      </p:cBhvr>
                                      <p:to>
                                        <p:strVal val="visible"/>
                                      </p:to>
                                    </p:set>
                                    <p:anim calcmode="lin" valueType="num">
                                      <p:cBhvr additive="base">
                                        <p:cTn id="62"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63" dur="500" fill="hold"/>
                                        <p:tgtEl>
                                          <p:spTgt spid="18">
                                            <p:txEl>
                                              <p:pRg st="0" end="0"/>
                                            </p:txEl>
                                          </p:spTgt>
                                        </p:tgtEl>
                                        <p:attrNameLst>
                                          <p:attrName>ppt_y</p:attrName>
                                        </p:attrNameLst>
                                      </p:cBhvr>
                                      <p:tavLst>
                                        <p:tav tm="0">
                                          <p:val>
                                            <p:strVal val="#ppt_y"/>
                                          </p:val>
                                        </p:tav>
                                        <p:tav tm="100000">
                                          <p:val>
                                            <p:strVal val="#ppt_y"/>
                                          </p:val>
                                        </p:tav>
                                      </p:tavLst>
                                    </p:anim>
                                  </p:childTnLst>
                                </p:cTn>
                              </p:par>
                              <p:par>
                                <p:cTn id="64" presetID="2" presetClass="entr" presetSubtype="4" decel="100000" fill="hold" grpId="0" nodeType="withEffect">
                                  <p:stCondLst>
                                    <p:cond delay="250"/>
                                  </p:stCondLst>
                                  <p:childTnLst>
                                    <p:set>
                                      <p:cBhvr>
                                        <p:cTn id="65" dur="1" fill="hold">
                                          <p:stCondLst>
                                            <p:cond delay="0"/>
                                          </p:stCondLst>
                                        </p:cTn>
                                        <p:tgtEl>
                                          <p:spTgt spid="38"/>
                                        </p:tgtEl>
                                        <p:attrNameLst>
                                          <p:attrName>style.visibility</p:attrName>
                                        </p:attrNameLst>
                                      </p:cBhvr>
                                      <p:to>
                                        <p:strVal val="visible"/>
                                      </p:to>
                                    </p:set>
                                    <p:anim calcmode="lin" valueType="num">
                                      <p:cBhvr additive="base">
                                        <p:cTn id="66" dur="500" fill="hold"/>
                                        <p:tgtEl>
                                          <p:spTgt spid="38"/>
                                        </p:tgtEl>
                                        <p:attrNameLst>
                                          <p:attrName>ppt_x</p:attrName>
                                        </p:attrNameLst>
                                      </p:cBhvr>
                                      <p:tavLst>
                                        <p:tav tm="0">
                                          <p:val>
                                            <p:strVal val="#ppt_x"/>
                                          </p:val>
                                        </p:tav>
                                        <p:tav tm="100000">
                                          <p:val>
                                            <p:strVal val="#ppt_x"/>
                                          </p:val>
                                        </p:tav>
                                      </p:tavLst>
                                    </p:anim>
                                    <p:anim calcmode="lin" valueType="num">
                                      <p:cBhvr additive="base">
                                        <p:cTn id="67" dur="500" fill="hold"/>
                                        <p:tgtEl>
                                          <p:spTgt spid="38"/>
                                        </p:tgtEl>
                                        <p:attrNameLst>
                                          <p:attrName>ppt_y</p:attrName>
                                        </p:attrNameLst>
                                      </p:cBhvr>
                                      <p:tavLst>
                                        <p:tav tm="0">
                                          <p:val>
                                            <p:strVal val="1+#ppt_h/2"/>
                                          </p:val>
                                        </p:tav>
                                        <p:tav tm="100000">
                                          <p:val>
                                            <p:strVal val="#ppt_y"/>
                                          </p:val>
                                        </p:tav>
                                      </p:tavLst>
                                    </p:anim>
                                  </p:childTnLst>
                                </p:cTn>
                              </p:par>
                            </p:childTnLst>
                          </p:cTn>
                        </p:par>
                        <p:par>
                          <p:cTn id="68" fill="hold">
                            <p:stCondLst>
                              <p:cond delay="7050"/>
                            </p:stCondLst>
                            <p:childTnLst>
                              <p:par>
                                <p:cTn id="69" presetID="22" presetClass="entr" presetSubtype="8" fill="hold" nodeType="after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wipe(left)">
                                      <p:cBhvr>
                                        <p:cTn id="71" dur="500"/>
                                        <p:tgtEl>
                                          <p:spTgt spid="22"/>
                                        </p:tgtEl>
                                      </p:cBhvr>
                                    </p:animEffect>
                                  </p:childTnLst>
                                </p:cTn>
                              </p:par>
                            </p:childTnLst>
                          </p:cTn>
                        </p:par>
                        <p:par>
                          <p:cTn id="72" fill="hold">
                            <p:stCondLst>
                              <p:cond delay="7550"/>
                            </p:stCondLst>
                            <p:childTnLst>
                              <p:par>
                                <p:cTn id="73" presetID="22" presetClass="entr" presetSubtype="2" fill="hold" grpId="0" nodeType="afterEffect">
                                  <p:stCondLst>
                                    <p:cond delay="0"/>
                                  </p:stCondLst>
                                  <p:childTnLst>
                                    <p:set>
                                      <p:cBhvr>
                                        <p:cTn id="74" dur="1" fill="hold">
                                          <p:stCondLst>
                                            <p:cond delay="0"/>
                                          </p:stCondLst>
                                        </p:cTn>
                                        <p:tgtEl>
                                          <p:spTgt spid="19">
                                            <p:txEl>
                                              <p:pRg st="0" end="0"/>
                                            </p:txEl>
                                          </p:spTgt>
                                        </p:tgtEl>
                                        <p:attrNameLst>
                                          <p:attrName>style.visibility</p:attrName>
                                        </p:attrNameLst>
                                      </p:cBhvr>
                                      <p:to>
                                        <p:strVal val="visible"/>
                                      </p:to>
                                    </p:set>
                                    <p:animEffect transition="in" filter="wipe(right)">
                                      <p:cBhvr>
                                        <p:cTn id="75" dur="500"/>
                                        <p:tgtEl>
                                          <p:spTgt spid="19">
                                            <p:txEl>
                                              <p:pRg st="0" end="0"/>
                                            </p:txEl>
                                          </p:spTgt>
                                        </p:tgtEl>
                                      </p:cBhvr>
                                    </p:animEffect>
                                  </p:childTnLst>
                                </p:cTn>
                              </p:par>
                            </p:childTnLst>
                          </p:cTn>
                        </p:par>
                        <p:par>
                          <p:cTn id="76" fill="hold">
                            <p:stCondLst>
                              <p:cond delay="8050"/>
                            </p:stCondLst>
                            <p:childTnLst>
                              <p:par>
                                <p:cTn id="77" presetID="2" presetClass="entr" presetSubtype="8" decel="100000" fill="hold" grpId="0" nodeType="afterEffect">
                                  <p:stCondLst>
                                    <p:cond delay="250"/>
                                  </p:stCondLst>
                                  <p:iterate type="wd">
                                    <p:tmPct val="10000"/>
                                  </p:iterate>
                                  <p:childTnLst>
                                    <p:set>
                                      <p:cBhvr>
                                        <p:cTn id="78" dur="1" fill="hold">
                                          <p:stCondLst>
                                            <p:cond delay="0"/>
                                          </p:stCondLst>
                                        </p:cTn>
                                        <p:tgtEl>
                                          <p:spTgt spid="16">
                                            <p:txEl>
                                              <p:pRg st="0" end="0"/>
                                            </p:txEl>
                                          </p:spTgt>
                                        </p:tgtEl>
                                        <p:attrNameLst>
                                          <p:attrName>style.visibility</p:attrName>
                                        </p:attrNameLst>
                                      </p:cBhvr>
                                      <p:to>
                                        <p:strVal val="visible"/>
                                      </p:to>
                                    </p:set>
                                    <p:anim calcmode="lin" valueType="num">
                                      <p:cBhvr additive="base">
                                        <p:cTn id="79"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16">
                                            <p:txEl>
                                              <p:pRg st="0" end="0"/>
                                            </p:txEl>
                                          </p:spTgt>
                                        </p:tgtEl>
                                        <p:attrNameLst>
                                          <p:attrName>ppt_y</p:attrName>
                                        </p:attrNameLst>
                                      </p:cBhvr>
                                      <p:tavLst>
                                        <p:tav tm="0">
                                          <p:val>
                                            <p:strVal val="#ppt_y"/>
                                          </p:val>
                                        </p:tav>
                                        <p:tav tm="100000">
                                          <p:val>
                                            <p:strVal val="#ppt_y"/>
                                          </p:val>
                                        </p:tav>
                                      </p:tavLst>
                                    </p:anim>
                                  </p:childTnLst>
                                </p:cTn>
                              </p:par>
                              <p:par>
                                <p:cTn id="81" presetID="2" presetClass="entr" presetSubtype="4" decel="100000" fill="hold" grpId="0" nodeType="withEffect">
                                  <p:stCondLst>
                                    <p:cond delay="250"/>
                                  </p:stCondLst>
                                  <p:childTnLst>
                                    <p:set>
                                      <p:cBhvr>
                                        <p:cTn id="82" dur="1" fill="hold">
                                          <p:stCondLst>
                                            <p:cond delay="0"/>
                                          </p:stCondLst>
                                        </p:cTn>
                                        <p:tgtEl>
                                          <p:spTgt spid="39"/>
                                        </p:tgtEl>
                                        <p:attrNameLst>
                                          <p:attrName>style.visibility</p:attrName>
                                        </p:attrNameLst>
                                      </p:cBhvr>
                                      <p:to>
                                        <p:strVal val="visible"/>
                                      </p:to>
                                    </p:set>
                                    <p:anim calcmode="lin" valueType="num">
                                      <p:cBhvr additive="base">
                                        <p:cTn id="83" dur="500" fill="hold"/>
                                        <p:tgtEl>
                                          <p:spTgt spid="39"/>
                                        </p:tgtEl>
                                        <p:attrNameLst>
                                          <p:attrName>ppt_x</p:attrName>
                                        </p:attrNameLst>
                                      </p:cBhvr>
                                      <p:tavLst>
                                        <p:tav tm="0">
                                          <p:val>
                                            <p:strVal val="#ppt_x"/>
                                          </p:val>
                                        </p:tav>
                                        <p:tav tm="100000">
                                          <p:val>
                                            <p:strVal val="#ppt_x"/>
                                          </p:val>
                                        </p:tav>
                                      </p:tavLst>
                                    </p:anim>
                                    <p:anim calcmode="lin" valueType="num">
                                      <p:cBhvr additive="base">
                                        <p:cTn id="84" dur="500" fill="hold"/>
                                        <p:tgtEl>
                                          <p:spTgt spid="39"/>
                                        </p:tgtEl>
                                        <p:attrNameLst>
                                          <p:attrName>ppt_y</p:attrName>
                                        </p:attrNameLst>
                                      </p:cBhvr>
                                      <p:tavLst>
                                        <p:tav tm="0">
                                          <p:val>
                                            <p:strVal val="1+#ppt_h/2"/>
                                          </p:val>
                                        </p:tav>
                                        <p:tav tm="100000">
                                          <p:val>
                                            <p:strVal val="#ppt_y"/>
                                          </p:val>
                                        </p:tav>
                                      </p:tavLst>
                                    </p:anim>
                                  </p:childTnLst>
                                </p:cTn>
                              </p:par>
                            </p:childTnLst>
                          </p:cTn>
                        </p:par>
                        <p:par>
                          <p:cTn id="85" fill="hold">
                            <p:stCondLst>
                              <p:cond delay="8900"/>
                            </p:stCondLst>
                            <p:childTnLst>
                              <p:par>
                                <p:cTn id="86" presetID="22" presetClass="entr" presetSubtype="2" fill="hold"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wipe(right)">
                                      <p:cBhvr>
                                        <p:cTn id="88" dur="500"/>
                                        <p:tgtEl>
                                          <p:spTgt spid="23"/>
                                        </p:tgtEl>
                                      </p:cBhvr>
                                    </p:animEffect>
                                  </p:childTnLst>
                                </p:cTn>
                              </p:par>
                            </p:childTnLst>
                          </p:cTn>
                        </p:par>
                        <p:par>
                          <p:cTn id="89" fill="hold">
                            <p:stCondLst>
                              <p:cond delay="9400"/>
                            </p:stCondLst>
                            <p:childTnLst>
                              <p:par>
                                <p:cTn id="90" presetID="22" presetClass="entr" presetSubtype="8" fill="hold" grpId="0" nodeType="afterEffect">
                                  <p:stCondLst>
                                    <p:cond delay="0"/>
                                  </p:stCondLst>
                                  <p:childTnLst>
                                    <p:set>
                                      <p:cBhvr>
                                        <p:cTn id="91" dur="1" fill="hold">
                                          <p:stCondLst>
                                            <p:cond delay="0"/>
                                          </p:stCondLst>
                                        </p:cTn>
                                        <p:tgtEl>
                                          <p:spTgt spid="17">
                                            <p:txEl>
                                              <p:pRg st="0" end="0"/>
                                            </p:txEl>
                                          </p:spTgt>
                                        </p:tgtEl>
                                        <p:attrNameLst>
                                          <p:attrName>style.visibility</p:attrName>
                                        </p:attrNameLst>
                                      </p:cBhvr>
                                      <p:to>
                                        <p:strVal val="visible"/>
                                      </p:to>
                                    </p:set>
                                    <p:animEffect transition="in" filter="wipe(left)">
                                      <p:cBhvr>
                                        <p:cTn id="92"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P spid="12"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0-#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3" grpId="0" build="p">
        <p:tmplLst>
          <p:tmpl lvl="1">
            <p:tnLst>
              <p:par>
                <p:cTn presetID="22" presetClass="entr" presetSubtype="2"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right)">
                      <p:cBhvr>
                        <p:cTn dur="500"/>
                        <p:tgtEl>
                          <p:spTgt spid="13"/>
                        </p:tgtEl>
                      </p:cBhvr>
                    </p:animEffect>
                  </p:childTnLst>
                </p:cTn>
              </p:par>
            </p:tnLst>
          </p:tmpl>
        </p:tmplLst>
      </p:bldP>
      <p:bldP spid="14" grpId="0" build="p">
        <p:tmplLst>
          <p:tmpl lvl="1">
            <p:tnLst>
              <p:par>
                <p:cTn presetID="2" presetClass="entr" presetSubtype="8" decel="100000" fill="hold" nodeType="afterEffect">
                  <p:stCondLst>
                    <p:cond delay="250"/>
                  </p:stCondLst>
                  <p:iterate type="wd">
                    <p:tmPct val="10000"/>
                  </p:iterate>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0-#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15" grpId="0" build="p">
        <p:tmplLst>
          <p:tmpl lvl="1">
            <p:tnLst>
              <p:par>
                <p:cTn presetID="22" presetClass="entr" presetSubtype="2"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right)">
                      <p:cBhvr>
                        <p:cTn dur="500"/>
                        <p:tgtEl>
                          <p:spTgt spid="15"/>
                        </p:tgtEl>
                      </p:cBhvr>
                    </p:animEffect>
                  </p:childTnLst>
                </p:cTn>
              </p:par>
            </p:tnLst>
          </p:tmpl>
        </p:tmplLst>
      </p:bldP>
      <p:bldP spid="16" grpId="0" build="p">
        <p:tmplLst>
          <p:tmpl lvl="1">
            <p:tnLst>
              <p:par>
                <p:cTn presetID="2" presetClass="entr" presetSubtype="8" decel="100000" fill="hold" nodeType="afterEffect">
                  <p:stCondLst>
                    <p:cond delay="250"/>
                  </p:stCondLst>
                  <p:iterate type="wd">
                    <p:tmPct val="10000"/>
                  </p:iterate>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0-#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7" grpId="0" build="p">
        <p:tmplLst>
          <p:tmpl lvl="1">
            <p:tnLst>
              <p:par>
                <p:cTn presetID="2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18" grpId="0" build="p">
        <p:tmplLst>
          <p:tmpl lvl="1">
            <p:tnLst>
              <p:par>
                <p:cTn presetID="2" presetClass="entr" presetSubtype="8" decel="100000" fill="hold" nodeType="afterEffect">
                  <p:stCondLst>
                    <p:cond delay="250"/>
                  </p:stCondLst>
                  <p:iterate type="wd">
                    <p:tmPct val="10000"/>
                  </p:iterate>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0-#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19" grpId="0" build="p">
        <p:tmplLst>
          <p:tmpl lvl="1">
            <p:tnLst>
              <p:par>
                <p:cTn presetID="22" presetClass="entr" presetSubtype="2"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right)">
                      <p:cBhvr>
                        <p:cTn dur="500"/>
                        <p:tgtEl>
                          <p:spTgt spid="19"/>
                        </p:tgtEl>
                      </p:cBhvr>
                    </p:animEffect>
                  </p:childTnLst>
                </p:cTn>
              </p:par>
            </p:tnLst>
          </p:tmpl>
        </p:tmplLst>
      </p:bldP>
      <p:bldP spid="32" grpId="0" animBg="1"/>
      <p:bldP spid="33" grpId="0" build="p">
        <p:tmplLst>
          <p:tmpl lvl="1">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6" grpId="0" animBg="1"/>
      <p:bldP spid="37" grpId="0" animBg="1"/>
      <p:bldP spid="38" grpId="0" animBg="1"/>
      <p:bldP spid="39" grpId="0" animBg="1"/>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obile 1">
    <p:bg>
      <p:bgPr>
        <a:solidFill>
          <a:schemeClr val="tx2"/>
        </a:solidFill>
        <a:effectLst/>
      </p:bgPr>
    </p:bg>
    <p:spTree>
      <p:nvGrpSpPr>
        <p:cNvPr id="1" name=""/>
        <p:cNvGrpSpPr/>
        <p:nvPr/>
      </p:nvGrpSpPr>
      <p:grpSpPr>
        <a:xfrm>
          <a:off x="0" y="0"/>
          <a:ext cx="0" cy="0"/>
          <a:chOff x="0" y="0"/>
          <a:chExt cx="0" cy="0"/>
        </a:xfrm>
      </p:grpSpPr>
      <p:sp>
        <p:nvSpPr>
          <p:cNvPr id="5" name="正方形/長方形 4"/>
          <p:cNvSpPr/>
          <p:nvPr userDrawn="1"/>
        </p:nvSpPr>
        <p:spPr>
          <a:xfrm>
            <a:off x="-1" y="0"/>
            <a:ext cx="18286413"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rot="2700000">
            <a:off x="1374700" y="4510269"/>
            <a:ext cx="12846751" cy="8431181"/>
          </a:xfrm>
          <a:custGeom>
            <a:avLst/>
            <a:gdLst/>
            <a:ahLst/>
            <a:cxnLst/>
            <a:rect l="l" t="t" r="r" b="b"/>
            <a:pathLst>
              <a:path w="12846751" h="8431181">
                <a:moveTo>
                  <a:pt x="0" y="0"/>
                </a:moveTo>
                <a:lnTo>
                  <a:pt x="12846751" y="1"/>
                </a:lnTo>
                <a:lnTo>
                  <a:pt x="4415572" y="8431181"/>
                </a:lnTo>
                <a:lnTo>
                  <a:pt x="3086183" y="8431181"/>
                </a:lnTo>
                <a:lnTo>
                  <a:pt x="3068088" y="8413086"/>
                </a:lnTo>
                <a:cubicBezTo>
                  <a:pt x="3142170" y="8389244"/>
                  <a:pt x="3211139" y="8347077"/>
                  <a:pt x="3269838" y="8288378"/>
                </a:cubicBezTo>
                <a:lnTo>
                  <a:pt x="5444469" y="6113748"/>
                </a:lnTo>
                <a:cubicBezTo>
                  <a:pt x="5652899" y="5905317"/>
                  <a:pt x="5652900" y="5567383"/>
                  <a:pt x="5444469" y="5358952"/>
                </a:cubicBezTo>
                <a:lnTo>
                  <a:pt x="213794" y="128278"/>
                </a:lnTo>
                <a:cubicBezTo>
                  <a:pt x="151923" y="66407"/>
                  <a:pt x="78641" y="22901"/>
                  <a:pt x="0" y="0"/>
                </a:cubicBezTo>
                <a:close/>
              </a:path>
            </a:pathLst>
          </a:custGeom>
          <a:solidFill>
            <a:schemeClr val="accent3">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54569" y="911133"/>
            <a:ext cx="4142834" cy="8464733"/>
          </a:xfrm>
          <a:prstGeom prst="rect">
            <a:avLst/>
          </a:prstGeom>
          <a:effectLst/>
        </p:spPr>
      </p:pic>
      <p:sp>
        <p:nvSpPr>
          <p:cNvPr id="6" name="図プレースホルダー 2"/>
          <p:cNvSpPr>
            <a:spLocks noGrp="1"/>
          </p:cNvSpPr>
          <p:nvPr>
            <p:ph type="pic" sz="quarter" idx="12" hasCustomPrompt="1"/>
          </p:nvPr>
        </p:nvSpPr>
        <p:spPr>
          <a:xfrm>
            <a:off x="2455893" y="2008413"/>
            <a:ext cx="3525807" cy="6317252"/>
          </a:xfrm>
        </p:spPr>
        <p:txBody>
          <a:bodyPr>
            <a:normAutofit/>
          </a:bodyPr>
          <a:lstStyle>
            <a:lvl1pPr>
              <a:defRPr sz="2000"/>
            </a:lvl1pPr>
          </a:lstStyle>
          <a:p>
            <a:r>
              <a:rPr kumimoji="1" lang="en-US" altLang="ja-JP" dirty="0"/>
              <a:t>Add an image</a:t>
            </a:r>
            <a:endParaRPr kumimoji="1" lang="ja-JP" altLang="en-US" dirty="0"/>
          </a:p>
        </p:txBody>
      </p:sp>
      <p:sp>
        <p:nvSpPr>
          <p:cNvPr id="11" name="タイトル プレースホルダー 1"/>
          <p:cNvSpPr>
            <a:spLocks noGrp="1"/>
          </p:cNvSpPr>
          <p:nvPr>
            <p:ph type="title" hasCustomPrompt="1"/>
          </p:nvPr>
        </p:nvSpPr>
        <p:spPr>
          <a:xfrm>
            <a:off x="6635932" y="1946365"/>
            <a:ext cx="10930282" cy="3098659"/>
          </a:xfrm>
          <a:prstGeom prst="rect">
            <a:avLst/>
          </a:prstGeom>
        </p:spPr>
        <p:txBody>
          <a:bodyPr vert="horz" lIns="163275" tIns="81638" rIns="163275" bIns="81638" rtlCol="0" anchor="b">
            <a:normAutofit/>
          </a:bodyPr>
          <a:lstStyle>
            <a:lvl1pPr>
              <a:defRPr baseline="0">
                <a:solidFill>
                  <a:schemeClr val="bg1"/>
                </a:solidFill>
              </a:defRPr>
            </a:lvl1pPr>
          </a:lstStyle>
          <a:p>
            <a:r>
              <a:rPr kumimoji="1" lang="en-US" altLang="ja-JP" dirty="0"/>
              <a:t>Slide Title Goes Here</a:t>
            </a:r>
            <a:endParaRPr kumimoji="1" lang="ja-JP" altLang="en-US" dirty="0"/>
          </a:p>
        </p:txBody>
      </p:sp>
      <p:sp>
        <p:nvSpPr>
          <p:cNvPr id="12" name="正方形/長方形 11"/>
          <p:cNvSpPr/>
          <p:nvPr userDrawn="1"/>
        </p:nvSpPr>
        <p:spPr>
          <a:xfrm>
            <a:off x="6767064" y="5376509"/>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プレースホルダー 6"/>
          <p:cNvSpPr>
            <a:spLocks noGrp="1"/>
          </p:cNvSpPr>
          <p:nvPr>
            <p:ph type="body" sz="quarter" idx="24" hasCustomPrompt="1"/>
          </p:nvPr>
        </p:nvSpPr>
        <p:spPr>
          <a:xfrm>
            <a:off x="6635931" y="5497339"/>
            <a:ext cx="10954256" cy="3018971"/>
          </a:xfrm>
        </p:spPr>
        <p:txBody>
          <a:bodyPr anchor="t">
            <a:noAutofit/>
          </a:bodyPr>
          <a:lstStyle>
            <a:lvl1pPr algn="l">
              <a:defRPr sz="2000" i="0" baseline="0">
                <a:solidFill>
                  <a:schemeClr val="bg1"/>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630605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750" fill="hold"/>
                                        <p:tgtEl>
                                          <p:spTgt spid="2"/>
                                        </p:tgtEl>
                                        <p:attrNameLst>
                                          <p:attrName>ppt_x</p:attrName>
                                        </p:attrNameLst>
                                      </p:cBhvr>
                                      <p:tavLst>
                                        <p:tav tm="0">
                                          <p:val>
                                            <p:strVal val="#ppt_x"/>
                                          </p:val>
                                        </p:tav>
                                        <p:tav tm="100000">
                                          <p:val>
                                            <p:strVal val="#ppt_x"/>
                                          </p:val>
                                        </p:tav>
                                      </p:tavLst>
                                    </p:anim>
                                    <p:anim calcmode="lin" valueType="num">
                                      <p:cBhvr additive="base">
                                        <p:cTn id="12" dur="75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750" fill="hold"/>
                                        <p:tgtEl>
                                          <p:spTgt spid="6"/>
                                        </p:tgtEl>
                                        <p:attrNameLst>
                                          <p:attrName>ppt_x</p:attrName>
                                        </p:attrNameLst>
                                      </p:cBhvr>
                                      <p:tavLst>
                                        <p:tav tm="0">
                                          <p:val>
                                            <p:strVal val="#ppt_x"/>
                                          </p:val>
                                        </p:tav>
                                        <p:tav tm="100000">
                                          <p:val>
                                            <p:strVal val="#ppt_x"/>
                                          </p:val>
                                        </p:tav>
                                      </p:tavLst>
                                    </p:anim>
                                    <p:anim calcmode="lin" valueType="num">
                                      <p:cBhvr additive="base">
                                        <p:cTn id="16" dur="750" fill="hold"/>
                                        <p:tgtEl>
                                          <p:spTgt spid="6"/>
                                        </p:tgtEl>
                                        <p:attrNameLst>
                                          <p:attrName>ppt_y</p:attrName>
                                        </p:attrNameLst>
                                      </p:cBhvr>
                                      <p:tavLst>
                                        <p:tav tm="0">
                                          <p:val>
                                            <p:strVal val="0-#ppt_h/2"/>
                                          </p:val>
                                        </p:tav>
                                        <p:tav tm="100000">
                                          <p:val>
                                            <p:strVal val="#ppt_y"/>
                                          </p:val>
                                        </p:tav>
                                      </p:tavLst>
                                    </p:anim>
                                  </p:childTnLst>
                                </p:cTn>
                              </p:par>
                            </p:childTnLst>
                          </p:cTn>
                        </p:par>
                        <p:par>
                          <p:cTn id="17" fill="hold">
                            <p:stCondLst>
                              <p:cond delay="1250"/>
                            </p:stCondLst>
                            <p:childTnLst>
                              <p:par>
                                <p:cTn id="18" presetID="22" presetClass="entr" presetSubtype="8"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750"/>
                                        <p:tgtEl>
                                          <p:spTgt spid="14"/>
                                        </p:tgtEl>
                                      </p:cBhvr>
                                    </p:animEffect>
                                  </p:childTnLst>
                                </p:cTn>
                              </p:par>
                            </p:childTnLst>
                          </p:cTn>
                        </p:par>
                        <p:par>
                          <p:cTn id="21" fill="hold">
                            <p:stCondLst>
                              <p:cond delay="2000"/>
                            </p:stCondLst>
                            <p:childTnLst>
                              <p:par>
                                <p:cTn id="22" presetID="2" presetClass="entr" presetSubtype="3" decel="100000" fill="hold" grpId="0" nodeType="afterEffect">
                                  <p:stCondLst>
                                    <p:cond delay="250"/>
                                  </p:stCondLst>
                                  <p:iterate type="wd">
                                    <p:tmPct val="10000"/>
                                  </p:iterate>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0-#ppt_h/2"/>
                                          </p:val>
                                        </p:tav>
                                        <p:tav tm="100000">
                                          <p:val>
                                            <p:strVal val="#ppt_y"/>
                                          </p:val>
                                        </p:tav>
                                      </p:tavLst>
                                    </p:anim>
                                  </p:childTnLst>
                                </p:cTn>
                              </p:par>
                            </p:childTnLst>
                          </p:cTn>
                        </p:par>
                        <p:par>
                          <p:cTn id="26" fill="hold">
                            <p:stCondLst>
                              <p:cond delay="2900"/>
                            </p:stCondLst>
                            <p:childTnLst>
                              <p:par>
                                <p:cTn id="27" presetID="2" presetClass="entr" presetSubtype="2" decel="100000" fill="hold" grpId="0" nodeType="afterEffect">
                                  <p:stCondLst>
                                    <p:cond delay="50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1+#ppt_w/2"/>
                                          </p:val>
                                        </p:tav>
                                        <p:tav tm="100000">
                                          <p:val>
                                            <p:strVal val="#ppt_x"/>
                                          </p:val>
                                        </p:tav>
                                      </p:tavLst>
                                    </p:anim>
                                    <p:anim calcmode="lin" valueType="num">
                                      <p:cBhvr additive="base">
                                        <p:cTn id="30" dur="500" fill="hold"/>
                                        <p:tgtEl>
                                          <p:spTgt spid="12"/>
                                        </p:tgtEl>
                                        <p:attrNameLst>
                                          <p:attrName>ppt_y</p:attrName>
                                        </p:attrNameLst>
                                      </p:cBhvr>
                                      <p:tavLst>
                                        <p:tav tm="0">
                                          <p:val>
                                            <p:strVal val="#ppt_y"/>
                                          </p:val>
                                        </p:tav>
                                        <p:tav tm="100000">
                                          <p:val>
                                            <p:strVal val="#ppt_y"/>
                                          </p:val>
                                        </p:tav>
                                      </p:tavLst>
                                    </p:anim>
                                  </p:childTnLst>
                                </p:cTn>
                              </p:par>
                              <p:par>
                                <p:cTn id="31" presetID="2" presetClass="entr" presetSubtype="4" decel="100000" fill="hold" grpId="0" nodeType="withEffect">
                                  <p:stCondLst>
                                    <p:cond delay="500"/>
                                  </p:stCondLst>
                                  <p:childTnLst>
                                    <p:set>
                                      <p:cBhvr>
                                        <p:cTn id="32" dur="1" fill="hold">
                                          <p:stCondLst>
                                            <p:cond delay="0"/>
                                          </p:stCondLst>
                                        </p:cTn>
                                        <p:tgtEl>
                                          <p:spTgt spid="13">
                                            <p:txEl>
                                              <p:pRg st="0" end="0"/>
                                            </p:txEl>
                                          </p:spTgt>
                                        </p:tgtEl>
                                        <p:attrNameLst>
                                          <p:attrName>style.visibility</p:attrName>
                                        </p:attrNameLst>
                                      </p:cBhvr>
                                      <p:to>
                                        <p:strVal val="visible"/>
                                      </p:to>
                                    </p:set>
                                    <p:anim calcmode="lin" valueType="num">
                                      <p:cBhvr additive="base">
                                        <p:cTn id="33"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6" grpId="0"/>
      <p:bldP spid="11" grpId="0"/>
      <p:bldP spid="12" grpId="0" animBg="1"/>
      <p:bldP spid="13" grpId="0" build="p">
        <p:tmplLst>
          <p:tmpl lvl="1">
            <p:tnLst>
              <p:par>
                <p:cTn presetID="2" presetClass="entr" presetSubtype="4" decel="100000" fill="hold" nodeType="withEffect">
                  <p:stCondLst>
                    <p:cond delay="50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ppt_x"/>
                          </p:val>
                        </p:tav>
                        <p:tav tm="100000">
                          <p:val>
                            <p:strVal val="#ppt_x"/>
                          </p:val>
                        </p:tav>
                      </p:tavLst>
                    </p:anim>
                    <p:anim calcmode="lin" valueType="num">
                      <p:cBhvr additive="base">
                        <p:cTn dur="500" fill="hold"/>
                        <p:tgtEl>
                          <p:spTgt spid="1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obile 2">
    <p:bg>
      <p:bgPr>
        <a:solidFill>
          <a:schemeClr val="tx2"/>
        </a:solidFill>
        <a:effectLst/>
      </p:bgPr>
    </p:bg>
    <p:spTree>
      <p:nvGrpSpPr>
        <p:cNvPr id="1" name=""/>
        <p:cNvGrpSpPr/>
        <p:nvPr/>
      </p:nvGrpSpPr>
      <p:grpSpPr>
        <a:xfrm>
          <a:off x="0" y="0"/>
          <a:ext cx="0" cy="0"/>
          <a:chOff x="0" y="0"/>
          <a:chExt cx="0" cy="0"/>
        </a:xfrm>
      </p:grpSpPr>
      <p:sp>
        <p:nvSpPr>
          <p:cNvPr id="5" name="正方形/長方形 4"/>
          <p:cNvSpPr/>
          <p:nvPr userDrawn="1"/>
        </p:nvSpPr>
        <p:spPr>
          <a:xfrm>
            <a:off x="-1" y="0"/>
            <a:ext cx="18286413"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rot="2700000">
            <a:off x="677416" y="6669596"/>
            <a:ext cx="8096797" cy="5313838"/>
          </a:xfrm>
          <a:custGeom>
            <a:avLst/>
            <a:gdLst/>
            <a:ahLst/>
            <a:cxnLst/>
            <a:rect l="l" t="t" r="r" b="b"/>
            <a:pathLst>
              <a:path w="12846751" h="8431181">
                <a:moveTo>
                  <a:pt x="0" y="0"/>
                </a:moveTo>
                <a:lnTo>
                  <a:pt x="12846751" y="1"/>
                </a:lnTo>
                <a:lnTo>
                  <a:pt x="4415572" y="8431181"/>
                </a:lnTo>
                <a:lnTo>
                  <a:pt x="3086183" y="8431181"/>
                </a:lnTo>
                <a:lnTo>
                  <a:pt x="3068088" y="8413086"/>
                </a:lnTo>
                <a:cubicBezTo>
                  <a:pt x="3142170" y="8389244"/>
                  <a:pt x="3211139" y="8347077"/>
                  <a:pt x="3269838" y="8288378"/>
                </a:cubicBezTo>
                <a:lnTo>
                  <a:pt x="5444469" y="6113748"/>
                </a:lnTo>
                <a:cubicBezTo>
                  <a:pt x="5652899" y="5905317"/>
                  <a:pt x="5652900" y="5567383"/>
                  <a:pt x="5444469" y="5358952"/>
                </a:cubicBezTo>
                <a:lnTo>
                  <a:pt x="213794" y="128278"/>
                </a:lnTo>
                <a:cubicBezTo>
                  <a:pt x="151923" y="66407"/>
                  <a:pt x="78641" y="22901"/>
                  <a:pt x="0" y="0"/>
                </a:cubicBezTo>
                <a:close/>
              </a:path>
            </a:pathLst>
          </a:custGeom>
          <a:solidFill>
            <a:schemeClr val="accent3">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pic>
        <p:nvPicPr>
          <p:cNvPr id="8" name="図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40795" y="1327349"/>
            <a:ext cx="5884221" cy="8366379"/>
          </a:xfrm>
          <a:prstGeom prst="rect">
            <a:avLst/>
          </a:prstGeom>
        </p:spPr>
      </p:pic>
      <p:pic>
        <p:nvPicPr>
          <p:cNvPr id="2" name="図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8937" y="4401204"/>
            <a:ext cx="2611063" cy="5334986"/>
          </a:xfrm>
          <a:prstGeom prst="rect">
            <a:avLst/>
          </a:prstGeom>
          <a:effectLst/>
        </p:spPr>
      </p:pic>
      <p:sp>
        <p:nvSpPr>
          <p:cNvPr id="6" name="図プレースホルダー 2"/>
          <p:cNvSpPr>
            <a:spLocks noGrp="1"/>
          </p:cNvSpPr>
          <p:nvPr>
            <p:ph type="pic" sz="quarter" idx="12" hasCustomPrompt="1"/>
          </p:nvPr>
        </p:nvSpPr>
        <p:spPr>
          <a:xfrm>
            <a:off x="3940519" y="2115503"/>
            <a:ext cx="5089181" cy="6761798"/>
          </a:xfrm>
        </p:spPr>
        <p:txBody>
          <a:bodyPr>
            <a:normAutofit/>
          </a:bodyPr>
          <a:lstStyle>
            <a:lvl1pPr>
              <a:defRPr sz="2000"/>
            </a:lvl1pPr>
          </a:lstStyle>
          <a:p>
            <a:r>
              <a:rPr kumimoji="1" lang="en-US" altLang="ja-JP" dirty="0"/>
              <a:t>Add an image</a:t>
            </a:r>
            <a:endParaRPr kumimoji="1" lang="ja-JP" altLang="en-US" dirty="0"/>
          </a:p>
        </p:txBody>
      </p:sp>
      <p:sp>
        <p:nvSpPr>
          <p:cNvPr id="18" name="図プレースホルダー 2"/>
          <p:cNvSpPr>
            <a:spLocks noGrp="1"/>
          </p:cNvSpPr>
          <p:nvPr>
            <p:ph type="pic" sz="quarter" idx="13" hasCustomPrompt="1"/>
          </p:nvPr>
        </p:nvSpPr>
        <p:spPr>
          <a:xfrm>
            <a:off x="1379954" y="5114472"/>
            <a:ext cx="2179345" cy="3930468"/>
          </a:xfrm>
        </p:spPr>
        <p:txBody>
          <a:bodyPr>
            <a:normAutofit/>
          </a:bodyPr>
          <a:lstStyle>
            <a:lvl1pPr>
              <a:defRPr sz="2000"/>
            </a:lvl1pPr>
          </a:lstStyle>
          <a:p>
            <a:r>
              <a:rPr kumimoji="1" lang="en-US" altLang="ja-JP" dirty="0"/>
              <a:t>Add an image</a:t>
            </a:r>
            <a:endParaRPr kumimoji="1" lang="ja-JP" altLang="en-US" dirty="0"/>
          </a:p>
        </p:txBody>
      </p:sp>
      <p:sp>
        <p:nvSpPr>
          <p:cNvPr id="9" name="正方形/長方形 8"/>
          <p:cNvSpPr/>
          <p:nvPr userDrawn="1"/>
        </p:nvSpPr>
        <p:spPr>
          <a:xfrm rot="2700000">
            <a:off x="4379955" y="4588006"/>
            <a:ext cx="12380312" cy="9026445"/>
          </a:xfrm>
          <a:custGeom>
            <a:avLst/>
            <a:gdLst/>
            <a:ahLst/>
            <a:cxnLst/>
            <a:rect l="l" t="t" r="r" b="b"/>
            <a:pathLst>
              <a:path w="12380312" h="9026445">
                <a:moveTo>
                  <a:pt x="0" y="2"/>
                </a:moveTo>
                <a:lnTo>
                  <a:pt x="12380312" y="0"/>
                </a:lnTo>
                <a:lnTo>
                  <a:pt x="6191503" y="6188809"/>
                </a:lnTo>
                <a:lnTo>
                  <a:pt x="2514854" y="9026445"/>
                </a:lnTo>
                <a:lnTo>
                  <a:pt x="5536992" y="6004307"/>
                </a:lnTo>
                <a:cubicBezTo>
                  <a:pt x="5681923" y="5859376"/>
                  <a:pt x="5681923" y="5624397"/>
                  <a:pt x="5536992" y="5479467"/>
                </a:cubicBezTo>
                <a:lnTo>
                  <a:pt x="145909" y="88383"/>
                </a:lnTo>
                <a:cubicBezTo>
                  <a:pt x="103613" y="46088"/>
                  <a:pt x="53648" y="16135"/>
                  <a:pt x="0" y="2"/>
                </a:cubicBezTo>
                <a:close/>
              </a:path>
            </a:pathLst>
          </a:custGeom>
          <a:solidFill>
            <a:schemeClr val="accent3">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タイトル プレースホルダー 1"/>
          <p:cNvSpPr>
            <a:spLocks noGrp="1"/>
          </p:cNvSpPr>
          <p:nvPr>
            <p:ph type="title" hasCustomPrompt="1"/>
          </p:nvPr>
        </p:nvSpPr>
        <p:spPr>
          <a:xfrm>
            <a:off x="9775491" y="1946365"/>
            <a:ext cx="7777111" cy="3098659"/>
          </a:xfrm>
          <a:prstGeom prst="rect">
            <a:avLst/>
          </a:prstGeom>
        </p:spPr>
        <p:txBody>
          <a:bodyPr vert="horz" lIns="163275" tIns="81638" rIns="163275" bIns="81638" rtlCol="0" anchor="b">
            <a:normAutofit/>
          </a:bodyPr>
          <a:lstStyle>
            <a:lvl1pPr>
              <a:defRPr baseline="0">
                <a:solidFill>
                  <a:schemeClr val="bg1"/>
                </a:solidFill>
              </a:defRPr>
            </a:lvl1pPr>
          </a:lstStyle>
          <a:p>
            <a:r>
              <a:rPr kumimoji="1" lang="en-US" altLang="ja-JP" dirty="0"/>
              <a:t>Slide Title Goes Here</a:t>
            </a:r>
            <a:endParaRPr kumimoji="1" lang="ja-JP" altLang="en-US" dirty="0"/>
          </a:p>
        </p:txBody>
      </p:sp>
      <p:sp>
        <p:nvSpPr>
          <p:cNvPr id="20" name="正方形/長方形 19"/>
          <p:cNvSpPr/>
          <p:nvPr userDrawn="1"/>
        </p:nvSpPr>
        <p:spPr>
          <a:xfrm>
            <a:off x="9873123" y="5376509"/>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プレースホルダー 6"/>
          <p:cNvSpPr>
            <a:spLocks noGrp="1"/>
          </p:cNvSpPr>
          <p:nvPr>
            <p:ph type="body" sz="quarter" idx="24" hasCustomPrompt="1"/>
          </p:nvPr>
        </p:nvSpPr>
        <p:spPr>
          <a:xfrm>
            <a:off x="9782631" y="5497339"/>
            <a:ext cx="7794169" cy="3018971"/>
          </a:xfrm>
        </p:spPr>
        <p:txBody>
          <a:bodyPr anchor="t">
            <a:noAutofit/>
          </a:bodyPr>
          <a:lstStyle>
            <a:lvl1pPr algn="l">
              <a:defRPr sz="2000" i="0" baseline="0">
                <a:solidFill>
                  <a:schemeClr val="bg1"/>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771163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ppt_x"/>
                                          </p:val>
                                        </p:tav>
                                        <p:tav tm="100000">
                                          <p:val>
                                            <p:strVal val="#ppt_x"/>
                                          </p:val>
                                        </p:tav>
                                      </p:tavLst>
                                    </p:anim>
                                    <p:anim calcmode="lin" valueType="num">
                                      <p:cBhvr additive="base">
                                        <p:cTn id="12" dur="750" fill="hold"/>
                                        <p:tgtEl>
                                          <p:spTgt spid="8"/>
                                        </p:tgtEl>
                                        <p:attrNameLst>
                                          <p:attrName>ppt_y</p:attrName>
                                        </p:attrNameLst>
                                      </p:cBhvr>
                                      <p:tavLst>
                                        <p:tav tm="0">
                                          <p:val>
                                            <p:strVal val="0-#ppt_h/2"/>
                                          </p:val>
                                        </p:tav>
                                        <p:tav tm="100000">
                                          <p:val>
                                            <p:strVal val="#ppt_y"/>
                                          </p:val>
                                        </p:tav>
                                      </p:tavLst>
                                    </p:anim>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50"/>
                                        <p:tgtEl>
                                          <p:spTgt spid="8"/>
                                        </p:tgtEl>
                                      </p:cBhvr>
                                    </p:animEffect>
                                  </p:childTnLst>
                                </p:cTn>
                              </p:par>
                              <p:par>
                                <p:cTn id="16" presetID="2" presetClass="entr" presetSubtype="1" decel="10000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750" fill="hold"/>
                                        <p:tgtEl>
                                          <p:spTgt spid="6"/>
                                        </p:tgtEl>
                                        <p:attrNameLst>
                                          <p:attrName>ppt_x</p:attrName>
                                        </p:attrNameLst>
                                      </p:cBhvr>
                                      <p:tavLst>
                                        <p:tav tm="0">
                                          <p:val>
                                            <p:strVal val="#ppt_x"/>
                                          </p:val>
                                        </p:tav>
                                        <p:tav tm="100000">
                                          <p:val>
                                            <p:strVal val="#ppt_x"/>
                                          </p:val>
                                        </p:tav>
                                      </p:tavLst>
                                    </p:anim>
                                    <p:anim calcmode="lin" valueType="num">
                                      <p:cBhvr additive="base">
                                        <p:cTn id="19" dur="750" fill="hold"/>
                                        <p:tgtEl>
                                          <p:spTgt spid="6"/>
                                        </p:tgtEl>
                                        <p:attrNameLst>
                                          <p:attrName>ppt_y</p:attrName>
                                        </p:attrNameLst>
                                      </p:cBhvr>
                                      <p:tavLst>
                                        <p:tav tm="0">
                                          <p:val>
                                            <p:strVal val="0-#ppt_h/2"/>
                                          </p:val>
                                        </p:tav>
                                        <p:tav tm="100000">
                                          <p:val>
                                            <p:strVal val="#ppt_y"/>
                                          </p:val>
                                        </p:tav>
                                      </p:tavLst>
                                    </p:anim>
                                  </p:childTnLst>
                                </p:cTn>
                              </p:par>
                              <p:par>
                                <p:cTn id="20" presetID="10" presetClass="entr" presetSubtype="0" fill="hold" grpId="1"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50"/>
                                        <p:tgtEl>
                                          <p:spTgt spid="6"/>
                                        </p:tgtEl>
                                      </p:cBhvr>
                                    </p:animEffect>
                                  </p:childTnLst>
                                </p:cTn>
                              </p:par>
                            </p:childTnLst>
                          </p:cTn>
                        </p:par>
                        <p:par>
                          <p:cTn id="23" fill="hold">
                            <p:stCondLst>
                              <p:cond delay="1250"/>
                            </p:stCondLst>
                            <p:childTnLst>
                              <p:par>
                                <p:cTn id="24" presetID="22" presetClass="entr" presetSubtype="8"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750"/>
                                        <p:tgtEl>
                                          <p:spTgt spid="9"/>
                                        </p:tgtEl>
                                      </p:cBhvr>
                                    </p:animEffect>
                                  </p:childTnLst>
                                </p:cTn>
                              </p:par>
                              <p:par>
                                <p:cTn id="27" presetID="2" presetClass="entr" presetSubtype="1" decel="10000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750" fill="hold"/>
                                        <p:tgtEl>
                                          <p:spTgt spid="2"/>
                                        </p:tgtEl>
                                        <p:attrNameLst>
                                          <p:attrName>ppt_x</p:attrName>
                                        </p:attrNameLst>
                                      </p:cBhvr>
                                      <p:tavLst>
                                        <p:tav tm="0">
                                          <p:val>
                                            <p:strVal val="#ppt_x"/>
                                          </p:val>
                                        </p:tav>
                                        <p:tav tm="100000">
                                          <p:val>
                                            <p:strVal val="#ppt_x"/>
                                          </p:val>
                                        </p:tav>
                                      </p:tavLst>
                                    </p:anim>
                                    <p:anim calcmode="lin" valueType="num">
                                      <p:cBhvr additive="base">
                                        <p:cTn id="30" dur="750" fill="hold"/>
                                        <p:tgtEl>
                                          <p:spTgt spid="2"/>
                                        </p:tgtEl>
                                        <p:attrNameLst>
                                          <p:attrName>ppt_y</p:attrName>
                                        </p:attrNameLst>
                                      </p:cBhvr>
                                      <p:tavLst>
                                        <p:tav tm="0">
                                          <p:val>
                                            <p:strVal val="0-#ppt_h/2"/>
                                          </p:val>
                                        </p:tav>
                                        <p:tav tm="100000">
                                          <p:val>
                                            <p:strVal val="#ppt_y"/>
                                          </p:val>
                                        </p:tav>
                                      </p:tavLst>
                                    </p:anim>
                                  </p:childTnLst>
                                </p:cTn>
                              </p:par>
                              <p:par>
                                <p:cTn id="31" presetID="10" presetClass="entr" presetSubtype="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750"/>
                                        <p:tgtEl>
                                          <p:spTgt spid="2"/>
                                        </p:tgtEl>
                                      </p:cBhvr>
                                    </p:animEffect>
                                  </p:childTnLst>
                                </p:cTn>
                              </p:par>
                              <p:par>
                                <p:cTn id="34" presetID="2" presetClass="entr" presetSubtype="1" decel="10000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750" fill="hold"/>
                                        <p:tgtEl>
                                          <p:spTgt spid="18"/>
                                        </p:tgtEl>
                                        <p:attrNameLst>
                                          <p:attrName>ppt_x</p:attrName>
                                        </p:attrNameLst>
                                      </p:cBhvr>
                                      <p:tavLst>
                                        <p:tav tm="0">
                                          <p:val>
                                            <p:strVal val="#ppt_x"/>
                                          </p:val>
                                        </p:tav>
                                        <p:tav tm="100000">
                                          <p:val>
                                            <p:strVal val="#ppt_x"/>
                                          </p:val>
                                        </p:tav>
                                      </p:tavLst>
                                    </p:anim>
                                    <p:anim calcmode="lin" valueType="num">
                                      <p:cBhvr additive="base">
                                        <p:cTn id="37" dur="750" fill="hold"/>
                                        <p:tgtEl>
                                          <p:spTgt spid="18"/>
                                        </p:tgtEl>
                                        <p:attrNameLst>
                                          <p:attrName>ppt_y</p:attrName>
                                        </p:attrNameLst>
                                      </p:cBhvr>
                                      <p:tavLst>
                                        <p:tav tm="0">
                                          <p:val>
                                            <p:strVal val="0-#ppt_h/2"/>
                                          </p:val>
                                        </p:tav>
                                        <p:tav tm="100000">
                                          <p:val>
                                            <p:strVal val="#ppt_y"/>
                                          </p:val>
                                        </p:tav>
                                      </p:tavLst>
                                    </p:anim>
                                  </p:childTnLst>
                                </p:cTn>
                              </p:par>
                              <p:par>
                                <p:cTn id="38" presetID="10" presetClass="entr" presetSubtype="0" fill="hold" grpId="1"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750"/>
                                        <p:tgtEl>
                                          <p:spTgt spid="18"/>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750"/>
                                        <p:tgtEl>
                                          <p:spTgt spid="14"/>
                                        </p:tgtEl>
                                      </p:cBhvr>
                                    </p:animEffect>
                                  </p:childTnLst>
                                </p:cTn>
                              </p:par>
                              <p:par>
                                <p:cTn id="45" presetID="2" presetClass="entr" presetSubtype="3" decel="100000" fill="hold" grpId="0" nodeType="withEffect">
                                  <p:stCondLst>
                                    <p:cond delay="0"/>
                                  </p:stCondLst>
                                  <p:iterate type="wd">
                                    <p:tmPct val="10000"/>
                                  </p:iterate>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1+#ppt_w/2"/>
                                          </p:val>
                                        </p:tav>
                                        <p:tav tm="100000">
                                          <p:val>
                                            <p:strVal val="#ppt_x"/>
                                          </p:val>
                                        </p:tav>
                                      </p:tavLst>
                                    </p:anim>
                                    <p:anim calcmode="lin" valueType="num">
                                      <p:cBhvr additive="base">
                                        <p:cTn id="48" dur="500" fill="hold"/>
                                        <p:tgtEl>
                                          <p:spTgt spid="19"/>
                                        </p:tgtEl>
                                        <p:attrNameLst>
                                          <p:attrName>ppt_y</p:attrName>
                                        </p:attrNameLst>
                                      </p:cBhvr>
                                      <p:tavLst>
                                        <p:tav tm="0">
                                          <p:val>
                                            <p:strVal val="0-#ppt_h/2"/>
                                          </p:val>
                                        </p:tav>
                                        <p:tav tm="100000">
                                          <p:val>
                                            <p:strVal val="#ppt_y"/>
                                          </p:val>
                                        </p:tav>
                                      </p:tavLst>
                                    </p:anim>
                                  </p:childTnLst>
                                </p:cTn>
                              </p:par>
                            </p:childTnLst>
                          </p:cTn>
                        </p:par>
                        <p:par>
                          <p:cTn id="49" fill="hold">
                            <p:stCondLst>
                              <p:cond delay="2750"/>
                            </p:stCondLst>
                            <p:childTnLst>
                              <p:par>
                                <p:cTn id="50" presetID="2" presetClass="entr" presetSubtype="2" decel="100000" fill="hold" grpId="0" nodeType="afterEffect">
                                  <p:stCondLst>
                                    <p:cond delay="500"/>
                                  </p:stCondLst>
                                  <p:childTnLst>
                                    <p:set>
                                      <p:cBhvr>
                                        <p:cTn id="51" dur="1" fill="hold">
                                          <p:stCondLst>
                                            <p:cond delay="0"/>
                                          </p:stCondLst>
                                        </p:cTn>
                                        <p:tgtEl>
                                          <p:spTgt spid="20"/>
                                        </p:tgtEl>
                                        <p:attrNameLst>
                                          <p:attrName>style.visibility</p:attrName>
                                        </p:attrNameLst>
                                      </p:cBhvr>
                                      <p:to>
                                        <p:strVal val="visible"/>
                                      </p:to>
                                    </p:set>
                                    <p:anim calcmode="lin" valueType="num">
                                      <p:cBhvr additive="base">
                                        <p:cTn id="52" dur="500" fill="hold"/>
                                        <p:tgtEl>
                                          <p:spTgt spid="20"/>
                                        </p:tgtEl>
                                        <p:attrNameLst>
                                          <p:attrName>ppt_x</p:attrName>
                                        </p:attrNameLst>
                                      </p:cBhvr>
                                      <p:tavLst>
                                        <p:tav tm="0">
                                          <p:val>
                                            <p:strVal val="1+#ppt_w/2"/>
                                          </p:val>
                                        </p:tav>
                                        <p:tav tm="100000">
                                          <p:val>
                                            <p:strVal val="#ppt_x"/>
                                          </p:val>
                                        </p:tav>
                                      </p:tavLst>
                                    </p:anim>
                                    <p:anim calcmode="lin" valueType="num">
                                      <p:cBhvr additive="base">
                                        <p:cTn id="53" dur="500" fill="hold"/>
                                        <p:tgtEl>
                                          <p:spTgt spid="20"/>
                                        </p:tgtEl>
                                        <p:attrNameLst>
                                          <p:attrName>ppt_y</p:attrName>
                                        </p:attrNameLst>
                                      </p:cBhvr>
                                      <p:tavLst>
                                        <p:tav tm="0">
                                          <p:val>
                                            <p:strVal val="#ppt_y"/>
                                          </p:val>
                                        </p:tav>
                                        <p:tav tm="100000">
                                          <p:val>
                                            <p:strVal val="#ppt_y"/>
                                          </p:val>
                                        </p:tav>
                                      </p:tavLst>
                                    </p:anim>
                                  </p:childTnLst>
                                </p:cTn>
                              </p:par>
                              <p:par>
                                <p:cTn id="54" presetID="2" presetClass="entr" presetSubtype="4" decel="100000" fill="hold" grpId="0" nodeType="withEffect">
                                  <p:stCondLst>
                                    <p:cond delay="500"/>
                                  </p:stCondLst>
                                  <p:childTnLst>
                                    <p:set>
                                      <p:cBhvr>
                                        <p:cTn id="55" dur="1" fill="hold">
                                          <p:stCondLst>
                                            <p:cond delay="0"/>
                                          </p:stCondLst>
                                        </p:cTn>
                                        <p:tgtEl>
                                          <p:spTgt spid="21">
                                            <p:txEl>
                                              <p:pRg st="0" end="0"/>
                                            </p:txEl>
                                          </p:spTgt>
                                        </p:tgtEl>
                                        <p:attrNameLst>
                                          <p:attrName>style.visibility</p:attrName>
                                        </p:attrNameLst>
                                      </p:cBhvr>
                                      <p:to>
                                        <p:strVal val="visible"/>
                                      </p:to>
                                    </p:set>
                                    <p:anim calcmode="lin" valueType="num">
                                      <p:cBhvr additive="base">
                                        <p:cTn id="56"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6" grpId="0"/>
      <p:bldP spid="6" grpId="1"/>
      <p:bldP spid="18" grpId="0"/>
      <p:bldP spid="18" grpId="1"/>
      <p:bldP spid="9" grpId="0" animBg="1"/>
      <p:bldP spid="19" grpId="0"/>
      <p:bldP spid="20" grpId="0" animBg="1"/>
      <p:bldP spid="21" grpId="0" build="p">
        <p:tmplLst>
          <p:tmpl lvl="1">
            <p:tnLst>
              <p:par>
                <p:cTn presetID="2" presetClass="entr" presetSubtype="4" decel="100000" fill="hold" nodeType="withEffect">
                  <p:stCondLst>
                    <p:cond delay="50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ppt_x"/>
                          </p:val>
                        </p:tav>
                        <p:tav tm="100000">
                          <p:val>
                            <p:strVal val="#ppt_x"/>
                          </p:val>
                        </p:tav>
                      </p:tavLst>
                    </p:anim>
                    <p:anim calcmode="lin" valueType="num">
                      <p:cBhvr additive="base">
                        <p:cTn dur="500" fill="hold"/>
                        <p:tgtEl>
                          <p:spTgt spid="21"/>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obile and 4 Points">
    <p:bg>
      <p:bgPr>
        <a:solidFill>
          <a:schemeClr val="tx2"/>
        </a:solidFill>
        <a:effectLst/>
      </p:bgPr>
    </p:bg>
    <p:spTree>
      <p:nvGrpSpPr>
        <p:cNvPr id="1" name=""/>
        <p:cNvGrpSpPr/>
        <p:nvPr/>
      </p:nvGrpSpPr>
      <p:grpSpPr>
        <a:xfrm>
          <a:off x="0" y="0"/>
          <a:ext cx="0" cy="0"/>
          <a:chOff x="0" y="0"/>
          <a:chExt cx="0" cy="0"/>
        </a:xfrm>
      </p:grpSpPr>
      <p:sp>
        <p:nvSpPr>
          <p:cNvPr id="5" name="正方形/長方形 4"/>
          <p:cNvSpPr/>
          <p:nvPr userDrawn="1"/>
        </p:nvSpPr>
        <p:spPr>
          <a:xfrm>
            <a:off x="-1" y="-1"/>
            <a:ext cx="18286413" cy="6204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p:cNvSpPr/>
          <p:nvPr userDrawn="1"/>
        </p:nvSpPr>
        <p:spPr>
          <a:xfrm rot="2700000">
            <a:off x="6717808" y="2315279"/>
            <a:ext cx="8354720" cy="6389625"/>
          </a:xfrm>
          <a:custGeom>
            <a:avLst/>
            <a:gdLst/>
            <a:ahLst/>
            <a:cxnLst/>
            <a:rect l="l" t="t" r="r" b="b"/>
            <a:pathLst>
              <a:path w="8354720" h="6389625">
                <a:moveTo>
                  <a:pt x="0" y="4424528"/>
                </a:moveTo>
                <a:lnTo>
                  <a:pt x="1965096" y="6389624"/>
                </a:lnTo>
                <a:lnTo>
                  <a:pt x="1965095" y="6389625"/>
                </a:lnTo>
                <a:lnTo>
                  <a:pt x="0" y="4424529"/>
                </a:lnTo>
                <a:close/>
                <a:moveTo>
                  <a:pt x="1381229" y="1"/>
                </a:moveTo>
                <a:lnTo>
                  <a:pt x="8354720" y="0"/>
                </a:lnTo>
                <a:lnTo>
                  <a:pt x="4894522" y="3460197"/>
                </a:lnTo>
                <a:lnTo>
                  <a:pt x="1547176" y="112852"/>
                </a:lnTo>
                <a:cubicBezTo>
                  <a:pt x="1497951" y="63626"/>
                  <a:pt x="1441839" y="25483"/>
                  <a:pt x="1381229" y="1"/>
                </a:cubicBezTo>
                <a:close/>
              </a:path>
            </a:pathLst>
          </a:cu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6" name="正方形/長方形 5"/>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p:cNvSpPr>
            <a:spLocks noGrp="1"/>
          </p:cNvSpPr>
          <p:nvPr>
            <p:ph type="title" hasCustomPrompt="1"/>
          </p:nvPr>
        </p:nvSpPr>
        <p:spPr>
          <a:xfrm>
            <a:off x="725714" y="6321681"/>
            <a:ext cx="16822057" cy="1350907"/>
          </a:xfrm>
        </p:spPr>
        <p:txBody>
          <a:bodyPr anchor="b">
            <a:normAutofit/>
          </a:bodyPr>
          <a:lstStyle>
            <a:lvl1pPr algn="ct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10" name="正方形/長方形 9"/>
          <p:cNvSpPr/>
          <p:nvPr userDrawn="1"/>
        </p:nvSpPr>
        <p:spPr>
          <a:xfrm>
            <a:off x="7522233" y="7687812"/>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6"/>
          <p:cNvSpPr>
            <a:spLocks noGrp="1"/>
          </p:cNvSpPr>
          <p:nvPr>
            <p:ph type="body" sz="quarter" idx="42" hasCustomPrompt="1"/>
          </p:nvPr>
        </p:nvSpPr>
        <p:spPr>
          <a:xfrm>
            <a:off x="430238" y="7982857"/>
            <a:ext cx="17425936" cy="1461589"/>
          </a:xfrm>
        </p:spPr>
        <p:txBody>
          <a:bodyPr>
            <a:noAutofit/>
          </a:bodyPr>
          <a:lstStyle>
            <a:lvl1pPr algn="ctr">
              <a:defRPr sz="2000" b="0" i="0" u="none" baseline="0">
                <a:solidFill>
                  <a:schemeClr val="bg1"/>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pic>
        <p:nvPicPr>
          <p:cNvPr id="7" name="図 6"/>
          <p:cNvPicPr>
            <a:picLocks noChangeAspect="1"/>
          </p:cNvPicPr>
          <p:nvPr userDrawn="1"/>
        </p:nvPicPr>
        <p:blipFill rotWithShape="1">
          <a:blip r:embed="rId2">
            <a:extLst>
              <a:ext uri="{28A0092B-C50C-407E-A947-70E740481C1C}">
                <a14:useLocalDpi xmlns:a14="http://schemas.microsoft.com/office/drawing/2010/main" val="0"/>
              </a:ext>
            </a:extLst>
          </a:blip>
          <a:srcRect b="37462"/>
          <a:stretch/>
        </p:blipFill>
        <p:spPr>
          <a:xfrm>
            <a:off x="7071788" y="911133"/>
            <a:ext cx="4142834" cy="5293723"/>
          </a:xfrm>
          <a:prstGeom prst="rect">
            <a:avLst/>
          </a:prstGeom>
          <a:effectLst/>
        </p:spPr>
      </p:pic>
      <p:sp>
        <p:nvSpPr>
          <p:cNvPr id="8" name="図プレースホルダー 2"/>
          <p:cNvSpPr>
            <a:spLocks noGrp="1"/>
          </p:cNvSpPr>
          <p:nvPr>
            <p:ph type="pic" sz="quarter" idx="12" hasCustomPrompt="1"/>
          </p:nvPr>
        </p:nvSpPr>
        <p:spPr>
          <a:xfrm>
            <a:off x="7373112" y="2008413"/>
            <a:ext cx="3525807" cy="4196443"/>
          </a:xfrm>
        </p:spPr>
        <p:txBody>
          <a:bodyPr>
            <a:normAutofit/>
          </a:bodyPr>
          <a:lstStyle>
            <a:lvl1pPr>
              <a:defRPr sz="2000"/>
            </a:lvl1pPr>
          </a:lstStyle>
          <a:p>
            <a:r>
              <a:rPr kumimoji="1" lang="en-US" altLang="ja-JP" dirty="0"/>
              <a:t>Add an image</a:t>
            </a:r>
            <a:endParaRPr kumimoji="1" lang="ja-JP" altLang="en-US" dirty="0"/>
          </a:p>
        </p:txBody>
      </p:sp>
      <p:sp>
        <p:nvSpPr>
          <p:cNvPr id="22" name="円/楕円 21"/>
          <p:cNvSpPr/>
          <p:nvPr userDrawn="1"/>
        </p:nvSpPr>
        <p:spPr>
          <a:xfrm>
            <a:off x="5152572" y="1698258"/>
            <a:ext cx="1400539" cy="140053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図プレースホルダー 7"/>
          <p:cNvSpPr>
            <a:spLocks noGrp="1"/>
          </p:cNvSpPr>
          <p:nvPr>
            <p:ph type="pic" sz="quarter" idx="18" hasCustomPrompt="1"/>
          </p:nvPr>
        </p:nvSpPr>
        <p:spPr>
          <a:xfrm>
            <a:off x="5520614" y="2066300"/>
            <a:ext cx="664454" cy="664454"/>
          </a:xfrm>
        </p:spPr>
        <p:txBody>
          <a:bodyPr>
            <a:normAutofit/>
          </a:bodyPr>
          <a:lstStyle>
            <a:lvl1pPr>
              <a:defRPr sz="1200"/>
            </a:lvl1pPr>
          </a:lstStyle>
          <a:p>
            <a:r>
              <a:rPr kumimoji="1" lang="en-US" altLang="ja-JP" dirty="0"/>
              <a:t>ICON</a:t>
            </a:r>
            <a:endParaRPr kumimoji="1" lang="ja-JP" altLang="en-US" dirty="0"/>
          </a:p>
        </p:txBody>
      </p:sp>
      <p:sp>
        <p:nvSpPr>
          <p:cNvPr id="26" name="テキスト プレースホルダー 6"/>
          <p:cNvSpPr>
            <a:spLocks noGrp="1"/>
          </p:cNvSpPr>
          <p:nvPr>
            <p:ph type="body" sz="quarter" idx="20" hasCustomPrompt="1"/>
          </p:nvPr>
        </p:nvSpPr>
        <p:spPr>
          <a:xfrm>
            <a:off x="828165" y="1689841"/>
            <a:ext cx="4210864" cy="720080"/>
          </a:xfrm>
        </p:spPr>
        <p:txBody>
          <a:bodyPr anchor="t">
            <a:noAutofit/>
          </a:bodyPr>
          <a:lstStyle>
            <a:lvl1pPr algn="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3" hasCustomPrompt="1"/>
          </p:nvPr>
        </p:nvSpPr>
        <p:spPr>
          <a:xfrm>
            <a:off x="783770" y="2235366"/>
            <a:ext cx="4259915" cy="896089"/>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9" name="円/楕円 28"/>
          <p:cNvSpPr/>
          <p:nvPr userDrawn="1"/>
        </p:nvSpPr>
        <p:spPr>
          <a:xfrm>
            <a:off x="5152571" y="3955229"/>
            <a:ext cx="1400539" cy="140053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図プレースホルダー 7"/>
          <p:cNvSpPr>
            <a:spLocks noGrp="1"/>
          </p:cNvSpPr>
          <p:nvPr>
            <p:ph type="pic" sz="quarter" idx="43" hasCustomPrompt="1"/>
          </p:nvPr>
        </p:nvSpPr>
        <p:spPr>
          <a:xfrm>
            <a:off x="5520613" y="4323271"/>
            <a:ext cx="664454" cy="664454"/>
          </a:xfrm>
        </p:spPr>
        <p:txBody>
          <a:bodyPr>
            <a:normAutofit/>
          </a:bodyPr>
          <a:lstStyle>
            <a:lvl1pPr>
              <a:defRPr sz="1200"/>
            </a:lvl1pPr>
          </a:lstStyle>
          <a:p>
            <a:r>
              <a:rPr kumimoji="1" lang="en-US" altLang="ja-JP" dirty="0"/>
              <a:t>ICON</a:t>
            </a:r>
            <a:endParaRPr kumimoji="1" lang="ja-JP" altLang="en-US" dirty="0"/>
          </a:p>
        </p:txBody>
      </p:sp>
      <p:sp>
        <p:nvSpPr>
          <p:cNvPr id="31" name="テキスト プレースホルダー 6"/>
          <p:cNvSpPr>
            <a:spLocks noGrp="1"/>
          </p:cNvSpPr>
          <p:nvPr>
            <p:ph type="body" sz="quarter" idx="44" hasCustomPrompt="1"/>
          </p:nvPr>
        </p:nvSpPr>
        <p:spPr>
          <a:xfrm>
            <a:off x="828164" y="3946812"/>
            <a:ext cx="4210864" cy="720080"/>
          </a:xfrm>
        </p:spPr>
        <p:txBody>
          <a:bodyPr anchor="t">
            <a:noAutofit/>
          </a:bodyPr>
          <a:lstStyle>
            <a:lvl1pPr algn="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45" hasCustomPrompt="1"/>
          </p:nvPr>
        </p:nvSpPr>
        <p:spPr>
          <a:xfrm>
            <a:off x="783769" y="4492337"/>
            <a:ext cx="4259915" cy="896089"/>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3" name="円/楕円 32"/>
          <p:cNvSpPr/>
          <p:nvPr userDrawn="1"/>
        </p:nvSpPr>
        <p:spPr>
          <a:xfrm>
            <a:off x="11749315" y="1694628"/>
            <a:ext cx="1400539" cy="140053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3"/>
              </a:solidFill>
            </a:endParaRPr>
          </a:p>
        </p:txBody>
      </p:sp>
      <p:sp>
        <p:nvSpPr>
          <p:cNvPr id="34" name="図プレースホルダー 7"/>
          <p:cNvSpPr>
            <a:spLocks noGrp="1"/>
          </p:cNvSpPr>
          <p:nvPr>
            <p:ph type="pic" sz="quarter" idx="46" hasCustomPrompt="1"/>
          </p:nvPr>
        </p:nvSpPr>
        <p:spPr>
          <a:xfrm>
            <a:off x="12117357" y="2062670"/>
            <a:ext cx="664454" cy="664454"/>
          </a:xfrm>
        </p:spPr>
        <p:txBody>
          <a:bodyPr>
            <a:normAutofit/>
          </a:bodyPr>
          <a:lstStyle>
            <a:lvl1pPr>
              <a:defRPr sz="1200"/>
            </a:lvl1pPr>
          </a:lstStyle>
          <a:p>
            <a:r>
              <a:rPr kumimoji="1" lang="en-US" altLang="ja-JP" dirty="0"/>
              <a:t>ICON</a:t>
            </a:r>
            <a:endParaRPr kumimoji="1" lang="ja-JP" altLang="en-US" dirty="0"/>
          </a:p>
        </p:txBody>
      </p:sp>
      <p:sp>
        <p:nvSpPr>
          <p:cNvPr id="35" name="テキスト プレースホルダー 6"/>
          <p:cNvSpPr>
            <a:spLocks noGrp="1"/>
          </p:cNvSpPr>
          <p:nvPr>
            <p:ph type="body" sz="quarter" idx="47" hasCustomPrompt="1"/>
          </p:nvPr>
        </p:nvSpPr>
        <p:spPr>
          <a:xfrm>
            <a:off x="13288682" y="1686211"/>
            <a:ext cx="4210864" cy="720080"/>
          </a:xfrm>
        </p:spPr>
        <p:txBody>
          <a:bodyPr anchor="t">
            <a:noAutofit/>
          </a:bodyPr>
          <a:lstStyle>
            <a:lvl1pPr algn="l">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48" hasCustomPrompt="1"/>
          </p:nvPr>
        </p:nvSpPr>
        <p:spPr>
          <a:xfrm>
            <a:off x="13287829" y="2231736"/>
            <a:ext cx="4259915" cy="896089"/>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7" name="円/楕円 36"/>
          <p:cNvSpPr/>
          <p:nvPr userDrawn="1"/>
        </p:nvSpPr>
        <p:spPr>
          <a:xfrm>
            <a:off x="11749315" y="3955228"/>
            <a:ext cx="1400539" cy="140053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図プレースホルダー 7"/>
          <p:cNvSpPr>
            <a:spLocks noGrp="1"/>
          </p:cNvSpPr>
          <p:nvPr>
            <p:ph type="pic" sz="quarter" idx="49" hasCustomPrompt="1"/>
          </p:nvPr>
        </p:nvSpPr>
        <p:spPr>
          <a:xfrm>
            <a:off x="12117357" y="4323270"/>
            <a:ext cx="664454" cy="664454"/>
          </a:xfrm>
        </p:spPr>
        <p:txBody>
          <a:bodyPr>
            <a:normAutofit/>
          </a:bodyPr>
          <a:lstStyle>
            <a:lvl1pPr>
              <a:defRPr sz="1200"/>
            </a:lvl1pPr>
          </a:lstStyle>
          <a:p>
            <a:r>
              <a:rPr kumimoji="1" lang="en-US" altLang="ja-JP" dirty="0"/>
              <a:t>ICON</a:t>
            </a:r>
            <a:endParaRPr kumimoji="1" lang="ja-JP" altLang="en-US" dirty="0"/>
          </a:p>
        </p:txBody>
      </p:sp>
      <p:sp>
        <p:nvSpPr>
          <p:cNvPr id="39" name="テキスト プレースホルダー 6"/>
          <p:cNvSpPr>
            <a:spLocks noGrp="1"/>
          </p:cNvSpPr>
          <p:nvPr>
            <p:ph type="body" sz="quarter" idx="50" hasCustomPrompt="1"/>
          </p:nvPr>
        </p:nvSpPr>
        <p:spPr>
          <a:xfrm>
            <a:off x="13288682" y="3946811"/>
            <a:ext cx="4210864" cy="720080"/>
          </a:xfrm>
        </p:spPr>
        <p:txBody>
          <a:bodyPr anchor="t">
            <a:noAutofit/>
          </a:bodyPr>
          <a:lstStyle>
            <a:lvl1pPr algn="l">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40" name="テキスト プレースホルダー 6"/>
          <p:cNvSpPr>
            <a:spLocks noGrp="1"/>
          </p:cNvSpPr>
          <p:nvPr>
            <p:ph type="body" sz="quarter" idx="51" hasCustomPrompt="1"/>
          </p:nvPr>
        </p:nvSpPr>
        <p:spPr>
          <a:xfrm>
            <a:off x="13287829" y="4492336"/>
            <a:ext cx="4259915" cy="896089"/>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22558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1000"/>
                            </p:stCondLst>
                            <p:childTnLst>
                              <p:par>
                                <p:cTn id="19" presetID="49" presetClass="entr" presetSubtype="0" decel="10000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p:cTn id="21" dur="500" fill="hold"/>
                                        <p:tgtEl>
                                          <p:spTgt spid="23"/>
                                        </p:tgtEl>
                                        <p:attrNameLst>
                                          <p:attrName>ppt_w</p:attrName>
                                        </p:attrNameLst>
                                      </p:cBhvr>
                                      <p:tavLst>
                                        <p:tav tm="0">
                                          <p:val>
                                            <p:fltVal val="0"/>
                                          </p:val>
                                        </p:tav>
                                        <p:tav tm="100000">
                                          <p:val>
                                            <p:strVal val="#ppt_w"/>
                                          </p:val>
                                        </p:tav>
                                      </p:tavLst>
                                    </p:anim>
                                    <p:anim calcmode="lin" valueType="num">
                                      <p:cBhvr>
                                        <p:cTn id="22" dur="500" fill="hold"/>
                                        <p:tgtEl>
                                          <p:spTgt spid="23"/>
                                        </p:tgtEl>
                                        <p:attrNameLst>
                                          <p:attrName>ppt_h</p:attrName>
                                        </p:attrNameLst>
                                      </p:cBhvr>
                                      <p:tavLst>
                                        <p:tav tm="0">
                                          <p:val>
                                            <p:fltVal val="0"/>
                                          </p:val>
                                        </p:tav>
                                        <p:tav tm="100000">
                                          <p:val>
                                            <p:strVal val="#ppt_h"/>
                                          </p:val>
                                        </p:tav>
                                      </p:tavLst>
                                    </p:anim>
                                    <p:anim calcmode="lin" valueType="num">
                                      <p:cBhvr>
                                        <p:cTn id="23" dur="500" fill="hold"/>
                                        <p:tgtEl>
                                          <p:spTgt spid="23"/>
                                        </p:tgtEl>
                                        <p:attrNameLst>
                                          <p:attrName>style.rotation</p:attrName>
                                        </p:attrNameLst>
                                      </p:cBhvr>
                                      <p:tavLst>
                                        <p:tav tm="0">
                                          <p:val>
                                            <p:fltVal val="360"/>
                                          </p:val>
                                        </p:tav>
                                        <p:tav tm="100000">
                                          <p:val>
                                            <p:fltVal val="0"/>
                                          </p:val>
                                        </p:tav>
                                      </p:tavLst>
                                    </p:anim>
                                    <p:animEffect transition="in" filter="fade">
                                      <p:cBhvr>
                                        <p:cTn id="24" dur="500"/>
                                        <p:tgtEl>
                                          <p:spTgt spid="23"/>
                                        </p:tgtEl>
                                      </p:cBhvr>
                                    </p:animEffect>
                                  </p:childTnLst>
                                </p:cTn>
                              </p:par>
                              <p:par>
                                <p:cTn id="25" presetID="49" presetClass="entr" presetSubtype="0" decel="10000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500" fill="hold"/>
                                        <p:tgtEl>
                                          <p:spTgt spid="22"/>
                                        </p:tgtEl>
                                        <p:attrNameLst>
                                          <p:attrName>ppt_w</p:attrName>
                                        </p:attrNameLst>
                                      </p:cBhvr>
                                      <p:tavLst>
                                        <p:tav tm="0">
                                          <p:val>
                                            <p:fltVal val="0"/>
                                          </p:val>
                                        </p:tav>
                                        <p:tav tm="100000">
                                          <p:val>
                                            <p:strVal val="#ppt_w"/>
                                          </p:val>
                                        </p:tav>
                                      </p:tavLst>
                                    </p:anim>
                                    <p:anim calcmode="lin" valueType="num">
                                      <p:cBhvr>
                                        <p:cTn id="28" dur="500" fill="hold"/>
                                        <p:tgtEl>
                                          <p:spTgt spid="22"/>
                                        </p:tgtEl>
                                        <p:attrNameLst>
                                          <p:attrName>ppt_h</p:attrName>
                                        </p:attrNameLst>
                                      </p:cBhvr>
                                      <p:tavLst>
                                        <p:tav tm="0">
                                          <p:val>
                                            <p:fltVal val="0"/>
                                          </p:val>
                                        </p:tav>
                                        <p:tav tm="100000">
                                          <p:val>
                                            <p:strVal val="#ppt_h"/>
                                          </p:val>
                                        </p:tav>
                                      </p:tavLst>
                                    </p:anim>
                                    <p:anim calcmode="lin" valueType="num">
                                      <p:cBhvr>
                                        <p:cTn id="29" dur="500" fill="hold"/>
                                        <p:tgtEl>
                                          <p:spTgt spid="22"/>
                                        </p:tgtEl>
                                        <p:attrNameLst>
                                          <p:attrName>style.rotation</p:attrName>
                                        </p:attrNameLst>
                                      </p:cBhvr>
                                      <p:tavLst>
                                        <p:tav tm="0">
                                          <p:val>
                                            <p:fltVal val="360"/>
                                          </p:val>
                                        </p:tav>
                                        <p:tav tm="100000">
                                          <p:val>
                                            <p:fltVal val="0"/>
                                          </p:val>
                                        </p:tav>
                                      </p:tavLst>
                                    </p:anim>
                                    <p:animEffect transition="in" filter="fade">
                                      <p:cBhvr>
                                        <p:cTn id="30" dur="500"/>
                                        <p:tgtEl>
                                          <p:spTgt spid="22"/>
                                        </p:tgtEl>
                                      </p:cBhvr>
                                    </p:animEffect>
                                  </p:childTnLst>
                                </p:cTn>
                              </p:par>
                            </p:childTnLst>
                          </p:cTn>
                        </p:par>
                        <p:par>
                          <p:cTn id="31" fill="hold">
                            <p:stCondLst>
                              <p:cond delay="1500"/>
                            </p:stCondLst>
                            <p:childTnLst>
                              <p:par>
                                <p:cTn id="32" presetID="2" presetClass="entr" presetSubtype="8" decel="100000" fill="hold" grpId="0" nodeType="afterEffect">
                                  <p:stCondLst>
                                    <p:cond delay="0"/>
                                  </p:stCondLst>
                                  <p:childTnLst>
                                    <p:set>
                                      <p:cBhvr>
                                        <p:cTn id="33" dur="1" fill="hold">
                                          <p:stCondLst>
                                            <p:cond delay="0"/>
                                          </p:stCondLst>
                                        </p:cTn>
                                        <p:tgtEl>
                                          <p:spTgt spid="26">
                                            <p:txEl>
                                              <p:pRg st="0" end="0"/>
                                            </p:txEl>
                                          </p:spTgt>
                                        </p:tgtEl>
                                        <p:attrNameLst>
                                          <p:attrName>style.visibility</p:attrName>
                                        </p:attrNameLst>
                                      </p:cBhvr>
                                      <p:to>
                                        <p:strVal val="visible"/>
                                      </p:to>
                                    </p:set>
                                    <p:anim calcmode="lin" valueType="num">
                                      <p:cBhvr additive="base">
                                        <p:cTn id="34" dur="500" fill="hold"/>
                                        <p:tgtEl>
                                          <p:spTgt spid="26">
                                            <p:txEl>
                                              <p:pRg st="0" end="0"/>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26">
                                            <p:txEl>
                                              <p:pRg st="0" end="0"/>
                                            </p:txEl>
                                          </p:spTgt>
                                        </p:tgtEl>
                                        <p:attrNameLst>
                                          <p:attrName>ppt_y</p:attrName>
                                        </p:attrNameLst>
                                      </p:cBhvr>
                                      <p:tavLst>
                                        <p:tav tm="0">
                                          <p:val>
                                            <p:strVal val="#ppt_y"/>
                                          </p:val>
                                        </p:tav>
                                        <p:tav tm="100000">
                                          <p:val>
                                            <p:strVal val="#ppt_y"/>
                                          </p:val>
                                        </p:tav>
                                      </p:tavLst>
                                    </p:anim>
                                  </p:childTnLst>
                                </p:cTn>
                              </p:par>
                              <p:par>
                                <p:cTn id="36" presetID="2" presetClass="entr" presetSubtype="8" decel="100000" fill="hold" grpId="0" nodeType="withEffect">
                                  <p:stCondLst>
                                    <p:cond delay="100"/>
                                  </p:stCondLst>
                                  <p:childTnLst>
                                    <p:set>
                                      <p:cBhvr>
                                        <p:cTn id="37" dur="1" fill="hold">
                                          <p:stCondLst>
                                            <p:cond delay="0"/>
                                          </p:stCondLst>
                                        </p:cTn>
                                        <p:tgtEl>
                                          <p:spTgt spid="27">
                                            <p:txEl>
                                              <p:pRg st="0" end="0"/>
                                            </p:txEl>
                                          </p:spTgt>
                                        </p:tgtEl>
                                        <p:attrNameLst>
                                          <p:attrName>style.visibility</p:attrName>
                                        </p:attrNameLst>
                                      </p:cBhvr>
                                      <p:to>
                                        <p:strVal val="visible"/>
                                      </p:to>
                                    </p:set>
                                    <p:anim calcmode="lin" valueType="num">
                                      <p:cBhvr additive="base">
                                        <p:cTn id="38" dur="500" fill="hold"/>
                                        <p:tgtEl>
                                          <p:spTgt spid="27">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27">
                                            <p:txEl>
                                              <p:pRg st="0" end="0"/>
                                            </p:txEl>
                                          </p:spTgt>
                                        </p:tgtEl>
                                        <p:attrNameLst>
                                          <p:attrName>ppt_y</p:attrName>
                                        </p:attrNameLst>
                                      </p:cBhvr>
                                      <p:tavLst>
                                        <p:tav tm="0">
                                          <p:val>
                                            <p:strVal val="#ppt_y"/>
                                          </p:val>
                                        </p:tav>
                                        <p:tav tm="100000">
                                          <p:val>
                                            <p:strVal val="#ppt_y"/>
                                          </p:val>
                                        </p:tav>
                                      </p:tavLst>
                                    </p:anim>
                                  </p:childTnLst>
                                </p:cTn>
                              </p:par>
                            </p:childTnLst>
                          </p:cTn>
                        </p:par>
                        <p:par>
                          <p:cTn id="40" fill="hold">
                            <p:stCondLst>
                              <p:cond delay="2100"/>
                            </p:stCondLst>
                            <p:childTnLst>
                              <p:par>
                                <p:cTn id="41" presetID="49" presetClass="entr" presetSubtype="0" decel="100000"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500" fill="hold"/>
                                        <p:tgtEl>
                                          <p:spTgt spid="34"/>
                                        </p:tgtEl>
                                        <p:attrNameLst>
                                          <p:attrName>ppt_w</p:attrName>
                                        </p:attrNameLst>
                                      </p:cBhvr>
                                      <p:tavLst>
                                        <p:tav tm="0">
                                          <p:val>
                                            <p:fltVal val="0"/>
                                          </p:val>
                                        </p:tav>
                                        <p:tav tm="100000">
                                          <p:val>
                                            <p:strVal val="#ppt_w"/>
                                          </p:val>
                                        </p:tav>
                                      </p:tavLst>
                                    </p:anim>
                                    <p:anim calcmode="lin" valueType="num">
                                      <p:cBhvr>
                                        <p:cTn id="44" dur="500" fill="hold"/>
                                        <p:tgtEl>
                                          <p:spTgt spid="34"/>
                                        </p:tgtEl>
                                        <p:attrNameLst>
                                          <p:attrName>ppt_h</p:attrName>
                                        </p:attrNameLst>
                                      </p:cBhvr>
                                      <p:tavLst>
                                        <p:tav tm="0">
                                          <p:val>
                                            <p:fltVal val="0"/>
                                          </p:val>
                                        </p:tav>
                                        <p:tav tm="100000">
                                          <p:val>
                                            <p:strVal val="#ppt_h"/>
                                          </p:val>
                                        </p:tav>
                                      </p:tavLst>
                                    </p:anim>
                                    <p:anim calcmode="lin" valueType="num">
                                      <p:cBhvr>
                                        <p:cTn id="45" dur="500" fill="hold"/>
                                        <p:tgtEl>
                                          <p:spTgt spid="34"/>
                                        </p:tgtEl>
                                        <p:attrNameLst>
                                          <p:attrName>style.rotation</p:attrName>
                                        </p:attrNameLst>
                                      </p:cBhvr>
                                      <p:tavLst>
                                        <p:tav tm="0">
                                          <p:val>
                                            <p:fltVal val="360"/>
                                          </p:val>
                                        </p:tav>
                                        <p:tav tm="100000">
                                          <p:val>
                                            <p:fltVal val="0"/>
                                          </p:val>
                                        </p:tav>
                                      </p:tavLst>
                                    </p:anim>
                                    <p:animEffect transition="in" filter="fade">
                                      <p:cBhvr>
                                        <p:cTn id="46" dur="500"/>
                                        <p:tgtEl>
                                          <p:spTgt spid="34"/>
                                        </p:tgtEl>
                                      </p:cBhvr>
                                    </p:animEffect>
                                  </p:childTnLst>
                                </p:cTn>
                              </p:par>
                              <p:par>
                                <p:cTn id="47" presetID="49" presetClass="entr" presetSubtype="0" decel="10000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p:cTn id="49" dur="500" fill="hold"/>
                                        <p:tgtEl>
                                          <p:spTgt spid="33"/>
                                        </p:tgtEl>
                                        <p:attrNameLst>
                                          <p:attrName>ppt_w</p:attrName>
                                        </p:attrNameLst>
                                      </p:cBhvr>
                                      <p:tavLst>
                                        <p:tav tm="0">
                                          <p:val>
                                            <p:fltVal val="0"/>
                                          </p:val>
                                        </p:tav>
                                        <p:tav tm="100000">
                                          <p:val>
                                            <p:strVal val="#ppt_w"/>
                                          </p:val>
                                        </p:tav>
                                      </p:tavLst>
                                    </p:anim>
                                    <p:anim calcmode="lin" valueType="num">
                                      <p:cBhvr>
                                        <p:cTn id="50" dur="500" fill="hold"/>
                                        <p:tgtEl>
                                          <p:spTgt spid="33"/>
                                        </p:tgtEl>
                                        <p:attrNameLst>
                                          <p:attrName>ppt_h</p:attrName>
                                        </p:attrNameLst>
                                      </p:cBhvr>
                                      <p:tavLst>
                                        <p:tav tm="0">
                                          <p:val>
                                            <p:fltVal val="0"/>
                                          </p:val>
                                        </p:tav>
                                        <p:tav tm="100000">
                                          <p:val>
                                            <p:strVal val="#ppt_h"/>
                                          </p:val>
                                        </p:tav>
                                      </p:tavLst>
                                    </p:anim>
                                    <p:anim calcmode="lin" valueType="num">
                                      <p:cBhvr>
                                        <p:cTn id="51" dur="500" fill="hold"/>
                                        <p:tgtEl>
                                          <p:spTgt spid="33"/>
                                        </p:tgtEl>
                                        <p:attrNameLst>
                                          <p:attrName>style.rotation</p:attrName>
                                        </p:attrNameLst>
                                      </p:cBhvr>
                                      <p:tavLst>
                                        <p:tav tm="0">
                                          <p:val>
                                            <p:fltVal val="360"/>
                                          </p:val>
                                        </p:tav>
                                        <p:tav tm="100000">
                                          <p:val>
                                            <p:fltVal val="0"/>
                                          </p:val>
                                        </p:tav>
                                      </p:tavLst>
                                    </p:anim>
                                    <p:animEffect transition="in" filter="fade">
                                      <p:cBhvr>
                                        <p:cTn id="52" dur="500"/>
                                        <p:tgtEl>
                                          <p:spTgt spid="33"/>
                                        </p:tgtEl>
                                      </p:cBhvr>
                                    </p:animEffect>
                                  </p:childTnLst>
                                </p:cTn>
                              </p:par>
                            </p:childTnLst>
                          </p:cTn>
                        </p:par>
                        <p:par>
                          <p:cTn id="53" fill="hold">
                            <p:stCondLst>
                              <p:cond delay="2600"/>
                            </p:stCondLst>
                            <p:childTnLst>
                              <p:par>
                                <p:cTn id="54" presetID="2" presetClass="entr" presetSubtype="2" decel="100000" fill="hold" grpId="0" nodeType="afterEffect">
                                  <p:stCondLst>
                                    <p:cond delay="0"/>
                                  </p:stCondLst>
                                  <p:childTnLst>
                                    <p:set>
                                      <p:cBhvr>
                                        <p:cTn id="55" dur="1" fill="hold">
                                          <p:stCondLst>
                                            <p:cond delay="0"/>
                                          </p:stCondLst>
                                        </p:cTn>
                                        <p:tgtEl>
                                          <p:spTgt spid="35">
                                            <p:txEl>
                                              <p:pRg st="0" end="0"/>
                                            </p:txEl>
                                          </p:spTgt>
                                        </p:tgtEl>
                                        <p:attrNameLst>
                                          <p:attrName>style.visibility</p:attrName>
                                        </p:attrNameLst>
                                      </p:cBhvr>
                                      <p:to>
                                        <p:strVal val="visible"/>
                                      </p:to>
                                    </p:set>
                                    <p:anim calcmode="lin" valueType="num">
                                      <p:cBhvr additive="base">
                                        <p:cTn id="56" dur="500" fill="hold"/>
                                        <p:tgtEl>
                                          <p:spTgt spid="35">
                                            <p:txEl>
                                              <p:pRg st="0" end="0"/>
                                            </p:txEl>
                                          </p:spTgt>
                                        </p:tgtEl>
                                        <p:attrNameLst>
                                          <p:attrName>ppt_x</p:attrName>
                                        </p:attrNameLst>
                                      </p:cBhvr>
                                      <p:tavLst>
                                        <p:tav tm="0">
                                          <p:val>
                                            <p:strVal val="1+#ppt_w/2"/>
                                          </p:val>
                                        </p:tav>
                                        <p:tav tm="100000">
                                          <p:val>
                                            <p:strVal val="#ppt_x"/>
                                          </p:val>
                                        </p:tav>
                                      </p:tavLst>
                                    </p:anim>
                                    <p:anim calcmode="lin" valueType="num">
                                      <p:cBhvr additive="base">
                                        <p:cTn id="57" dur="500" fill="hold"/>
                                        <p:tgtEl>
                                          <p:spTgt spid="35">
                                            <p:txEl>
                                              <p:pRg st="0" end="0"/>
                                            </p:txEl>
                                          </p:spTgt>
                                        </p:tgtEl>
                                        <p:attrNameLst>
                                          <p:attrName>ppt_y</p:attrName>
                                        </p:attrNameLst>
                                      </p:cBhvr>
                                      <p:tavLst>
                                        <p:tav tm="0">
                                          <p:val>
                                            <p:strVal val="#ppt_y"/>
                                          </p:val>
                                        </p:tav>
                                        <p:tav tm="100000">
                                          <p:val>
                                            <p:strVal val="#ppt_y"/>
                                          </p:val>
                                        </p:tav>
                                      </p:tavLst>
                                    </p:anim>
                                  </p:childTnLst>
                                </p:cTn>
                              </p:par>
                              <p:par>
                                <p:cTn id="58" presetID="2" presetClass="entr" presetSubtype="2" decel="100000" fill="hold" grpId="0" nodeType="withEffect">
                                  <p:stCondLst>
                                    <p:cond delay="100"/>
                                  </p:stCondLst>
                                  <p:childTnLst>
                                    <p:set>
                                      <p:cBhvr>
                                        <p:cTn id="59" dur="1" fill="hold">
                                          <p:stCondLst>
                                            <p:cond delay="0"/>
                                          </p:stCondLst>
                                        </p:cTn>
                                        <p:tgtEl>
                                          <p:spTgt spid="36">
                                            <p:txEl>
                                              <p:pRg st="0" end="0"/>
                                            </p:txEl>
                                          </p:spTgt>
                                        </p:tgtEl>
                                        <p:attrNameLst>
                                          <p:attrName>style.visibility</p:attrName>
                                        </p:attrNameLst>
                                      </p:cBhvr>
                                      <p:to>
                                        <p:strVal val="visible"/>
                                      </p:to>
                                    </p:set>
                                    <p:anim calcmode="lin" valueType="num">
                                      <p:cBhvr additive="base">
                                        <p:cTn id="60" dur="500" fill="hold"/>
                                        <p:tgtEl>
                                          <p:spTgt spid="36">
                                            <p:txEl>
                                              <p:pRg st="0" end="0"/>
                                            </p:txEl>
                                          </p:spTgt>
                                        </p:tgtEl>
                                        <p:attrNameLst>
                                          <p:attrName>ppt_x</p:attrName>
                                        </p:attrNameLst>
                                      </p:cBhvr>
                                      <p:tavLst>
                                        <p:tav tm="0">
                                          <p:val>
                                            <p:strVal val="1+#ppt_w/2"/>
                                          </p:val>
                                        </p:tav>
                                        <p:tav tm="100000">
                                          <p:val>
                                            <p:strVal val="#ppt_x"/>
                                          </p:val>
                                        </p:tav>
                                      </p:tavLst>
                                    </p:anim>
                                    <p:anim calcmode="lin" valueType="num">
                                      <p:cBhvr additive="base">
                                        <p:cTn id="61" dur="500" fill="hold"/>
                                        <p:tgtEl>
                                          <p:spTgt spid="36">
                                            <p:txEl>
                                              <p:pRg st="0" end="0"/>
                                            </p:txEl>
                                          </p:spTgt>
                                        </p:tgtEl>
                                        <p:attrNameLst>
                                          <p:attrName>ppt_y</p:attrName>
                                        </p:attrNameLst>
                                      </p:cBhvr>
                                      <p:tavLst>
                                        <p:tav tm="0">
                                          <p:val>
                                            <p:strVal val="#ppt_y"/>
                                          </p:val>
                                        </p:tav>
                                        <p:tav tm="100000">
                                          <p:val>
                                            <p:strVal val="#ppt_y"/>
                                          </p:val>
                                        </p:tav>
                                      </p:tavLst>
                                    </p:anim>
                                  </p:childTnLst>
                                </p:cTn>
                              </p:par>
                            </p:childTnLst>
                          </p:cTn>
                        </p:par>
                        <p:par>
                          <p:cTn id="62" fill="hold">
                            <p:stCondLst>
                              <p:cond delay="3200"/>
                            </p:stCondLst>
                            <p:childTnLst>
                              <p:par>
                                <p:cTn id="63" presetID="49" presetClass="entr" presetSubtype="0" decel="100000" fill="hold" grpId="0" nodeType="after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p:cTn id="65" dur="500" fill="hold"/>
                                        <p:tgtEl>
                                          <p:spTgt spid="30"/>
                                        </p:tgtEl>
                                        <p:attrNameLst>
                                          <p:attrName>ppt_w</p:attrName>
                                        </p:attrNameLst>
                                      </p:cBhvr>
                                      <p:tavLst>
                                        <p:tav tm="0">
                                          <p:val>
                                            <p:fltVal val="0"/>
                                          </p:val>
                                        </p:tav>
                                        <p:tav tm="100000">
                                          <p:val>
                                            <p:strVal val="#ppt_w"/>
                                          </p:val>
                                        </p:tav>
                                      </p:tavLst>
                                    </p:anim>
                                    <p:anim calcmode="lin" valueType="num">
                                      <p:cBhvr>
                                        <p:cTn id="66" dur="500" fill="hold"/>
                                        <p:tgtEl>
                                          <p:spTgt spid="30"/>
                                        </p:tgtEl>
                                        <p:attrNameLst>
                                          <p:attrName>ppt_h</p:attrName>
                                        </p:attrNameLst>
                                      </p:cBhvr>
                                      <p:tavLst>
                                        <p:tav tm="0">
                                          <p:val>
                                            <p:fltVal val="0"/>
                                          </p:val>
                                        </p:tav>
                                        <p:tav tm="100000">
                                          <p:val>
                                            <p:strVal val="#ppt_h"/>
                                          </p:val>
                                        </p:tav>
                                      </p:tavLst>
                                    </p:anim>
                                    <p:anim calcmode="lin" valueType="num">
                                      <p:cBhvr>
                                        <p:cTn id="67" dur="500" fill="hold"/>
                                        <p:tgtEl>
                                          <p:spTgt spid="30"/>
                                        </p:tgtEl>
                                        <p:attrNameLst>
                                          <p:attrName>style.rotation</p:attrName>
                                        </p:attrNameLst>
                                      </p:cBhvr>
                                      <p:tavLst>
                                        <p:tav tm="0">
                                          <p:val>
                                            <p:fltVal val="360"/>
                                          </p:val>
                                        </p:tav>
                                        <p:tav tm="100000">
                                          <p:val>
                                            <p:fltVal val="0"/>
                                          </p:val>
                                        </p:tav>
                                      </p:tavLst>
                                    </p:anim>
                                    <p:animEffect transition="in" filter="fade">
                                      <p:cBhvr>
                                        <p:cTn id="68" dur="500"/>
                                        <p:tgtEl>
                                          <p:spTgt spid="30"/>
                                        </p:tgtEl>
                                      </p:cBhvr>
                                    </p:animEffect>
                                  </p:childTnLst>
                                </p:cTn>
                              </p:par>
                              <p:par>
                                <p:cTn id="69" presetID="49" presetClass="entr" presetSubtype="0" decel="10000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p:cTn id="71" dur="500" fill="hold"/>
                                        <p:tgtEl>
                                          <p:spTgt spid="29"/>
                                        </p:tgtEl>
                                        <p:attrNameLst>
                                          <p:attrName>ppt_w</p:attrName>
                                        </p:attrNameLst>
                                      </p:cBhvr>
                                      <p:tavLst>
                                        <p:tav tm="0">
                                          <p:val>
                                            <p:fltVal val="0"/>
                                          </p:val>
                                        </p:tav>
                                        <p:tav tm="100000">
                                          <p:val>
                                            <p:strVal val="#ppt_w"/>
                                          </p:val>
                                        </p:tav>
                                      </p:tavLst>
                                    </p:anim>
                                    <p:anim calcmode="lin" valueType="num">
                                      <p:cBhvr>
                                        <p:cTn id="72" dur="500" fill="hold"/>
                                        <p:tgtEl>
                                          <p:spTgt spid="29"/>
                                        </p:tgtEl>
                                        <p:attrNameLst>
                                          <p:attrName>ppt_h</p:attrName>
                                        </p:attrNameLst>
                                      </p:cBhvr>
                                      <p:tavLst>
                                        <p:tav tm="0">
                                          <p:val>
                                            <p:fltVal val="0"/>
                                          </p:val>
                                        </p:tav>
                                        <p:tav tm="100000">
                                          <p:val>
                                            <p:strVal val="#ppt_h"/>
                                          </p:val>
                                        </p:tav>
                                      </p:tavLst>
                                    </p:anim>
                                    <p:anim calcmode="lin" valueType="num">
                                      <p:cBhvr>
                                        <p:cTn id="73" dur="500" fill="hold"/>
                                        <p:tgtEl>
                                          <p:spTgt spid="29"/>
                                        </p:tgtEl>
                                        <p:attrNameLst>
                                          <p:attrName>style.rotation</p:attrName>
                                        </p:attrNameLst>
                                      </p:cBhvr>
                                      <p:tavLst>
                                        <p:tav tm="0">
                                          <p:val>
                                            <p:fltVal val="360"/>
                                          </p:val>
                                        </p:tav>
                                        <p:tav tm="100000">
                                          <p:val>
                                            <p:fltVal val="0"/>
                                          </p:val>
                                        </p:tav>
                                      </p:tavLst>
                                    </p:anim>
                                    <p:animEffect transition="in" filter="fade">
                                      <p:cBhvr>
                                        <p:cTn id="74" dur="500"/>
                                        <p:tgtEl>
                                          <p:spTgt spid="29"/>
                                        </p:tgtEl>
                                      </p:cBhvr>
                                    </p:animEffect>
                                  </p:childTnLst>
                                </p:cTn>
                              </p:par>
                            </p:childTnLst>
                          </p:cTn>
                        </p:par>
                        <p:par>
                          <p:cTn id="75" fill="hold">
                            <p:stCondLst>
                              <p:cond delay="3700"/>
                            </p:stCondLst>
                            <p:childTnLst>
                              <p:par>
                                <p:cTn id="76" presetID="2" presetClass="entr" presetSubtype="8" decel="100000" fill="hold" grpId="0" nodeType="afterEffect">
                                  <p:stCondLst>
                                    <p:cond delay="0"/>
                                  </p:stCondLst>
                                  <p:childTnLst>
                                    <p:set>
                                      <p:cBhvr>
                                        <p:cTn id="77" dur="1" fill="hold">
                                          <p:stCondLst>
                                            <p:cond delay="0"/>
                                          </p:stCondLst>
                                        </p:cTn>
                                        <p:tgtEl>
                                          <p:spTgt spid="31">
                                            <p:txEl>
                                              <p:pRg st="0" end="0"/>
                                            </p:txEl>
                                          </p:spTgt>
                                        </p:tgtEl>
                                        <p:attrNameLst>
                                          <p:attrName>style.visibility</p:attrName>
                                        </p:attrNameLst>
                                      </p:cBhvr>
                                      <p:to>
                                        <p:strVal val="visible"/>
                                      </p:to>
                                    </p:set>
                                    <p:anim calcmode="lin" valueType="num">
                                      <p:cBhvr additive="base">
                                        <p:cTn id="78" dur="500" fill="hold"/>
                                        <p:tgtEl>
                                          <p:spTgt spid="31">
                                            <p:txEl>
                                              <p:pRg st="0" end="0"/>
                                            </p:txEl>
                                          </p:spTgt>
                                        </p:tgtEl>
                                        <p:attrNameLst>
                                          <p:attrName>ppt_x</p:attrName>
                                        </p:attrNameLst>
                                      </p:cBhvr>
                                      <p:tavLst>
                                        <p:tav tm="0">
                                          <p:val>
                                            <p:strVal val="0-#ppt_w/2"/>
                                          </p:val>
                                        </p:tav>
                                        <p:tav tm="100000">
                                          <p:val>
                                            <p:strVal val="#ppt_x"/>
                                          </p:val>
                                        </p:tav>
                                      </p:tavLst>
                                    </p:anim>
                                    <p:anim calcmode="lin" valueType="num">
                                      <p:cBhvr additive="base">
                                        <p:cTn id="79" dur="500" fill="hold"/>
                                        <p:tgtEl>
                                          <p:spTgt spid="31">
                                            <p:txEl>
                                              <p:pRg st="0" end="0"/>
                                            </p:txEl>
                                          </p:spTgt>
                                        </p:tgtEl>
                                        <p:attrNameLst>
                                          <p:attrName>ppt_y</p:attrName>
                                        </p:attrNameLst>
                                      </p:cBhvr>
                                      <p:tavLst>
                                        <p:tav tm="0">
                                          <p:val>
                                            <p:strVal val="#ppt_y"/>
                                          </p:val>
                                        </p:tav>
                                        <p:tav tm="100000">
                                          <p:val>
                                            <p:strVal val="#ppt_y"/>
                                          </p:val>
                                        </p:tav>
                                      </p:tavLst>
                                    </p:anim>
                                  </p:childTnLst>
                                </p:cTn>
                              </p:par>
                              <p:par>
                                <p:cTn id="80" presetID="2" presetClass="entr" presetSubtype="8" decel="100000" fill="hold" grpId="0" nodeType="withEffect">
                                  <p:stCondLst>
                                    <p:cond delay="100"/>
                                  </p:stCondLst>
                                  <p:childTnLst>
                                    <p:set>
                                      <p:cBhvr>
                                        <p:cTn id="81" dur="1" fill="hold">
                                          <p:stCondLst>
                                            <p:cond delay="0"/>
                                          </p:stCondLst>
                                        </p:cTn>
                                        <p:tgtEl>
                                          <p:spTgt spid="32">
                                            <p:txEl>
                                              <p:pRg st="0" end="0"/>
                                            </p:txEl>
                                          </p:spTgt>
                                        </p:tgtEl>
                                        <p:attrNameLst>
                                          <p:attrName>style.visibility</p:attrName>
                                        </p:attrNameLst>
                                      </p:cBhvr>
                                      <p:to>
                                        <p:strVal val="visible"/>
                                      </p:to>
                                    </p:set>
                                    <p:anim calcmode="lin" valueType="num">
                                      <p:cBhvr additive="base">
                                        <p:cTn id="82" dur="500" fill="hold"/>
                                        <p:tgtEl>
                                          <p:spTgt spid="32">
                                            <p:txEl>
                                              <p:pRg st="0" end="0"/>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32">
                                            <p:txEl>
                                              <p:pRg st="0" end="0"/>
                                            </p:txEl>
                                          </p:spTgt>
                                        </p:tgtEl>
                                        <p:attrNameLst>
                                          <p:attrName>ppt_y</p:attrName>
                                        </p:attrNameLst>
                                      </p:cBhvr>
                                      <p:tavLst>
                                        <p:tav tm="0">
                                          <p:val>
                                            <p:strVal val="#ppt_y"/>
                                          </p:val>
                                        </p:tav>
                                        <p:tav tm="100000">
                                          <p:val>
                                            <p:strVal val="#ppt_y"/>
                                          </p:val>
                                        </p:tav>
                                      </p:tavLst>
                                    </p:anim>
                                  </p:childTnLst>
                                </p:cTn>
                              </p:par>
                            </p:childTnLst>
                          </p:cTn>
                        </p:par>
                        <p:par>
                          <p:cTn id="84" fill="hold">
                            <p:stCondLst>
                              <p:cond delay="4300"/>
                            </p:stCondLst>
                            <p:childTnLst>
                              <p:par>
                                <p:cTn id="85" presetID="49" presetClass="entr" presetSubtype="0" decel="100000" fill="hold" grpId="0" nodeType="afterEffect">
                                  <p:stCondLst>
                                    <p:cond delay="0"/>
                                  </p:stCondLst>
                                  <p:childTnLst>
                                    <p:set>
                                      <p:cBhvr>
                                        <p:cTn id="86" dur="1" fill="hold">
                                          <p:stCondLst>
                                            <p:cond delay="0"/>
                                          </p:stCondLst>
                                        </p:cTn>
                                        <p:tgtEl>
                                          <p:spTgt spid="38"/>
                                        </p:tgtEl>
                                        <p:attrNameLst>
                                          <p:attrName>style.visibility</p:attrName>
                                        </p:attrNameLst>
                                      </p:cBhvr>
                                      <p:to>
                                        <p:strVal val="visible"/>
                                      </p:to>
                                    </p:set>
                                    <p:anim calcmode="lin" valueType="num">
                                      <p:cBhvr>
                                        <p:cTn id="87" dur="500" fill="hold"/>
                                        <p:tgtEl>
                                          <p:spTgt spid="38"/>
                                        </p:tgtEl>
                                        <p:attrNameLst>
                                          <p:attrName>ppt_w</p:attrName>
                                        </p:attrNameLst>
                                      </p:cBhvr>
                                      <p:tavLst>
                                        <p:tav tm="0">
                                          <p:val>
                                            <p:fltVal val="0"/>
                                          </p:val>
                                        </p:tav>
                                        <p:tav tm="100000">
                                          <p:val>
                                            <p:strVal val="#ppt_w"/>
                                          </p:val>
                                        </p:tav>
                                      </p:tavLst>
                                    </p:anim>
                                    <p:anim calcmode="lin" valueType="num">
                                      <p:cBhvr>
                                        <p:cTn id="88" dur="500" fill="hold"/>
                                        <p:tgtEl>
                                          <p:spTgt spid="38"/>
                                        </p:tgtEl>
                                        <p:attrNameLst>
                                          <p:attrName>ppt_h</p:attrName>
                                        </p:attrNameLst>
                                      </p:cBhvr>
                                      <p:tavLst>
                                        <p:tav tm="0">
                                          <p:val>
                                            <p:fltVal val="0"/>
                                          </p:val>
                                        </p:tav>
                                        <p:tav tm="100000">
                                          <p:val>
                                            <p:strVal val="#ppt_h"/>
                                          </p:val>
                                        </p:tav>
                                      </p:tavLst>
                                    </p:anim>
                                    <p:anim calcmode="lin" valueType="num">
                                      <p:cBhvr>
                                        <p:cTn id="89" dur="500" fill="hold"/>
                                        <p:tgtEl>
                                          <p:spTgt spid="38"/>
                                        </p:tgtEl>
                                        <p:attrNameLst>
                                          <p:attrName>style.rotation</p:attrName>
                                        </p:attrNameLst>
                                      </p:cBhvr>
                                      <p:tavLst>
                                        <p:tav tm="0">
                                          <p:val>
                                            <p:fltVal val="360"/>
                                          </p:val>
                                        </p:tav>
                                        <p:tav tm="100000">
                                          <p:val>
                                            <p:fltVal val="0"/>
                                          </p:val>
                                        </p:tav>
                                      </p:tavLst>
                                    </p:anim>
                                    <p:animEffect transition="in" filter="fade">
                                      <p:cBhvr>
                                        <p:cTn id="90" dur="500"/>
                                        <p:tgtEl>
                                          <p:spTgt spid="38"/>
                                        </p:tgtEl>
                                      </p:cBhvr>
                                    </p:animEffect>
                                  </p:childTnLst>
                                </p:cTn>
                              </p:par>
                              <p:par>
                                <p:cTn id="91" presetID="49" presetClass="entr" presetSubtype="0" decel="10000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 calcmode="lin" valueType="num">
                                      <p:cBhvr>
                                        <p:cTn id="93" dur="500" fill="hold"/>
                                        <p:tgtEl>
                                          <p:spTgt spid="37"/>
                                        </p:tgtEl>
                                        <p:attrNameLst>
                                          <p:attrName>ppt_w</p:attrName>
                                        </p:attrNameLst>
                                      </p:cBhvr>
                                      <p:tavLst>
                                        <p:tav tm="0">
                                          <p:val>
                                            <p:fltVal val="0"/>
                                          </p:val>
                                        </p:tav>
                                        <p:tav tm="100000">
                                          <p:val>
                                            <p:strVal val="#ppt_w"/>
                                          </p:val>
                                        </p:tav>
                                      </p:tavLst>
                                    </p:anim>
                                    <p:anim calcmode="lin" valueType="num">
                                      <p:cBhvr>
                                        <p:cTn id="94" dur="500" fill="hold"/>
                                        <p:tgtEl>
                                          <p:spTgt spid="37"/>
                                        </p:tgtEl>
                                        <p:attrNameLst>
                                          <p:attrName>ppt_h</p:attrName>
                                        </p:attrNameLst>
                                      </p:cBhvr>
                                      <p:tavLst>
                                        <p:tav tm="0">
                                          <p:val>
                                            <p:fltVal val="0"/>
                                          </p:val>
                                        </p:tav>
                                        <p:tav tm="100000">
                                          <p:val>
                                            <p:strVal val="#ppt_h"/>
                                          </p:val>
                                        </p:tav>
                                      </p:tavLst>
                                    </p:anim>
                                    <p:anim calcmode="lin" valueType="num">
                                      <p:cBhvr>
                                        <p:cTn id="95" dur="500" fill="hold"/>
                                        <p:tgtEl>
                                          <p:spTgt spid="37"/>
                                        </p:tgtEl>
                                        <p:attrNameLst>
                                          <p:attrName>style.rotation</p:attrName>
                                        </p:attrNameLst>
                                      </p:cBhvr>
                                      <p:tavLst>
                                        <p:tav tm="0">
                                          <p:val>
                                            <p:fltVal val="360"/>
                                          </p:val>
                                        </p:tav>
                                        <p:tav tm="100000">
                                          <p:val>
                                            <p:fltVal val="0"/>
                                          </p:val>
                                        </p:tav>
                                      </p:tavLst>
                                    </p:anim>
                                    <p:animEffect transition="in" filter="fade">
                                      <p:cBhvr>
                                        <p:cTn id="96" dur="500"/>
                                        <p:tgtEl>
                                          <p:spTgt spid="37"/>
                                        </p:tgtEl>
                                      </p:cBhvr>
                                    </p:animEffect>
                                  </p:childTnLst>
                                </p:cTn>
                              </p:par>
                            </p:childTnLst>
                          </p:cTn>
                        </p:par>
                        <p:par>
                          <p:cTn id="97" fill="hold">
                            <p:stCondLst>
                              <p:cond delay="4800"/>
                            </p:stCondLst>
                            <p:childTnLst>
                              <p:par>
                                <p:cTn id="98" presetID="2" presetClass="entr" presetSubtype="2" decel="100000" fill="hold" grpId="0" nodeType="afterEffect">
                                  <p:stCondLst>
                                    <p:cond delay="0"/>
                                  </p:stCondLst>
                                  <p:childTnLst>
                                    <p:set>
                                      <p:cBhvr>
                                        <p:cTn id="99" dur="1" fill="hold">
                                          <p:stCondLst>
                                            <p:cond delay="0"/>
                                          </p:stCondLst>
                                        </p:cTn>
                                        <p:tgtEl>
                                          <p:spTgt spid="39">
                                            <p:txEl>
                                              <p:pRg st="0" end="0"/>
                                            </p:txEl>
                                          </p:spTgt>
                                        </p:tgtEl>
                                        <p:attrNameLst>
                                          <p:attrName>style.visibility</p:attrName>
                                        </p:attrNameLst>
                                      </p:cBhvr>
                                      <p:to>
                                        <p:strVal val="visible"/>
                                      </p:to>
                                    </p:set>
                                    <p:anim calcmode="lin" valueType="num">
                                      <p:cBhvr additive="base">
                                        <p:cTn id="100" dur="5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101" dur="500" fill="hold"/>
                                        <p:tgtEl>
                                          <p:spTgt spid="39">
                                            <p:txEl>
                                              <p:pRg st="0" end="0"/>
                                            </p:txEl>
                                          </p:spTgt>
                                        </p:tgtEl>
                                        <p:attrNameLst>
                                          <p:attrName>ppt_y</p:attrName>
                                        </p:attrNameLst>
                                      </p:cBhvr>
                                      <p:tavLst>
                                        <p:tav tm="0">
                                          <p:val>
                                            <p:strVal val="#ppt_y"/>
                                          </p:val>
                                        </p:tav>
                                        <p:tav tm="100000">
                                          <p:val>
                                            <p:strVal val="#ppt_y"/>
                                          </p:val>
                                        </p:tav>
                                      </p:tavLst>
                                    </p:anim>
                                  </p:childTnLst>
                                </p:cTn>
                              </p:par>
                              <p:par>
                                <p:cTn id="102" presetID="2" presetClass="entr" presetSubtype="2" decel="100000" fill="hold" grpId="0" nodeType="withEffect">
                                  <p:stCondLst>
                                    <p:cond delay="100"/>
                                  </p:stCondLst>
                                  <p:childTnLst>
                                    <p:set>
                                      <p:cBhvr>
                                        <p:cTn id="103" dur="1" fill="hold">
                                          <p:stCondLst>
                                            <p:cond delay="0"/>
                                          </p:stCondLst>
                                        </p:cTn>
                                        <p:tgtEl>
                                          <p:spTgt spid="40">
                                            <p:txEl>
                                              <p:pRg st="0" end="0"/>
                                            </p:txEl>
                                          </p:spTgt>
                                        </p:tgtEl>
                                        <p:attrNameLst>
                                          <p:attrName>style.visibility</p:attrName>
                                        </p:attrNameLst>
                                      </p:cBhvr>
                                      <p:to>
                                        <p:strVal val="visible"/>
                                      </p:to>
                                    </p:set>
                                    <p:anim calcmode="lin" valueType="num">
                                      <p:cBhvr additive="base">
                                        <p:cTn id="104" dur="500" fill="hold"/>
                                        <p:tgtEl>
                                          <p:spTgt spid="40">
                                            <p:txEl>
                                              <p:pRg st="0" end="0"/>
                                            </p:txEl>
                                          </p:spTgt>
                                        </p:tgtEl>
                                        <p:attrNameLst>
                                          <p:attrName>ppt_x</p:attrName>
                                        </p:attrNameLst>
                                      </p:cBhvr>
                                      <p:tavLst>
                                        <p:tav tm="0">
                                          <p:val>
                                            <p:strVal val="1+#ppt_w/2"/>
                                          </p:val>
                                        </p:tav>
                                        <p:tav tm="100000">
                                          <p:val>
                                            <p:strVal val="#ppt_x"/>
                                          </p:val>
                                        </p:tav>
                                      </p:tavLst>
                                    </p:anim>
                                    <p:anim calcmode="lin" valueType="num">
                                      <p:cBhvr additive="base">
                                        <p:cTn id="105" dur="500" fill="hold"/>
                                        <p:tgtEl>
                                          <p:spTgt spid="40">
                                            <p:txEl>
                                              <p:pRg st="0" end="0"/>
                                            </p:txEl>
                                          </p:spTgt>
                                        </p:tgtEl>
                                        <p:attrNameLst>
                                          <p:attrName>ppt_y</p:attrName>
                                        </p:attrNameLst>
                                      </p:cBhvr>
                                      <p:tavLst>
                                        <p:tav tm="0">
                                          <p:val>
                                            <p:strVal val="#ppt_y"/>
                                          </p:val>
                                        </p:tav>
                                        <p:tav tm="100000">
                                          <p:val>
                                            <p:strVal val="#ppt_y"/>
                                          </p:val>
                                        </p:tav>
                                      </p:tavLst>
                                    </p:anim>
                                  </p:childTnLst>
                                </p:cTn>
                              </p:par>
                            </p:childTnLst>
                          </p:cTn>
                        </p:par>
                        <p:par>
                          <p:cTn id="106" fill="hold">
                            <p:stCondLst>
                              <p:cond delay="5400"/>
                            </p:stCondLst>
                            <p:childTnLst>
                              <p:par>
                                <p:cTn id="107" presetID="2" presetClass="entr" presetSubtype="8" decel="100000" fill="hold" grpId="0" nodeType="afterEffect">
                                  <p:stCondLst>
                                    <p:cond delay="500"/>
                                  </p:stCondLst>
                                  <p:iterate type="wd">
                                    <p:tmPct val="10000"/>
                                  </p:iterate>
                                  <p:childTnLst>
                                    <p:set>
                                      <p:cBhvr>
                                        <p:cTn id="108" dur="1" fill="hold">
                                          <p:stCondLst>
                                            <p:cond delay="0"/>
                                          </p:stCondLst>
                                        </p:cTn>
                                        <p:tgtEl>
                                          <p:spTgt spid="9"/>
                                        </p:tgtEl>
                                        <p:attrNameLst>
                                          <p:attrName>style.visibility</p:attrName>
                                        </p:attrNameLst>
                                      </p:cBhvr>
                                      <p:to>
                                        <p:strVal val="visible"/>
                                      </p:to>
                                    </p:set>
                                    <p:anim calcmode="lin" valueType="num">
                                      <p:cBhvr additive="base">
                                        <p:cTn id="109" dur="500" fill="hold"/>
                                        <p:tgtEl>
                                          <p:spTgt spid="9"/>
                                        </p:tgtEl>
                                        <p:attrNameLst>
                                          <p:attrName>ppt_x</p:attrName>
                                        </p:attrNameLst>
                                      </p:cBhvr>
                                      <p:tavLst>
                                        <p:tav tm="0">
                                          <p:val>
                                            <p:strVal val="0-#ppt_w/2"/>
                                          </p:val>
                                        </p:tav>
                                        <p:tav tm="100000">
                                          <p:val>
                                            <p:strVal val="#ppt_x"/>
                                          </p:val>
                                        </p:tav>
                                      </p:tavLst>
                                    </p:anim>
                                    <p:anim calcmode="lin" valueType="num">
                                      <p:cBhvr additive="base">
                                        <p:cTn id="110" dur="500" fill="hold"/>
                                        <p:tgtEl>
                                          <p:spTgt spid="9"/>
                                        </p:tgtEl>
                                        <p:attrNameLst>
                                          <p:attrName>ppt_y</p:attrName>
                                        </p:attrNameLst>
                                      </p:cBhvr>
                                      <p:tavLst>
                                        <p:tav tm="0">
                                          <p:val>
                                            <p:strVal val="#ppt_y"/>
                                          </p:val>
                                        </p:tav>
                                        <p:tav tm="100000">
                                          <p:val>
                                            <p:strVal val="#ppt_y"/>
                                          </p:val>
                                        </p:tav>
                                      </p:tavLst>
                                    </p:anim>
                                  </p:childTnLst>
                                </p:cTn>
                              </p:par>
                              <p:par>
                                <p:cTn id="111" presetID="2" presetClass="entr" presetSubtype="2" decel="100000" fill="hold" grpId="0" nodeType="withEffect">
                                  <p:stCondLst>
                                    <p:cond delay="500"/>
                                  </p:stCondLst>
                                  <p:childTnLst>
                                    <p:set>
                                      <p:cBhvr>
                                        <p:cTn id="112" dur="1" fill="hold">
                                          <p:stCondLst>
                                            <p:cond delay="0"/>
                                          </p:stCondLst>
                                        </p:cTn>
                                        <p:tgtEl>
                                          <p:spTgt spid="10"/>
                                        </p:tgtEl>
                                        <p:attrNameLst>
                                          <p:attrName>style.visibility</p:attrName>
                                        </p:attrNameLst>
                                      </p:cBhvr>
                                      <p:to>
                                        <p:strVal val="visible"/>
                                      </p:to>
                                    </p:set>
                                    <p:anim calcmode="lin" valueType="num">
                                      <p:cBhvr additive="base">
                                        <p:cTn id="113" dur="500" fill="hold"/>
                                        <p:tgtEl>
                                          <p:spTgt spid="10"/>
                                        </p:tgtEl>
                                        <p:attrNameLst>
                                          <p:attrName>ppt_x</p:attrName>
                                        </p:attrNameLst>
                                      </p:cBhvr>
                                      <p:tavLst>
                                        <p:tav tm="0">
                                          <p:val>
                                            <p:strVal val="1+#ppt_w/2"/>
                                          </p:val>
                                        </p:tav>
                                        <p:tav tm="100000">
                                          <p:val>
                                            <p:strVal val="#ppt_x"/>
                                          </p:val>
                                        </p:tav>
                                      </p:tavLst>
                                    </p:anim>
                                    <p:anim calcmode="lin" valueType="num">
                                      <p:cBhvr additive="base">
                                        <p:cTn id="114" dur="500" fill="hold"/>
                                        <p:tgtEl>
                                          <p:spTgt spid="10"/>
                                        </p:tgtEl>
                                        <p:attrNameLst>
                                          <p:attrName>ppt_y</p:attrName>
                                        </p:attrNameLst>
                                      </p:cBhvr>
                                      <p:tavLst>
                                        <p:tav tm="0">
                                          <p:val>
                                            <p:strVal val="#ppt_y"/>
                                          </p:val>
                                        </p:tav>
                                        <p:tav tm="100000">
                                          <p:val>
                                            <p:strVal val="#ppt_y"/>
                                          </p:val>
                                        </p:tav>
                                      </p:tavLst>
                                    </p:anim>
                                  </p:childTnLst>
                                </p:cTn>
                              </p:par>
                            </p:childTnLst>
                          </p:cTn>
                        </p:par>
                        <p:par>
                          <p:cTn id="115" fill="hold">
                            <p:stCondLst>
                              <p:cond delay="6500"/>
                            </p:stCondLst>
                            <p:childTnLst>
                              <p:par>
                                <p:cTn id="116" presetID="22" presetClass="entr" presetSubtype="8" fill="hold" grpId="0" nodeType="afterEffect">
                                  <p:stCondLst>
                                    <p:cond delay="250"/>
                                  </p:stCondLst>
                                  <p:childTnLst>
                                    <p:set>
                                      <p:cBhvr>
                                        <p:cTn id="117" dur="1" fill="hold">
                                          <p:stCondLst>
                                            <p:cond delay="0"/>
                                          </p:stCondLst>
                                        </p:cTn>
                                        <p:tgtEl>
                                          <p:spTgt spid="11">
                                            <p:txEl>
                                              <p:pRg st="0" end="0"/>
                                            </p:txEl>
                                          </p:spTgt>
                                        </p:tgtEl>
                                        <p:attrNameLst>
                                          <p:attrName>style.visibility</p:attrName>
                                        </p:attrNameLst>
                                      </p:cBhvr>
                                      <p:to>
                                        <p:strVal val="visible"/>
                                      </p:to>
                                    </p:set>
                                    <p:animEffect transition="in" filter="wipe(left)">
                                      <p:cBhvr>
                                        <p:cTn id="118"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9" grpId="0"/>
      <p:bldP spid="10" grpId="0" animBg="1"/>
      <p:bldP spid="11" grpId="0" build="p">
        <p:tmplLst>
          <p:tmpl lvl="1">
            <p:tnLst>
              <p:par>
                <p:cTn presetID="22" presetClass="entr" presetSubtype="8" fill="hold" nodeType="afterEffect">
                  <p:stCondLst>
                    <p:cond delay="25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8" grpId="0"/>
      <p:bldP spid="22" grpId="0" animBg="1"/>
      <p:bldP spid="23" grpId="0"/>
      <p:bldP spid="26" grpId="0" build="p">
        <p:tmplLst>
          <p:tmpl lvl="1">
            <p:tnLst>
              <p:par>
                <p:cTn presetID="2" presetClass="entr" presetSubtype="8" decel="100000"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0-#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P spid="27" grpId="0" build="p">
        <p:tmplLst>
          <p:tmpl lvl="1">
            <p:tnLst>
              <p:par>
                <p:cTn presetID="2" presetClass="entr" presetSubtype="8" decel="100000" fill="hold" nodeType="withEffect">
                  <p:stCondLst>
                    <p:cond delay="10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0-#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P spid="29" grpId="0" animBg="1"/>
      <p:bldP spid="30" grpId="0"/>
      <p:bldP spid="31" grpId="0" build="p">
        <p:tmplLst>
          <p:tmpl lvl="1">
            <p:tnLst>
              <p:par>
                <p:cTn presetID="2" presetClass="entr" presetSubtype="8" decel="10000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0-#ppt_w/2"/>
                          </p:val>
                        </p:tav>
                        <p:tav tm="100000">
                          <p:val>
                            <p:strVal val="#ppt_x"/>
                          </p:val>
                        </p:tav>
                      </p:tavLst>
                    </p:anim>
                    <p:anim calcmode="lin" valueType="num">
                      <p:cBhvr additive="base">
                        <p:cTn dur="500" fill="hold"/>
                        <p:tgtEl>
                          <p:spTgt spid="31"/>
                        </p:tgtEl>
                        <p:attrNameLst>
                          <p:attrName>ppt_y</p:attrName>
                        </p:attrNameLst>
                      </p:cBhvr>
                      <p:tavLst>
                        <p:tav tm="0">
                          <p:val>
                            <p:strVal val="#ppt_y"/>
                          </p:val>
                        </p:tav>
                        <p:tav tm="100000">
                          <p:val>
                            <p:strVal val="#ppt_y"/>
                          </p:val>
                        </p:tav>
                      </p:tavLst>
                    </p:anim>
                  </p:childTnLst>
                </p:cTn>
              </p:par>
            </p:tnLst>
          </p:tmpl>
        </p:tmplLst>
      </p:bldP>
      <p:bldP spid="32" grpId="0" build="p">
        <p:tmplLst>
          <p:tmpl lvl="1">
            <p:tnLst>
              <p:par>
                <p:cTn presetID="2" presetClass="entr" presetSubtype="8" decel="100000" fill="hold" nodeType="withEffect">
                  <p:stCondLst>
                    <p:cond delay="1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0-#ppt_w/2"/>
                          </p:val>
                        </p:tav>
                        <p:tav tm="100000">
                          <p:val>
                            <p:strVal val="#ppt_x"/>
                          </p:val>
                        </p:tav>
                      </p:tavLst>
                    </p:anim>
                    <p:anim calcmode="lin" valueType="num">
                      <p:cBhvr additive="base">
                        <p:cTn dur="500" fill="hold"/>
                        <p:tgtEl>
                          <p:spTgt spid="32"/>
                        </p:tgtEl>
                        <p:attrNameLst>
                          <p:attrName>ppt_y</p:attrName>
                        </p:attrNameLst>
                      </p:cBhvr>
                      <p:tavLst>
                        <p:tav tm="0">
                          <p:val>
                            <p:strVal val="#ppt_y"/>
                          </p:val>
                        </p:tav>
                        <p:tav tm="100000">
                          <p:val>
                            <p:strVal val="#ppt_y"/>
                          </p:val>
                        </p:tav>
                      </p:tavLst>
                    </p:anim>
                  </p:childTnLst>
                </p:cTn>
              </p:par>
            </p:tnLst>
          </p:tmpl>
        </p:tmplLst>
      </p:bldP>
      <p:bldP spid="33" grpId="0" animBg="1"/>
      <p:bldP spid="34" grpId="0"/>
      <p:bldP spid="35" grpId="0" build="p">
        <p:tmplLst>
          <p:tmpl lvl="1">
            <p:tnLst>
              <p:par>
                <p:cTn presetID="2" presetClass="entr" presetSubtype="2"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1+#ppt_w/2"/>
                          </p:val>
                        </p:tav>
                        <p:tav tm="100000">
                          <p:val>
                            <p:strVal val="#ppt_x"/>
                          </p:val>
                        </p:tav>
                      </p:tavLst>
                    </p:anim>
                    <p:anim calcmode="lin" valueType="num">
                      <p:cBhvr additive="base">
                        <p:cTn dur="500" fill="hold"/>
                        <p:tgtEl>
                          <p:spTgt spid="35"/>
                        </p:tgtEl>
                        <p:attrNameLst>
                          <p:attrName>ppt_y</p:attrName>
                        </p:attrNameLst>
                      </p:cBhvr>
                      <p:tavLst>
                        <p:tav tm="0">
                          <p:val>
                            <p:strVal val="#ppt_y"/>
                          </p:val>
                        </p:tav>
                        <p:tav tm="100000">
                          <p:val>
                            <p:strVal val="#ppt_y"/>
                          </p:val>
                        </p:tav>
                      </p:tavLst>
                    </p:anim>
                  </p:childTnLst>
                </p:cTn>
              </p:par>
            </p:tnLst>
          </p:tmpl>
        </p:tmplLst>
      </p:bldP>
      <p:bldP spid="36" grpId="0" build="p">
        <p:tmplLst>
          <p:tmpl lvl="1">
            <p:tnLst>
              <p:par>
                <p:cTn presetID="2" presetClass="entr" presetSubtype="2" decel="100000" fill="hold" nodeType="withEffect">
                  <p:stCondLst>
                    <p:cond delay="10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1+#ppt_w/2"/>
                          </p:val>
                        </p:tav>
                        <p:tav tm="100000">
                          <p:val>
                            <p:strVal val="#ppt_x"/>
                          </p:val>
                        </p:tav>
                      </p:tavLst>
                    </p:anim>
                    <p:anim calcmode="lin" valueType="num">
                      <p:cBhvr additive="base">
                        <p:cTn dur="500" fill="hold"/>
                        <p:tgtEl>
                          <p:spTgt spid="36"/>
                        </p:tgtEl>
                        <p:attrNameLst>
                          <p:attrName>ppt_y</p:attrName>
                        </p:attrNameLst>
                      </p:cBhvr>
                      <p:tavLst>
                        <p:tav tm="0">
                          <p:val>
                            <p:strVal val="#ppt_y"/>
                          </p:val>
                        </p:tav>
                        <p:tav tm="100000">
                          <p:val>
                            <p:strVal val="#ppt_y"/>
                          </p:val>
                        </p:tav>
                      </p:tavLst>
                    </p:anim>
                  </p:childTnLst>
                </p:cTn>
              </p:par>
            </p:tnLst>
          </p:tmpl>
        </p:tmplLst>
      </p:bldP>
      <p:bldP spid="37" grpId="0" animBg="1"/>
      <p:bldP spid="38" grpId="0"/>
      <p:bldP spid="39" grpId="0" build="p">
        <p:tmplLst>
          <p:tmpl lvl="1">
            <p:tnLst>
              <p:par>
                <p:cTn presetID="2" presetClass="entr" presetSubtype="2" decel="10000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build="p">
        <p:tmplLst>
          <p:tmpl lvl="1">
            <p:tnLst>
              <p:par>
                <p:cTn presetID="2" presetClass="entr" presetSubtype="2" decel="100000" fill="hold" nodeType="withEffect">
                  <p:stCondLst>
                    <p:cond delay="10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1+#ppt_w/2"/>
                          </p:val>
                        </p:tav>
                        <p:tav tm="100000">
                          <p:val>
                            <p:strVal val="#ppt_x"/>
                          </p:val>
                        </p:tav>
                      </p:tavLst>
                    </p:anim>
                    <p:anim calcmode="lin" valueType="num">
                      <p:cBhvr additive="base">
                        <p:cTn dur="500" fill="hold"/>
                        <p:tgtEl>
                          <p:spTgt spid="40"/>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Web">
    <p:bg>
      <p:bgPr>
        <a:solidFill>
          <a:schemeClr val="tx2"/>
        </a:solidFill>
        <a:effectLst/>
      </p:bgPr>
    </p:bg>
    <p:spTree>
      <p:nvGrpSpPr>
        <p:cNvPr id="1" name=""/>
        <p:cNvGrpSpPr/>
        <p:nvPr/>
      </p:nvGrpSpPr>
      <p:grpSpPr>
        <a:xfrm>
          <a:off x="0" y="0"/>
          <a:ext cx="0" cy="0"/>
          <a:chOff x="0" y="0"/>
          <a:chExt cx="0" cy="0"/>
        </a:xfrm>
      </p:grpSpPr>
      <p:sp>
        <p:nvSpPr>
          <p:cNvPr id="43" name="正方形/長方形 42"/>
          <p:cNvSpPr/>
          <p:nvPr userDrawn="1"/>
        </p:nvSpPr>
        <p:spPr>
          <a:xfrm>
            <a:off x="0" y="1"/>
            <a:ext cx="1828641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p:cNvSpPr/>
          <p:nvPr userDrawn="1"/>
        </p:nvSpPr>
        <p:spPr>
          <a:xfrm rot="18900000">
            <a:off x="3883795" y="2082068"/>
            <a:ext cx="11703601" cy="13856870"/>
          </a:xfrm>
          <a:custGeom>
            <a:avLst/>
            <a:gdLst/>
            <a:ahLst/>
            <a:cxnLst/>
            <a:rect l="l" t="t" r="r" b="b"/>
            <a:pathLst>
              <a:path w="11703601" h="13856870">
                <a:moveTo>
                  <a:pt x="11703601" y="2930668"/>
                </a:moveTo>
                <a:lnTo>
                  <a:pt x="11703601" y="13128263"/>
                </a:lnTo>
                <a:lnTo>
                  <a:pt x="10974994" y="13856870"/>
                </a:lnTo>
                <a:lnTo>
                  <a:pt x="0" y="2881876"/>
                </a:lnTo>
                <a:lnTo>
                  <a:pt x="1" y="0"/>
                </a:lnTo>
                <a:lnTo>
                  <a:pt x="7317135" y="7317134"/>
                </a:lnTo>
                <a:close/>
              </a:path>
            </a:pathLst>
          </a:custGeom>
          <a:solidFill>
            <a:schemeClr val="accent3">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userDrawn="1">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26" name="図プレースホルダー 19"/>
          <p:cNvSpPr>
            <a:spLocks noGrp="1"/>
          </p:cNvSpPr>
          <p:nvPr>
            <p:ph type="pic" sz="quarter" idx="12" hasCustomPrompt="1"/>
          </p:nvPr>
        </p:nvSpPr>
        <p:spPr>
          <a:xfrm>
            <a:off x="677771" y="2393778"/>
            <a:ext cx="10397852" cy="5846066"/>
          </a:xfrm>
          <a:solidFill>
            <a:schemeClr val="accent3">
              <a:lumMod val="20000"/>
              <a:lumOff val="80000"/>
            </a:schemeClr>
          </a:solidFill>
        </p:spPr>
        <p:txBody>
          <a:bodyPr>
            <a:normAutofit/>
          </a:bodyPr>
          <a:lstStyle>
            <a:lvl1pPr>
              <a:defRPr sz="1600"/>
            </a:lvl1pPr>
          </a:lstStyle>
          <a:p>
            <a:r>
              <a:rPr kumimoji="1" lang="en-US" altLang="ja-JP" dirty="0"/>
              <a:t>Add an image</a:t>
            </a:r>
            <a:endParaRPr kumimoji="1" lang="ja-JP" altLang="en-US" dirty="0"/>
          </a:p>
        </p:txBody>
      </p:sp>
      <p:grpSp>
        <p:nvGrpSpPr>
          <p:cNvPr id="38" name="グループ化 37"/>
          <p:cNvGrpSpPr/>
          <p:nvPr userDrawn="1"/>
        </p:nvGrpSpPr>
        <p:grpSpPr>
          <a:xfrm>
            <a:off x="677772" y="1800272"/>
            <a:ext cx="10397851" cy="593505"/>
            <a:chOff x="4888773" y="2065794"/>
            <a:chExt cx="8534400" cy="487140"/>
          </a:xfrm>
        </p:grpSpPr>
        <p:sp>
          <p:nvSpPr>
            <p:cNvPr id="27" name="角丸四角形 7"/>
            <p:cNvSpPr/>
            <p:nvPr userDrawn="1"/>
          </p:nvSpPr>
          <p:spPr>
            <a:xfrm>
              <a:off x="4888773" y="2065794"/>
              <a:ext cx="8534400" cy="487140"/>
            </a:xfrm>
            <a:custGeom>
              <a:avLst/>
              <a:gdLst/>
              <a:ahLst/>
              <a:cxnLst/>
              <a:rect l="l" t="t" r="r" b="b"/>
              <a:pathLst>
                <a:path w="8534400" h="487140">
                  <a:moveTo>
                    <a:pt x="148176" y="0"/>
                  </a:moveTo>
                  <a:lnTo>
                    <a:pt x="8386224" y="0"/>
                  </a:lnTo>
                  <a:cubicBezTo>
                    <a:pt x="8468059" y="0"/>
                    <a:pt x="8534400" y="66341"/>
                    <a:pt x="8534400" y="148176"/>
                  </a:cubicBezTo>
                  <a:lnTo>
                    <a:pt x="8534400" y="487140"/>
                  </a:lnTo>
                  <a:lnTo>
                    <a:pt x="0" y="487140"/>
                  </a:lnTo>
                  <a:lnTo>
                    <a:pt x="0" y="148176"/>
                  </a:lnTo>
                  <a:cubicBezTo>
                    <a:pt x="0" y="66341"/>
                    <a:pt x="66341" y="0"/>
                    <a:pt x="148176"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a:off x="4888773" y="2489434"/>
              <a:ext cx="8534400" cy="63500"/>
            </a:xfrm>
            <a:prstGeom prst="rect">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9" name="グループ化 28"/>
            <p:cNvGrpSpPr/>
            <p:nvPr userDrawn="1"/>
          </p:nvGrpSpPr>
          <p:grpSpPr>
            <a:xfrm>
              <a:off x="5071109" y="2204589"/>
              <a:ext cx="542925" cy="142875"/>
              <a:chOff x="2524125" y="1614487"/>
              <a:chExt cx="542925" cy="142875"/>
            </a:xfrm>
          </p:grpSpPr>
          <p:sp>
            <p:nvSpPr>
              <p:cNvPr id="30" name="円/楕円 29"/>
              <p:cNvSpPr/>
              <p:nvPr userDrawn="1"/>
            </p:nvSpPr>
            <p:spPr>
              <a:xfrm>
                <a:off x="2524125" y="1614487"/>
                <a:ext cx="142875" cy="1428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p:cNvSpPr/>
              <p:nvPr userDrawn="1"/>
            </p:nvSpPr>
            <p:spPr>
              <a:xfrm>
                <a:off x="2724150" y="1614487"/>
                <a:ext cx="142875" cy="1428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p:cNvSpPr/>
              <p:nvPr userDrawn="1"/>
            </p:nvSpPr>
            <p:spPr>
              <a:xfrm>
                <a:off x="2924175" y="1614487"/>
                <a:ext cx="142875" cy="142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p:cNvGrpSpPr/>
            <p:nvPr userDrawn="1"/>
          </p:nvGrpSpPr>
          <p:grpSpPr>
            <a:xfrm>
              <a:off x="13043533" y="2180776"/>
              <a:ext cx="200026" cy="190500"/>
              <a:chOff x="7781924" y="1704975"/>
              <a:chExt cx="200026" cy="190500"/>
            </a:xfrm>
            <a:solidFill>
              <a:schemeClr val="tx1">
                <a:lumMod val="50000"/>
                <a:lumOff val="50000"/>
              </a:schemeClr>
            </a:solidFill>
          </p:grpSpPr>
          <p:sp>
            <p:nvSpPr>
              <p:cNvPr id="34" name="正方形/長方形 33"/>
              <p:cNvSpPr/>
              <p:nvPr userDrawn="1"/>
            </p:nvSpPr>
            <p:spPr>
              <a:xfrm>
                <a:off x="7781925" y="1704975"/>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p:cNvSpPr/>
              <p:nvPr userDrawn="1"/>
            </p:nvSpPr>
            <p:spPr>
              <a:xfrm>
                <a:off x="7781925" y="1776413"/>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p:cNvSpPr/>
              <p:nvPr userDrawn="1"/>
            </p:nvSpPr>
            <p:spPr>
              <a:xfrm>
                <a:off x="7781924" y="1847850"/>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40" name="タイトル プレースホルダー 1"/>
          <p:cNvSpPr>
            <a:spLocks noGrp="1"/>
          </p:cNvSpPr>
          <p:nvPr>
            <p:ph type="title" hasCustomPrompt="1"/>
          </p:nvPr>
        </p:nvSpPr>
        <p:spPr>
          <a:xfrm>
            <a:off x="11375454" y="829993"/>
            <a:ext cx="6192688" cy="4215032"/>
          </a:xfrm>
          <a:prstGeom prst="rect">
            <a:avLst/>
          </a:prstGeom>
        </p:spPr>
        <p:txBody>
          <a:bodyPr vert="horz" lIns="163275" tIns="81638" rIns="163275" bIns="81638" rtlCol="0" anchor="b">
            <a:normAutofit/>
          </a:bodyPr>
          <a:lstStyle>
            <a:lvl1pPr>
              <a:defRPr baseline="0">
                <a:solidFill>
                  <a:schemeClr val="tx2"/>
                </a:solidFill>
              </a:defRPr>
            </a:lvl1pPr>
          </a:lstStyle>
          <a:p>
            <a:r>
              <a:rPr kumimoji="1" lang="en-US" altLang="ja-JP" dirty="0"/>
              <a:t>Title goes here</a:t>
            </a:r>
            <a:endParaRPr kumimoji="1" lang="ja-JP" altLang="en-US" dirty="0"/>
          </a:p>
        </p:txBody>
      </p:sp>
      <p:sp>
        <p:nvSpPr>
          <p:cNvPr id="41" name="正方形/長方形 40"/>
          <p:cNvSpPr/>
          <p:nvPr userDrawn="1"/>
        </p:nvSpPr>
        <p:spPr>
          <a:xfrm>
            <a:off x="11447462" y="5376509"/>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プレースホルダー 6"/>
          <p:cNvSpPr>
            <a:spLocks noGrp="1"/>
          </p:cNvSpPr>
          <p:nvPr>
            <p:ph type="body" sz="quarter" idx="24" hasCustomPrompt="1"/>
          </p:nvPr>
        </p:nvSpPr>
        <p:spPr>
          <a:xfrm>
            <a:off x="11395429" y="5497339"/>
            <a:ext cx="6196784" cy="3462585"/>
          </a:xfrm>
        </p:spPr>
        <p:txBody>
          <a:bodyPr anchor="t">
            <a:noAutofit/>
          </a:bodyPr>
          <a:lstStyle>
            <a:lvl1pPr algn="l">
              <a:defRPr sz="2000" i="0" baseline="0">
                <a:solidFill>
                  <a:schemeClr val="bg1">
                    <a:lumMod val="85000"/>
                  </a:schemeClr>
                </a:solidFill>
                <a:latin typeface="+mn-lt"/>
              </a:defRPr>
            </a:lvl1pPr>
          </a:lstStyle>
          <a:p>
            <a:pPr lvl="0"/>
            <a:r>
              <a:rPr kumimoji="1" lang="en-US" altLang="ja-JP" dirty="0"/>
              <a:t>Text goes here</a:t>
            </a:r>
            <a:endParaRPr kumimoji="1" lang="ja-JP" altLang="en-US" dirty="0"/>
          </a:p>
        </p:txBody>
      </p:sp>
      <p:sp>
        <p:nvSpPr>
          <p:cNvPr id="48" name="正方形/長方形 47"/>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8576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arn(outVertical)">
                                      <p:cBhvr>
                                        <p:cTn id="7" dur="500"/>
                                        <p:tgtEl>
                                          <p:spTgt spid="43"/>
                                        </p:tgtEl>
                                      </p:cBhvr>
                                    </p:animEffect>
                                  </p:childTnLst>
                                </p:cTn>
                              </p:par>
                            </p:childTnLst>
                          </p:cTn>
                        </p:par>
                        <p:par>
                          <p:cTn id="8" fill="hold">
                            <p:stCondLst>
                              <p:cond delay="500"/>
                            </p:stCondLst>
                            <p:childTnLst>
                              <p:par>
                                <p:cTn id="9" presetID="2" presetClass="entr" presetSubtype="4" decel="10000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1000" fill="hold"/>
                                        <p:tgtEl>
                                          <p:spTgt spid="26"/>
                                        </p:tgtEl>
                                        <p:attrNameLst>
                                          <p:attrName>ppt_x</p:attrName>
                                        </p:attrNameLst>
                                      </p:cBhvr>
                                      <p:tavLst>
                                        <p:tav tm="0">
                                          <p:val>
                                            <p:strVal val="#ppt_x"/>
                                          </p:val>
                                        </p:tav>
                                        <p:tav tm="100000">
                                          <p:val>
                                            <p:strVal val="#ppt_x"/>
                                          </p:val>
                                        </p:tav>
                                      </p:tavLst>
                                    </p:anim>
                                    <p:anim calcmode="lin" valueType="num">
                                      <p:cBhvr additive="base">
                                        <p:cTn id="12" dur="1000" fill="hold"/>
                                        <p:tgtEl>
                                          <p:spTgt spid="26"/>
                                        </p:tgtEl>
                                        <p:attrNameLst>
                                          <p:attrName>ppt_y</p:attrName>
                                        </p:attrNameLst>
                                      </p:cBhvr>
                                      <p:tavLst>
                                        <p:tav tm="0">
                                          <p:val>
                                            <p:strVal val="1+#ppt_h/2"/>
                                          </p:val>
                                        </p:tav>
                                        <p:tav tm="100000">
                                          <p:val>
                                            <p:strVal val="#ppt_y"/>
                                          </p:val>
                                        </p:tav>
                                      </p:tavLst>
                                    </p:anim>
                                  </p:childTnLst>
                                </p:cTn>
                              </p:par>
                              <p:par>
                                <p:cTn id="13" presetID="2" presetClass="entr" presetSubtype="4" decel="10000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additive="base">
                                        <p:cTn id="15" dur="1000" fill="hold"/>
                                        <p:tgtEl>
                                          <p:spTgt spid="38"/>
                                        </p:tgtEl>
                                        <p:attrNameLst>
                                          <p:attrName>ppt_x</p:attrName>
                                        </p:attrNameLst>
                                      </p:cBhvr>
                                      <p:tavLst>
                                        <p:tav tm="0">
                                          <p:val>
                                            <p:strVal val="#ppt_x"/>
                                          </p:val>
                                        </p:tav>
                                        <p:tav tm="100000">
                                          <p:val>
                                            <p:strVal val="#ppt_x"/>
                                          </p:val>
                                        </p:tav>
                                      </p:tavLst>
                                    </p:anim>
                                    <p:anim calcmode="lin" valueType="num">
                                      <p:cBhvr additive="base">
                                        <p:cTn id="16" dur="1000" fill="hold"/>
                                        <p:tgtEl>
                                          <p:spTgt spid="38"/>
                                        </p:tgtEl>
                                        <p:attrNameLst>
                                          <p:attrName>ppt_y</p:attrName>
                                        </p:attrNameLst>
                                      </p:cBhvr>
                                      <p:tavLst>
                                        <p:tav tm="0">
                                          <p:val>
                                            <p:strVal val="1+#ppt_h/2"/>
                                          </p:val>
                                        </p:tav>
                                        <p:tav tm="100000">
                                          <p:val>
                                            <p:strVal val="#ppt_y"/>
                                          </p:val>
                                        </p:tav>
                                      </p:tavLst>
                                    </p:anim>
                                  </p:childTnLst>
                                </p:cTn>
                              </p:par>
                              <p:par>
                                <p:cTn id="17" presetID="10" presetClass="entr" presetSubtype="0" fill="hold" grpId="1"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10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1000"/>
                                        <p:tgtEl>
                                          <p:spTgt spid="38"/>
                                        </p:tgtEl>
                                      </p:cBhvr>
                                    </p:animEffect>
                                  </p:childTnLst>
                                </p:cTn>
                              </p:par>
                            </p:childTnLst>
                          </p:cTn>
                        </p:par>
                        <p:par>
                          <p:cTn id="23" fill="hold">
                            <p:stCondLst>
                              <p:cond delay="1500"/>
                            </p:stCondLst>
                            <p:childTnLst>
                              <p:par>
                                <p:cTn id="24" presetID="22" presetClass="entr" presetSubtype="8" fill="hold" grpId="0" nodeType="after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left)">
                                      <p:cBhvr>
                                        <p:cTn id="26" dur="500"/>
                                        <p:tgtEl>
                                          <p:spTgt spid="44"/>
                                        </p:tgtEl>
                                      </p:cBhvr>
                                    </p:animEffect>
                                  </p:childTnLst>
                                </p:cTn>
                              </p:par>
                            </p:childTnLst>
                          </p:cTn>
                        </p:par>
                        <p:par>
                          <p:cTn id="27" fill="hold">
                            <p:stCondLst>
                              <p:cond delay="2000"/>
                            </p:stCondLst>
                            <p:childTnLst>
                              <p:par>
                                <p:cTn id="28" presetID="2" presetClass="entr" presetSubtype="3" decel="100000" fill="hold" grpId="0" nodeType="afterEffect">
                                  <p:stCondLst>
                                    <p:cond delay="250"/>
                                  </p:stCondLst>
                                  <p:iterate type="wd">
                                    <p:tmPct val="10000"/>
                                  </p:iterate>
                                  <p:childTnLst>
                                    <p:set>
                                      <p:cBhvr>
                                        <p:cTn id="29" dur="1" fill="hold">
                                          <p:stCondLst>
                                            <p:cond delay="0"/>
                                          </p:stCondLst>
                                        </p:cTn>
                                        <p:tgtEl>
                                          <p:spTgt spid="40"/>
                                        </p:tgtEl>
                                        <p:attrNameLst>
                                          <p:attrName>style.visibility</p:attrName>
                                        </p:attrNameLst>
                                      </p:cBhvr>
                                      <p:to>
                                        <p:strVal val="visible"/>
                                      </p:to>
                                    </p:set>
                                    <p:anim calcmode="lin" valueType="num">
                                      <p:cBhvr additive="base">
                                        <p:cTn id="30" dur="500" fill="hold"/>
                                        <p:tgtEl>
                                          <p:spTgt spid="40"/>
                                        </p:tgtEl>
                                        <p:attrNameLst>
                                          <p:attrName>ppt_x</p:attrName>
                                        </p:attrNameLst>
                                      </p:cBhvr>
                                      <p:tavLst>
                                        <p:tav tm="0">
                                          <p:val>
                                            <p:strVal val="1+#ppt_w/2"/>
                                          </p:val>
                                        </p:tav>
                                        <p:tav tm="100000">
                                          <p:val>
                                            <p:strVal val="#ppt_x"/>
                                          </p:val>
                                        </p:tav>
                                      </p:tavLst>
                                    </p:anim>
                                    <p:anim calcmode="lin" valueType="num">
                                      <p:cBhvr additive="base">
                                        <p:cTn id="31" dur="500" fill="hold"/>
                                        <p:tgtEl>
                                          <p:spTgt spid="40"/>
                                        </p:tgtEl>
                                        <p:attrNameLst>
                                          <p:attrName>ppt_y</p:attrName>
                                        </p:attrNameLst>
                                      </p:cBhvr>
                                      <p:tavLst>
                                        <p:tav tm="0">
                                          <p:val>
                                            <p:strVal val="0-#ppt_h/2"/>
                                          </p:val>
                                        </p:tav>
                                        <p:tav tm="100000">
                                          <p:val>
                                            <p:strVal val="#ppt_y"/>
                                          </p:val>
                                        </p:tav>
                                      </p:tavLst>
                                    </p:anim>
                                  </p:childTnLst>
                                </p:cTn>
                              </p:par>
                            </p:childTnLst>
                          </p:cTn>
                        </p:par>
                        <p:par>
                          <p:cTn id="32" fill="hold">
                            <p:stCondLst>
                              <p:cond delay="2850"/>
                            </p:stCondLst>
                            <p:childTnLst>
                              <p:par>
                                <p:cTn id="33" presetID="2" presetClass="entr" presetSubtype="2" decel="100000" fill="hold" grpId="0" nodeType="afterEffect">
                                  <p:stCondLst>
                                    <p:cond delay="500"/>
                                  </p:stCondLst>
                                  <p:childTnLst>
                                    <p:set>
                                      <p:cBhvr>
                                        <p:cTn id="34" dur="1" fill="hold">
                                          <p:stCondLst>
                                            <p:cond delay="0"/>
                                          </p:stCondLst>
                                        </p:cTn>
                                        <p:tgtEl>
                                          <p:spTgt spid="41"/>
                                        </p:tgtEl>
                                        <p:attrNameLst>
                                          <p:attrName>style.visibility</p:attrName>
                                        </p:attrNameLst>
                                      </p:cBhvr>
                                      <p:to>
                                        <p:strVal val="visible"/>
                                      </p:to>
                                    </p:set>
                                    <p:anim calcmode="lin" valueType="num">
                                      <p:cBhvr additive="base">
                                        <p:cTn id="35" dur="500" fill="hold"/>
                                        <p:tgtEl>
                                          <p:spTgt spid="41"/>
                                        </p:tgtEl>
                                        <p:attrNameLst>
                                          <p:attrName>ppt_x</p:attrName>
                                        </p:attrNameLst>
                                      </p:cBhvr>
                                      <p:tavLst>
                                        <p:tav tm="0">
                                          <p:val>
                                            <p:strVal val="1+#ppt_w/2"/>
                                          </p:val>
                                        </p:tav>
                                        <p:tav tm="100000">
                                          <p:val>
                                            <p:strVal val="#ppt_x"/>
                                          </p:val>
                                        </p:tav>
                                      </p:tavLst>
                                    </p:anim>
                                    <p:anim calcmode="lin" valueType="num">
                                      <p:cBhvr additive="base">
                                        <p:cTn id="36" dur="500" fill="hold"/>
                                        <p:tgtEl>
                                          <p:spTgt spid="41"/>
                                        </p:tgtEl>
                                        <p:attrNameLst>
                                          <p:attrName>ppt_y</p:attrName>
                                        </p:attrNameLst>
                                      </p:cBhvr>
                                      <p:tavLst>
                                        <p:tav tm="0">
                                          <p:val>
                                            <p:strVal val="#ppt_y"/>
                                          </p:val>
                                        </p:tav>
                                        <p:tav tm="100000">
                                          <p:val>
                                            <p:strVal val="#ppt_y"/>
                                          </p:val>
                                        </p:tav>
                                      </p:tavLst>
                                    </p:anim>
                                  </p:childTnLst>
                                </p:cTn>
                              </p:par>
                              <p:par>
                                <p:cTn id="37" presetID="2" presetClass="entr" presetSubtype="4" decel="100000" fill="hold" grpId="0" nodeType="withEffect">
                                  <p:stCondLst>
                                    <p:cond delay="500"/>
                                  </p:stCondLst>
                                  <p:childTnLst>
                                    <p:set>
                                      <p:cBhvr>
                                        <p:cTn id="38" dur="1" fill="hold">
                                          <p:stCondLst>
                                            <p:cond delay="0"/>
                                          </p:stCondLst>
                                        </p:cTn>
                                        <p:tgtEl>
                                          <p:spTgt spid="42">
                                            <p:txEl>
                                              <p:pRg st="0" end="0"/>
                                            </p:txEl>
                                          </p:spTgt>
                                        </p:tgtEl>
                                        <p:attrNameLst>
                                          <p:attrName>style.visibility</p:attrName>
                                        </p:attrNameLst>
                                      </p:cBhvr>
                                      <p:to>
                                        <p:strVal val="visible"/>
                                      </p:to>
                                    </p:set>
                                    <p:anim calcmode="lin" valueType="num">
                                      <p:cBhvr additive="base">
                                        <p:cTn id="39" dur="50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26" grpId="0" animBg="1"/>
      <p:bldP spid="26" grpId="1" animBg="1"/>
      <p:bldP spid="40" grpId="0"/>
      <p:bldP spid="41" grpId="0" animBg="1"/>
      <p:bldP spid="42" grpId="0" build="p">
        <p:tmplLst>
          <p:tmpl lvl="1">
            <p:tnLst>
              <p:par>
                <p:cTn presetID="2" presetClass="entr" presetSubtype="4" decel="100000" fill="hold" nodeType="withEffect">
                  <p:stCondLst>
                    <p:cond delay="50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ppt_x"/>
                          </p:val>
                        </p:tav>
                        <p:tav tm="100000">
                          <p:val>
                            <p:strVal val="#ppt_x"/>
                          </p:val>
                        </p:tav>
                      </p:tavLst>
                    </p:anim>
                    <p:anim calcmode="lin" valueType="num">
                      <p:cBhvr additive="base">
                        <p:cTn dur="500" fill="hold"/>
                        <p:tgtEl>
                          <p:spTgt spid="42"/>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ig Title and Text">
    <p:spTree>
      <p:nvGrpSpPr>
        <p:cNvPr id="1" name=""/>
        <p:cNvGrpSpPr/>
        <p:nvPr/>
      </p:nvGrpSpPr>
      <p:grpSpPr>
        <a:xfrm>
          <a:off x="0" y="0"/>
          <a:ext cx="0" cy="0"/>
          <a:chOff x="0" y="0"/>
          <a:chExt cx="0" cy="0"/>
        </a:xfrm>
      </p:grpSpPr>
      <p:sp>
        <p:nvSpPr>
          <p:cNvPr id="14" name="正方形/長方形 13"/>
          <p:cNvSpPr/>
          <p:nvPr userDrawn="1"/>
        </p:nvSpPr>
        <p:spPr>
          <a:xfrm>
            <a:off x="0" y="0"/>
            <a:ext cx="18286413" cy="44849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5" name="タイトル プレースホルダー 1"/>
          <p:cNvSpPr>
            <a:spLocks noGrp="1"/>
          </p:cNvSpPr>
          <p:nvPr>
            <p:ph type="title" hasCustomPrompt="1"/>
          </p:nvPr>
        </p:nvSpPr>
        <p:spPr>
          <a:xfrm>
            <a:off x="682170" y="986976"/>
            <a:ext cx="17199429" cy="3381824"/>
          </a:xfrm>
          <a:prstGeom prst="rect">
            <a:avLst/>
          </a:prstGeom>
        </p:spPr>
        <p:txBody>
          <a:bodyPr vert="horz" lIns="163275" tIns="81638" rIns="163275" bIns="81638" rtlCol="0" anchor="b">
            <a:noAutofit/>
          </a:bodyPr>
          <a:lstStyle>
            <a:lvl1pPr>
              <a:defRPr sz="18000" baseline="0">
                <a:solidFill>
                  <a:schemeClr val="bg1"/>
                </a:solidFill>
              </a:defRPr>
            </a:lvl1pPr>
          </a:lstStyle>
          <a:p>
            <a:r>
              <a:rPr kumimoji="1" lang="en-US" altLang="ja-JP" dirty="0"/>
              <a:t>Title goes here</a:t>
            </a:r>
            <a:endParaRPr kumimoji="1" lang="ja-JP" altLang="en-US" dirty="0"/>
          </a:p>
        </p:txBody>
      </p:sp>
      <p:sp>
        <p:nvSpPr>
          <p:cNvPr id="8" name="テキスト プレースホルダー 8"/>
          <p:cNvSpPr>
            <a:spLocks noGrp="1"/>
          </p:cNvSpPr>
          <p:nvPr>
            <p:ph type="body" sz="quarter" idx="12" hasCustomPrompt="1"/>
          </p:nvPr>
        </p:nvSpPr>
        <p:spPr>
          <a:xfrm>
            <a:off x="682172" y="4571998"/>
            <a:ext cx="8069942" cy="4542971"/>
          </a:xfrm>
        </p:spPr>
        <p:txBody>
          <a:bodyPr anchor="t">
            <a:noAutofit/>
          </a:bodyPr>
          <a:lstStyle>
            <a:lvl1pPr algn="l">
              <a:lnSpc>
                <a:spcPct val="100000"/>
              </a:lnSpc>
              <a:spcBef>
                <a:spcPts val="0"/>
              </a:spcBef>
              <a:defRPr sz="7200" baseline="0">
                <a:solidFill>
                  <a:schemeClr val="accent2"/>
                </a:solidFill>
                <a:latin typeface="Route 159 UltraLight" pitchFamily="50" charset="0"/>
              </a:defRPr>
            </a:lvl1pPr>
          </a:lstStyle>
          <a:p>
            <a:pPr lvl="0"/>
            <a:r>
              <a:rPr kumimoji="1" lang="en-US" altLang="ja-JP" dirty="0"/>
              <a:t>Subtitle goes here</a:t>
            </a:r>
            <a:endParaRPr kumimoji="1" lang="ja-JP" altLang="en-US" dirty="0"/>
          </a:p>
        </p:txBody>
      </p:sp>
      <p:sp>
        <p:nvSpPr>
          <p:cNvPr id="10" name="テキスト プレースホルダー 6"/>
          <p:cNvSpPr>
            <a:spLocks noGrp="1"/>
          </p:cNvSpPr>
          <p:nvPr>
            <p:ph type="body" sz="quarter" idx="24" hasCustomPrompt="1"/>
          </p:nvPr>
        </p:nvSpPr>
        <p:spPr>
          <a:xfrm>
            <a:off x="8768342" y="4760682"/>
            <a:ext cx="9113257" cy="4339775"/>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1" name="テキスト プレースホルダー 25"/>
          <p:cNvSpPr>
            <a:spLocks noGrp="1"/>
          </p:cNvSpPr>
          <p:nvPr>
            <p:ph type="body" sz="quarter" idx="17" hasCustomPrompt="1"/>
          </p:nvPr>
        </p:nvSpPr>
        <p:spPr>
          <a:xfrm flipH="1">
            <a:off x="-9496426" y="0"/>
            <a:ext cx="5353051" cy="10287000"/>
          </a:xfrm>
          <a:prstGeom prst="parallelogram">
            <a:avLst>
              <a:gd name="adj" fmla="val 67559"/>
            </a:avLst>
          </a:prstGeom>
          <a:solidFill>
            <a:schemeClr val="accent2">
              <a:alpha val="30000"/>
            </a:schemeClr>
          </a:solidFill>
        </p:spPr>
        <p:txBody>
          <a:bodyPr/>
          <a:lstStyle>
            <a:lvl1pPr>
              <a:defRPr/>
            </a:lvl1pPr>
          </a:lstStyle>
          <a:p>
            <a:pPr lvl="0"/>
            <a:r>
              <a:rPr kumimoji="1" lang="en-US" altLang="ja-JP" dirty="0"/>
              <a:t> </a:t>
            </a:r>
            <a:endParaRPr kumimoji="1" lang="ja-JP" altLang="en-US" dirty="0"/>
          </a:p>
        </p:txBody>
      </p:sp>
      <p:sp>
        <p:nvSpPr>
          <p:cNvPr id="12" name="テキスト プレースホルダー 25"/>
          <p:cNvSpPr>
            <a:spLocks noGrp="1"/>
          </p:cNvSpPr>
          <p:nvPr>
            <p:ph type="body" sz="quarter" idx="18" hasCustomPrompt="1"/>
          </p:nvPr>
        </p:nvSpPr>
        <p:spPr>
          <a:xfrm flipH="1">
            <a:off x="-6619883" y="0"/>
            <a:ext cx="4648207" cy="10287000"/>
          </a:xfrm>
          <a:prstGeom prst="parallelogram">
            <a:avLst>
              <a:gd name="adj" fmla="val 77247"/>
            </a:avLst>
          </a:prstGeom>
          <a:solidFill>
            <a:schemeClr val="accent2">
              <a:alpha val="30000"/>
            </a:schemeClr>
          </a:solidFill>
        </p:spPr>
        <p:txBody>
          <a:bodyPr/>
          <a:lstStyle>
            <a:lvl1pPr>
              <a:defRPr/>
            </a:lvl1pPr>
          </a:lstStyle>
          <a:p>
            <a:pPr lvl="0"/>
            <a:r>
              <a:rPr kumimoji="1" lang="en-US" altLang="ja-JP" dirty="0"/>
              <a:t> </a:t>
            </a:r>
            <a:endParaRPr kumimoji="1" lang="ja-JP" altLang="en-US" dirty="0"/>
          </a:p>
        </p:txBody>
      </p:sp>
      <p:sp>
        <p:nvSpPr>
          <p:cNvPr id="23" name="正方形/長方形 22"/>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6388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decel="100000" fill="hold" grpId="0" nodeType="withEffect">
                                  <p:stCondLst>
                                    <p:cond delay="0"/>
                                  </p:stCondLst>
                                  <p:iterate type="wd">
                                    <p:tmPct val="10000"/>
                                  </p:iterate>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2" accel="100000" fill="hold" grpId="0" nodeType="withEffect">
                                  <p:stCondLst>
                                    <p:cond delay="2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1+#ppt_w/2"/>
                                          </p:val>
                                        </p:tav>
                                        <p:tav tm="100000">
                                          <p:val>
                                            <p:strVal val="#ppt_x"/>
                                          </p:val>
                                        </p:tav>
                                      </p:tavLst>
                                    </p:anim>
                                    <p:anim calcmode="lin" valueType="num">
                                      <p:cBhvr additive="base">
                                        <p:cTn id="12" dur="75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accel="10000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750" fill="hold"/>
                                        <p:tgtEl>
                                          <p:spTgt spid="11"/>
                                        </p:tgtEl>
                                        <p:attrNameLst>
                                          <p:attrName>ppt_x</p:attrName>
                                        </p:attrNameLst>
                                      </p:cBhvr>
                                      <p:tavLst>
                                        <p:tav tm="0">
                                          <p:val>
                                            <p:strVal val="1+#ppt_w/2"/>
                                          </p:val>
                                        </p:tav>
                                        <p:tav tm="100000">
                                          <p:val>
                                            <p:strVal val="#ppt_x"/>
                                          </p:val>
                                        </p:tav>
                                      </p:tavLst>
                                    </p:anim>
                                    <p:anim calcmode="lin" valueType="num">
                                      <p:cBhvr additive="base">
                                        <p:cTn id="16" dur="750" fill="hold"/>
                                        <p:tgtEl>
                                          <p:spTgt spid="11"/>
                                        </p:tgtEl>
                                        <p:attrNameLst>
                                          <p:attrName>ppt_y</p:attrName>
                                        </p:attrNameLst>
                                      </p:cBhvr>
                                      <p:tavLst>
                                        <p:tav tm="0">
                                          <p:val>
                                            <p:strVal val="#ppt_y"/>
                                          </p:val>
                                        </p:tav>
                                        <p:tav tm="100000">
                                          <p:val>
                                            <p:strVal val="#ppt_y"/>
                                          </p:val>
                                        </p:tav>
                                      </p:tavLst>
                                    </p:anim>
                                  </p:childTnLst>
                                </p:cTn>
                              </p:par>
                              <p:par>
                                <p:cTn id="17" presetID="22" presetClass="entr" presetSubtype="8" fill="hold" grpId="0" nodeType="withEffect">
                                  <p:stCondLst>
                                    <p:cond delay="25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par>
                                <p:cTn id="20" presetID="2" presetClass="entr" presetSubtype="2" decel="100000" fill="hold" grpId="0" nodeType="withEffect">
                                  <p:stCondLst>
                                    <p:cond delay="750"/>
                                  </p:stCondLst>
                                  <p:iterate type="wd">
                                    <p:tmPct val="10000"/>
                                  </p:iterate>
                                  <p:childTnLst>
                                    <p:set>
                                      <p:cBhvr>
                                        <p:cTn id="21" dur="1" fill="hold">
                                          <p:stCondLst>
                                            <p:cond delay="0"/>
                                          </p:stCondLst>
                                        </p:cTn>
                                        <p:tgtEl>
                                          <p:spTgt spid="8">
                                            <p:txEl>
                                              <p:pRg st="0" end="0"/>
                                            </p:txEl>
                                          </p:spTgt>
                                        </p:tgtEl>
                                        <p:attrNameLst>
                                          <p:attrName>style.visibility</p:attrName>
                                        </p:attrNameLst>
                                      </p:cBhvr>
                                      <p:to>
                                        <p:strVal val="visible"/>
                                      </p:to>
                                    </p:set>
                                    <p:anim calcmode="lin" valueType="num">
                                      <p:cBhvr additive="base">
                                        <p:cTn id="22" dur="75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23" dur="750" fill="hold"/>
                                        <p:tgtEl>
                                          <p:spTgt spid="8">
                                            <p:txEl>
                                              <p:pRg st="0" end="0"/>
                                            </p:txEl>
                                          </p:spTgt>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100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750" fill="hold"/>
                                        <p:tgtEl>
                                          <p:spTgt spid="10"/>
                                        </p:tgtEl>
                                        <p:attrNameLst>
                                          <p:attrName>ppt_x</p:attrName>
                                        </p:attrNameLst>
                                      </p:cBhvr>
                                      <p:tavLst>
                                        <p:tav tm="0">
                                          <p:val>
                                            <p:strVal val="1+#ppt_w/2"/>
                                          </p:val>
                                        </p:tav>
                                        <p:tav tm="100000">
                                          <p:val>
                                            <p:strVal val="#ppt_x"/>
                                          </p:val>
                                        </p:tav>
                                      </p:tavLst>
                                    </p:anim>
                                    <p:anim calcmode="lin" valueType="num">
                                      <p:cBhvr additive="base">
                                        <p:cTn id="27" dur="75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8" grpId="0" build="p">
        <p:tmplLst>
          <p:tmpl lvl="1">
            <p:tnLst>
              <p:par>
                <p:cTn presetID="2" presetClass="entr" presetSubtype="2" decel="100000" fill="hold" nodeType="withEffect">
                  <p:stCondLst>
                    <p:cond delay="750"/>
                  </p:stCondLst>
                  <p:iterate type="wd">
                    <p:tmPct val="10000"/>
                  </p:iterate>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1+#ppt_w/2"/>
                          </p:val>
                        </p:tav>
                        <p:tav tm="100000">
                          <p:val>
                            <p:strVal val="#ppt_x"/>
                          </p:val>
                        </p:tav>
                      </p:tavLst>
                    </p:anim>
                    <p:anim calcmode="lin" valueType="num">
                      <p:cBhvr additive="base">
                        <p:cTn dur="750" fill="hold"/>
                        <p:tgtEl>
                          <p:spTgt spid="8"/>
                        </p:tgtEl>
                        <p:attrNameLst>
                          <p:attrName>ppt_y</p:attrName>
                        </p:attrNameLst>
                      </p:cBhvr>
                      <p:tavLst>
                        <p:tav tm="0">
                          <p:val>
                            <p:strVal val="#ppt_y"/>
                          </p:val>
                        </p:tav>
                        <p:tav tm="100000">
                          <p:val>
                            <p:strVal val="#ppt_y"/>
                          </p:val>
                        </p:tav>
                      </p:tavLst>
                    </p:anim>
                  </p:childTnLst>
                </p:cTn>
              </p:par>
            </p:tnLst>
          </p:tmpl>
        </p:tmplLst>
      </p:bldP>
      <p:bldP spid="10" grpId="0">
        <p:tmplLst>
          <p:tmpl>
            <p:tnLst>
              <p:par>
                <p:cTn presetID="2" presetClass="entr" presetSubtype="2" decel="100000" fill="hold" nodeType="withEffect">
                  <p:stCondLst>
                    <p:cond delay="10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1+#ppt_w/2"/>
                          </p:val>
                        </p:tav>
                        <p:tav tm="100000">
                          <p:val>
                            <p:strVal val="#ppt_x"/>
                          </p:val>
                        </p:tav>
                      </p:tavLst>
                    </p:anim>
                    <p:anim calcmode="lin" valueType="num">
                      <p:cBhvr additive="base">
                        <p:cTn dur="750" fill="hold"/>
                        <p:tgtEl>
                          <p:spTgt spid="10"/>
                        </p:tgtEl>
                        <p:attrNameLst>
                          <p:attrName>ppt_y</p:attrName>
                        </p:attrNameLst>
                      </p:cBhvr>
                      <p:tavLst>
                        <p:tav tm="0">
                          <p:val>
                            <p:strVal val="#ppt_y"/>
                          </p:val>
                        </p:tav>
                        <p:tav tm="100000">
                          <p:val>
                            <p:strVal val="#ppt_y"/>
                          </p:val>
                        </p:tav>
                      </p:tavLst>
                    </p:anim>
                  </p:childTnLst>
                </p:cTn>
              </p:par>
            </p:tnLst>
          </p:tmpl>
        </p:tmplLst>
      </p:bldP>
      <p:bldP spid="11" grpId="0" animBg="1">
        <p:tmplLst>
          <p:tmpl>
            <p:tnLst>
              <p:par>
                <p:cTn presetID="2" presetClass="entr" presetSubtype="2" ac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1+#ppt_w/2"/>
                          </p:val>
                        </p:tav>
                        <p:tav tm="100000">
                          <p:val>
                            <p:strVal val="#ppt_x"/>
                          </p:val>
                        </p:tav>
                      </p:tavLst>
                    </p:anim>
                    <p:anim calcmode="lin" valueType="num">
                      <p:cBhvr additive="base">
                        <p:cTn dur="750" fill="hold"/>
                        <p:tgtEl>
                          <p:spTgt spid="11"/>
                        </p:tgtEl>
                        <p:attrNameLst>
                          <p:attrName>ppt_y</p:attrName>
                        </p:attrNameLst>
                      </p:cBhvr>
                      <p:tavLst>
                        <p:tav tm="0">
                          <p:val>
                            <p:strVal val="#ppt_y"/>
                          </p:val>
                        </p:tav>
                        <p:tav tm="100000">
                          <p:val>
                            <p:strVal val="#ppt_y"/>
                          </p:val>
                        </p:tav>
                      </p:tavLst>
                    </p:anim>
                  </p:childTnLst>
                </p:cTn>
              </p:par>
            </p:tnLst>
          </p:tmpl>
        </p:tmplLst>
      </p:bldP>
      <p:bldP spid="12" grpId="0" animBg="1">
        <p:tmplLst>
          <p:tmpl>
            <p:tnLst>
              <p:par>
                <p:cTn presetID="2" presetClass="entr" presetSubtype="2" accel="100000" fill="hold" nodeType="withEffect">
                  <p:stCondLst>
                    <p:cond delay="20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1+#ppt_w/2"/>
                          </p:val>
                        </p:tav>
                        <p:tav tm="100000">
                          <p:val>
                            <p:strVal val="#ppt_x"/>
                          </p:val>
                        </p:tav>
                      </p:tavLst>
                    </p:anim>
                    <p:anim calcmode="lin" valueType="num">
                      <p:cBhvr additive="base">
                        <p:cTn dur="750" fill="hold"/>
                        <p:tgtEl>
                          <p:spTgt spid="12"/>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tx2"/>
        </a:solidFill>
        <a:effectLst/>
      </p:bgPr>
    </p:bg>
    <p:spTree>
      <p:nvGrpSpPr>
        <p:cNvPr id="1" name=""/>
        <p:cNvGrpSpPr/>
        <p:nvPr/>
      </p:nvGrpSpPr>
      <p:grpSpPr>
        <a:xfrm>
          <a:off x="0" y="0"/>
          <a:ext cx="0" cy="0"/>
          <a:chOff x="0" y="0"/>
          <a:chExt cx="0" cy="0"/>
        </a:xfrm>
      </p:grpSpPr>
      <p:sp>
        <p:nvSpPr>
          <p:cNvPr id="12" name="正方形/長方形 11"/>
          <p:cNvSpPr/>
          <p:nvPr userDrawn="1"/>
        </p:nvSpPr>
        <p:spPr>
          <a:xfrm>
            <a:off x="-1" y="6132288"/>
            <a:ext cx="18286413" cy="45719"/>
          </a:xfrm>
          <a:prstGeom prst="rect">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3" name="円/楕円 22"/>
          <p:cNvSpPr/>
          <p:nvPr userDrawn="1"/>
        </p:nvSpPr>
        <p:spPr>
          <a:xfrm>
            <a:off x="1754352" y="6966857"/>
            <a:ext cx="1756228" cy="1756228"/>
          </a:xfrm>
          <a:prstGeom prst="ellips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7" name="円/楕円 26"/>
          <p:cNvSpPr/>
          <p:nvPr userDrawn="1"/>
        </p:nvSpPr>
        <p:spPr>
          <a:xfrm>
            <a:off x="1397829" y="1600838"/>
            <a:ext cx="6904800" cy="69048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円/楕円 1"/>
          <p:cNvSpPr/>
          <p:nvPr userDrawn="1"/>
        </p:nvSpPr>
        <p:spPr>
          <a:xfrm>
            <a:off x="1646019" y="1818285"/>
            <a:ext cx="6904800" cy="69048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p:cNvSpPr/>
          <p:nvPr userDrawn="1"/>
        </p:nvSpPr>
        <p:spPr>
          <a:xfrm>
            <a:off x="7716616" y="1934006"/>
            <a:ext cx="1404254" cy="1404254"/>
          </a:xfrm>
          <a:prstGeom prst="ellipse">
            <a:avLst/>
          </a:prstGeom>
          <a:solidFill>
            <a:schemeClr val="accent5">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4" name="円/楕円 23"/>
          <p:cNvSpPr/>
          <p:nvPr userDrawn="1"/>
        </p:nvSpPr>
        <p:spPr>
          <a:xfrm>
            <a:off x="890750" y="8404305"/>
            <a:ext cx="863602" cy="863602"/>
          </a:xfrm>
          <a:prstGeom prst="ellipse">
            <a:avLst/>
          </a:prstGeom>
          <a:solidFill>
            <a:schemeClr val="accent5">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6" name="図プレースホルダー 5"/>
          <p:cNvSpPr>
            <a:spLocks noGrp="1"/>
          </p:cNvSpPr>
          <p:nvPr>
            <p:ph type="pic" sz="quarter" idx="14" hasCustomPrompt="1"/>
          </p:nvPr>
        </p:nvSpPr>
        <p:spPr>
          <a:xfrm>
            <a:off x="1514934" y="1688420"/>
            <a:ext cx="6903809" cy="6903809"/>
          </a:xfrm>
          <a:prstGeom prst="ellipse">
            <a:avLst/>
          </a:prstGeom>
          <a:solidFill>
            <a:schemeClr val="accent5">
              <a:lumMod val="20000"/>
              <a:lumOff val="80000"/>
            </a:schemeClr>
          </a:solidFill>
          <a:ln w="38100">
            <a:solidFill>
              <a:schemeClr val="accent5"/>
            </a:solidFill>
          </a:ln>
        </p:spPr>
        <p:txBody>
          <a:bodyPr>
            <a:normAutofit/>
          </a:bodyPr>
          <a:lstStyle>
            <a:lvl1pPr>
              <a:defRPr sz="1800"/>
            </a:lvl1pPr>
          </a:lstStyle>
          <a:p>
            <a:r>
              <a:rPr kumimoji="1" lang="en-US" altLang="ja-JP" dirty="0"/>
              <a:t>Add an image</a:t>
            </a:r>
            <a:endParaRPr kumimoji="1" lang="ja-JP" altLang="en-US" dirty="0"/>
          </a:p>
        </p:txBody>
      </p:sp>
      <p:sp>
        <p:nvSpPr>
          <p:cNvPr id="8" name="タイトル プレースホルダー 1"/>
          <p:cNvSpPr>
            <a:spLocks noGrp="1"/>
          </p:cNvSpPr>
          <p:nvPr>
            <p:ph type="title" hasCustomPrompt="1"/>
          </p:nvPr>
        </p:nvSpPr>
        <p:spPr>
          <a:xfrm>
            <a:off x="9142413" y="2481938"/>
            <a:ext cx="8739186" cy="1524008"/>
          </a:xfrm>
          <a:prstGeom prst="rect">
            <a:avLst/>
          </a:prstGeom>
        </p:spPr>
        <p:txBody>
          <a:bodyPr vert="horz" lIns="163275" tIns="81638" rIns="163275" bIns="81638" rtlCol="0" anchor="b">
            <a:noAutofit/>
          </a:bodyPr>
          <a:lstStyle>
            <a:lvl1pPr>
              <a:defRPr sz="8000" baseline="0">
                <a:solidFill>
                  <a:schemeClr val="bg1"/>
                </a:solidFill>
              </a:defRPr>
            </a:lvl1pPr>
          </a:lstStyle>
          <a:p>
            <a:r>
              <a:rPr kumimoji="1" lang="en-US" altLang="ja-JP" dirty="0"/>
              <a:t>Title goes here</a:t>
            </a:r>
            <a:endParaRPr kumimoji="1" lang="ja-JP" altLang="en-US" dirty="0"/>
          </a:p>
        </p:txBody>
      </p:sp>
      <p:sp>
        <p:nvSpPr>
          <p:cNvPr id="9" name="円/楕円 8"/>
          <p:cNvSpPr/>
          <p:nvPr userDrawn="1"/>
        </p:nvSpPr>
        <p:spPr>
          <a:xfrm>
            <a:off x="9142413" y="4206404"/>
            <a:ext cx="1183534" cy="118353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図プレースホルダー 12"/>
          <p:cNvSpPr>
            <a:spLocks noGrp="1"/>
          </p:cNvSpPr>
          <p:nvPr>
            <p:ph type="pic" sz="quarter" idx="20" hasCustomPrompt="1"/>
          </p:nvPr>
        </p:nvSpPr>
        <p:spPr>
          <a:xfrm>
            <a:off x="9458009" y="4522001"/>
            <a:ext cx="552341" cy="552341"/>
          </a:xfrm>
        </p:spPr>
        <p:txBody>
          <a:bodyPr>
            <a:normAutofit/>
          </a:bodyPr>
          <a:lstStyle>
            <a:lvl1pPr>
              <a:defRPr sz="1600"/>
            </a:lvl1pPr>
          </a:lstStyle>
          <a:p>
            <a:r>
              <a:rPr kumimoji="1" lang="en-US" altLang="ja-JP" dirty="0"/>
              <a:t> </a:t>
            </a:r>
            <a:endParaRPr kumimoji="1" lang="ja-JP" altLang="en-US" dirty="0"/>
          </a:p>
        </p:txBody>
      </p:sp>
      <p:sp>
        <p:nvSpPr>
          <p:cNvPr id="11" name="テキスト プレースホルダー 6"/>
          <p:cNvSpPr>
            <a:spLocks noGrp="1"/>
          </p:cNvSpPr>
          <p:nvPr>
            <p:ph type="body" sz="quarter" idx="24" hasCustomPrompt="1"/>
          </p:nvPr>
        </p:nvSpPr>
        <p:spPr>
          <a:xfrm>
            <a:off x="10464800" y="4206405"/>
            <a:ext cx="7416799" cy="1183533"/>
          </a:xfrm>
        </p:spPr>
        <p:txBody>
          <a:bodyPr anchor="ctr">
            <a:noAutofit/>
          </a:bodyPr>
          <a:lstStyle>
            <a:lvl1pPr algn="l">
              <a:defRPr sz="2000" i="0" baseline="0">
                <a:solidFill>
                  <a:schemeClr val="bg1"/>
                </a:solidFill>
                <a:latin typeface="+mn-lt"/>
              </a:defRPr>
            </a:lvl1pPr>
          </a:lstStyle>
          <a:p>
            <a:pPr lvl="0"/>
            <a:r>
              <a:rPr kumimoji="1" lang="en-US" altLang="ja-JP" dirty="0"/>
              <a:t>Text goes here</a:t>
            </a:r>
            <a:endParaRPr kumimoji="1" lang="ja-JP" altLang="en-US" dirty="0"/>
          </a:p>
        </p:txBody>
      </p:sp>
      <p:sp>
        <p:nvSpPr>
          <p:cNvPr id="13" name="図プレースホルダー 12"/>
          <p:cNvSpPr>
            <a:spLocks noGrp="1"/>
          </p:cNvSpPr>
          <p:nvPr>
            <p:ph type="pic" sz="quarter" idx="25" hasCustomPrompt="1"/>
          </p:nvPr>
        </p:nvSpPr>
        <p:spPr>
          <a:xfrm>
            <a:off x="9458009" y="6408859"/>
            <a:ext cx="552341" cy="552341"/>
          </a:xfrm>
        </p:spPr>
        <p:txBody>
          <a:bodyPr>
            <a:normAutofit/>
          </a:bodyPr>
          <a:lstStyle>
            <a:lvl1pPr>
              <a:defRPr sz="1600"/>
            </a:lvl1pPr>
          </a:lstStyle>
          <a:p>
            <a:r>
              <a:rPr kumimoji="1" lang="en-US" altLang="ja-JP" dirty="0"/>
              <a:t> </a:t>
            </a:r>
            <a:endParaRPr kumimoji="1" lang="ja-JP" altLang="en-US" dirty="0"/>
          </a:p>
        </p:txBody>
      </p:sp>
      <p:sp>
        <p:nvSpPr>
          <p:cNvPr id="14" name="テキスト プレースホルダー 6"/>
          <p:cNvSpPr>
            <a:spLocks noGrp="1"/>
          </p:cNvSpPr>
          <p:nvPr>
            <p:ph type="body" sz="quarter" idx="26" hasCustomPrompt="1"/>
          </p:nvPr>
        </p:nvSpPr>
        <p:spPr>
          <a:xfrm>
            <a:off x="10022115" y="6398063"/>
            <a:ext cx="3505200" cy="590567"/>
          </a:xfrm>
        </p:spPr>
        <p:txBody>
          <a:bodyPr anchor="ctr">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17" name="図プレースホルダー 12"/>
          <p:cNvSpPr>
            <a:spLocks noGrp="1"/>
          </p:cNvSpPr>
          <p:nvPr>
            <p:ph type="pic" sz="quarter" idx="27" hasCustomPrompt="1"/>
          </p:nvPr>
        </p:nvSpPr>
        <p:spPr>
          <a:xfrm>
            <a:off x="13776009" y="6408859"/>
            <a:ext cx="552341" cy="552341"/>
          </a:xfrm>
        </p:spPr>
        <p:txBody>
          <a:bodyPr>
            <a:normAutofit/>
          </a:bodyPr>
          <a:lstStyle>
            <a:lvl1pPr>
              <a:defRPr sz="1600"/>
            </a:lvl1pPr>
          </a:lstStyle>
          <a:p>
            <a:r>
              <a:rPr kumimoji="1" lang="en-US" altLang="ja-JP" dirty="0"/>
              <a:t> </a:t>
            </a:r>
            <a:endParaRPr kumimoji="1" lang="ja-JP" altLang="en-US" dirty="0"/>
          </a:p>
        </p:txBody>
      </p:sp>
      <p:sp>
        <p:nvSpPr>
          <p:cNvPr id="18" name="テキスト プレースホルダー 6"/>
          <p:cNvSpPr>
            <a:spLocks noGrp="1"/>
          </p:cNvSpPr>
          <p:nvPr>
            <p:ph type="body" sz="quarter" idx="28" hasCustomPrompt="1"/>
          </p:nvPr>
        </p:nvSpPr>
        <p:spPr>
          <a:xfrm>
            <a:off x="14340115" y="6398063"/>
            <a:ext cx="3505200" cy="590567"/>
          </a:xfrm>
        </p:spPr>
        <p:txBody>
          <a:bodyPr anchor="ctr">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19" name="図プレースホルダー 12"/>
          <p:cNvSpPr>
            <a:spLocks noGrp="1"/>
          </p:cNvSpPr>
          <p:nvPr>
            <p:ph type="pic" sz="quarter" idx="29" hasCustomPrompt="1"/>
          </p:nvPr>
        </p:nvSpPr>
        <p:spPr>
          <a:xfrm>
            <a:off x="9458009" y="7272459"/>
            <a:ext cx="552341" cy="552341"/>
          </a:xfrm>
        </p:spPr>
        <p:txBody>
          <a:bodyPr>
            <a:normAutofit/>
          </a:bodyPr>
          <a:lstStyle>
            <a:lvl1pPr>
              <a:defRPr sz="1600"/>
            </a:lvl1pPr>
          </a:lstStyle>
          <a:p>
            <a:r>
              <a:rPr kumimoji="1" lang="en-US" altLang="ja-JP" dirty="0"/>
              <a:t> </a:t>
            </a:r>
            <a:endParaRPr kumimoji="1" lang="ja-JP" altLang="en-US" dirty="0"/>
          </a:p>
        </p:txBody>
      </p:sp>
      <p:sp>
        <p:nvSpPr>
          <p:cNvPr id="20" name="テキスト プレースホルダー 6"/>
          <p:cNvSpPr>
            <a:spLocks noGrp="1"/>
          </p:cNvSpPr>
          <p:nvPr>
            <p:ph type="body" sz="quarter" idx="30" hasCustomPrompt="1"/>
          </p:nvPr>
        </p:nvSpPr>
        <p:spPr>
          <a:xfrm>
            <a:off x="10022115" y="7261663"/>
            <a:ext cx="3505200" cy="590567"/>
          </a:xfrm>
        </p:spPr>
        <p:txBody>
          <a:bodyPr anchor="ctr">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21" name="図プレースホルダー 12"/>
          <p:cNvSpPr>
            <a:spLocks noGrp="1"/>
          </p:cNvSpPr>
          <p:nvPr>
            <p:ph type="pic" sz="quarter" idx="31" hasCustomPrompt="1"/>
          </p:nvPr>
        </p:nvSpPr>
        <p:spPr>
          <a:xfrm>
            <a:off x="13776009" y="7272459"/>
            <a:ext cx="552341" cy="552341"/>
          </a:xfrm>
        </p:spPr>
        <p:txBody>
          <a:bodyPr>
            <a:normAutofit/>
          </a:bodyPr>
          <a:lstStyle>
            <a:lvl1pPr>
              <a:defRPr sz="1600"/>
            </a:lvl1pPr>
          </a:lstStyle>
          <a:p>
            <a:r>
              <a:rPr kumimoji="1" lang="en-US" altLang="ja-JP" dirty="0"/>
              <a:t> </a:t>
            </a:r>
            <a:endParaRPr kumimoji="1" lang="ja-JP" altLang="en-US" dirty="0"/>
          </a:p>
        </p:txBody>
      </p:sp>
      <p:sp>
        <p:nvSpPr>
          <p:cNvPr id="22" name="テキスト プレースホルダー 6"/>
          <p:cNvSpPr>
            <a:spLocks noGrp="1"/>
          </p:cNvSpPr>
          <p:nvPr>
            <p:ph type="body" sz="quarter" idx="32" hasCustomPrompt="1"/>
          </p:nvPr>
        </p:nvSpPr>
        <p:spPr>
          <a:xfrm>
            <a:off x="14340115" y="7261663"/>
            <a:ext cx="3505200" cy="590567"/>
          </a:xfrm>
        </p:spPr>
        <p:txBody>
          <a:bodyPr anchor="ctr">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26" name="円/楕円 25"/>
          <p:cNvSpPr/>
          <p:nvPr userDrawn="1"/>
        </p:nvSpPr>
        <p:spPr>
          <a:xfrm>
            <a:off x="9052460" y="1738038"/>
            <a:ext cx="504373" cy="504373"/>
          </a:xfrm>
          <a:prstGeom prst="ellips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Tree>
    <p:extLst>
      <p:ext uri="{BB962C8B-B14F-4D97-AF65-F5344CB8AC3E}">
        <p14:creationId xmlns:p14="http://schemas.microsoft.com/office/powerpoint/2010/main" val="446419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fill="hold"/>
                                        <p:tgtEl>
                                          <p:spTgt spid="27"/>
                                        </p:tgtEl>
                                        <p:attrNameLst>
                                          <p:attrName>ppt_x</p:attrName>
                                        </p:attrNameLst>
                                      </p:cBhvr>
                                      <p:tavLst>
                                        <p:tav tm="0">
                                          <p:val>
                                            <p:strVal val="#ppt_x"/>
                                          </p:val>
                                        </p:tav>
                                        <p:tav tm="100000">
                                          <p:val>
                                            <p:strVal val="#ppt_x"/>
                                          </p:val>
                                        </p:tav>
                                      </p:tavLst>
                                    </p:anim>
                                    <p:anim calcmode="lin" valueType="num">
                                      <p:cBhvr additive="base">
                                        <p:cTn id="8" dur="1000" fill="hold"/>
                                        <p:tgtEl>
                                          <p:spTgt spid="27"/>
                                        </p:tgtEl>
                                        <p:attrNameLst>
                                          <p:attrName>ppt_y</p:attrName>
                                        </p:attrNameLst>
                                      </p:cBhvr>
                                      <p:tavLst>
                                        <p:tav tm="0">
                                          <p:val>
                                            <p:strVal val="0-#ppt_h/2"/>
                                          </p:val>
                                        </p:tav>
                                        <p:tav tm="100000">
                                          <p:val>
                                            <p:strVal val="#ppt_y"/>
                                          </p:val>
                                        </p:tav>
                                      </p:tavLst>
                                    </p:anim>
                                  </p:childTnLst>
                                </p:cTn>
                              </p:par>
                              <p:par>
                                <p:cTn id="9" presetID="10" presetClass="entr" presetSubtype="0" fill="hold" grpId="1"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1000"/>
                                        <p:tgtEl>
                                          <p:spTgt spid="27"/>
                                        </p:tgtEl>
                                      </p:cBhvr>
                                    </p:animEffect>
                                  </p:childTnLst>
                                </p:cTn>
                              </p:par>
                              <p:par>
                                <p:cTn id="12" presetID="2" presetClass="entr" presetSubtype="1" decel="100000" fill="hold" grpId="0" nodeType="withEffect">
                                  <p:stCondLst>
                                    <p:cond delay="10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1000" fill="hold"/>
                                        <p:tgtEl>
                                          <p:spTgt spid="2"/>
                                        </p:tgtEl>
                                        <p:attrNameLst>
                                          <p:attrName>ppt_x</p:attrName>
                                        </p:attrNameLst>
                                      </p:cBhvr>
                                      <p:tavLst>
                                        <p:tav tm="0">
                                          <p:val>
                                            <p:strVal val="#ppt_x"/>
                                          </p:val>
                                        </p:tav>
                                        <p:tav tm="100000">
                                          <p:val>
                                            <p:strVal val="#ppt_x"/>
                                          </p:val>
                                        </p:tav>
                                      </p:tavLst>
                                    </p:anim>
                                    <p:anim calcmode="lin" valueType="num">
                                      <p:cBhvr additive="base">
                                        <p:cTn id="15" dur="1000" fill="hold"/>
                                        <p:tgtEl>
                                          <p:spTgt spid="2"/>
                                        </p:tgtEl>
                                        <p:attrNameLst>
                                          <p:attrName>ppt_y</p:attrName>
                                        </p:attrNameLst>
                                      </p:cBhvr>
                                      <p:tavLst>
                                        <p:tav tm="0">
                                          <p:val>
                                            <p:strVal val="0-#ppt_h/2"/>
                                          </p:val>
                                        </p:tav>
                                        <p:tav tm="100000">
                                          <p:val>
                                            <p:strVal val="#ppt_y"/>
                                          </p:val>
                                        </p:tav>
                                      </p:tavLst>
                                    </p:anim>
                                  </p:childTnLst>
                                </p:cTn>
                              </p:par>
                              <p:par>
                                <p:cTn id="16" presetID="10" presetClass="entr" presetSubtype="0" fill="hold" grpId="1" nodeType="withEffect">
                                  <p:stCondLst>
                                    <p:cond delay="1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childTnLst>
                                </p:cTn>
                              </p:par>
                              <p:par>
                                <p:cTn id="19" presetID="2" presetClass="entr" presetSubtype="1" decel="100000" fill="hold" grpId="0" nodeType="withEffect">
                                  <p:stCondLst>
                                    <p:cond delay="20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1000" fill="hold"/>
                                        <p:tgtEl>
                                          <p:spTgt spid="6"/>
                                        </p:tgtEl>
                                        <p:attrNameLst>
                                          <p:attrName>ppt_x</p:attrName>
                                        </p:attrNameLst>
                                      </p:cBhvr>
                                      <p:tavLst>
                                        <p:tav tm="0">
                                          <p:val>
                                            <p:strVal val="#ppt_x"/>
                                          </p:val>
                                        </p:tav>
                                        <p:tav tm="100000">
                                          <p:val>
                                            <p:strVal val="#ppt_x"/>
                                          </p:val>
                                        </p:tav>
                                      </p:tavLst>
                                    </p:anim>
                                    <p:anim calcmode="lin" valueType="num">
                                      <p:cBhvr additive="base">
                                        <p:cTn id="22" dur="1000" fill="hold"/>
                                        <p:tgtEl>
                                          <p:spTgt spid="6"/>
                                        </p:tgtEl>
                                        <p:attrNameLst>
                                          <p:attrName>ppt_y</p:attrName>
                                        </p:attrNameLst>
                                      </p:cBhvr>
                                      <p:tavLst>
                                        <p:tav tm="0">
                                          <p:val>
                                            <p:strVal val="0-#ppt_h/2"/>
                                          </p:val>
                                        </p:tav>
                                        <p:tav tm="100000">
                                          <p:val>
                                            <p:strVal val="#ppt_y"/>
                                          </p:val>
                                        </p:tav>
                                      </p:tavLst>
                                    </p:anim>
                                  </p:childTnLst>
                                </p:cTn>
                              </p:par>
                              <p:par>
                                <p:cTn id="23" presetID="10" presetClass="entr" presetSubtype="0" fill="hold" grpId="1" nodeType="withEffect">
                                  <p:stCondLst>
                                    <p:cond delay="2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childTnLst>
                                </p:cTn>
                              </p:par>
                              <p:par>
                                <p:cTn id="26" presetID="2" presetClass="entr" presetSubtype="3" decel="100000" fill="hold" grpId="0" nodeType="withEffect">
                                  <p:stCondLst>
                                    <p:cond delay="0"/>
                                  </p:stCondLst>
                                  <p:iterate type="lt">
                                    <p:tmPct val="10000"/>
                                  </p:iterate>
                                  <p:childTnLst>
                                    <p:set>
                                      <p:cBhvr>
                                        <p:cTn id="27" dur="1" fill="hold">
                                          <p:stCondLst>
                                            <p:cond delay="0"/>
                                          </p:stCondLst>
                                        </p:cTn>
                                        <p:tgtEl>
                                          <p:spTgt spid="8"/>
                                        </p:tgtEl>
                                        <p:attrNameLst>
                                          <p:attrName>style.visibility</p:attrName>
                                        </p:attrNameLst>
                                      </p:cBhvr>
                                      <p:to>
                                        <p:strVal val="visible"/>
                                      </p:to>
                                    </p:set>
                                    <p:anim calcmode="lin" valueType="num">
                                      <p:cBhvr additive="base">
                                        <p:cTn id="28" dur="1000" fill="hold"/>
                                        <p:tgtEl>
                                          <p:spTgt spid="8"/>
                                        </p:tgtEl>
                                        <p:attrNameLst>
                                          <p:attrName>ppt_x</p:attrName>
                                        </p:attrNameLst>
                                      </p:cBhvr>
                                      <p:tavLst>
                                        <p:tav tm="0">
                                          <p:val>
                                            <p:strVal val="1+#ppt_w/2"/>
                                          </p:val>
                                        </p:tav>
                                        <p:tav tm="100000">
                                          <p:val>
                                            <p:strVal val="#ppt_x"/>
                                          </p:val>
                                        </p:tav>
                                      </p:tavLst>
                                    </p:anim>
                                    <p:anim calcmode="lin" valueType="num">
                                      <p:cBhvr additive="base">
                                        <p:cTn id="29" dur="1000" fill="hold"/>
                                        <p:tgtEl>
                                          <p:spTgt spid="8"/>
                                        </p:tgtEl>
                                        <p:attrNameLst>
                                          <p:attrName>ppt_y</p:attrName>
                                        </p:attrNameLst>
                                      </p:cBhvr>
                                      <p:tavLst>
                                        <p:tav tm="0">
                                          <p:val>
                                            <p:strVal val="0-#ppt_h/2"/>
                                          </p:val>
                                        </p:tav>
                                        <p:tav tm="100000">
                                          <p:val>
                                            <p:strVal val="#ppt_y"/>
                                          </p:val>
                                        </p:tav>
                                      </p:tavLst>
                                    </p:anim>
                                  </p:childTnLst>
                                </p:cTn>
                              </p:par>
                              <p:par>
                                <p:cTn id="30" presetID="2" presetClass="entr" presetSubtype="1" decel="10000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750" fill="hold"/>
                                        <p:tgtEl>
                                          <p:spTgt spid="9"/>
                                        </p:tgtEl>
                                        <p:attrNameLst>
                                          <p:attrName>ppt_x</p:attrName>
                                        </p:attrNameLst>
                                      </p:cBhvr>
                                      <p:tavLst>
                                        <p:tav tm="0">
                                          <p:val>
                                            <p:strVal val="#ppt_x"/>
                                          </p:val>
                                        </p:tav>
                                        <p:tav tm="100000">
                                          <p:val>
                                            <p:strVal val="#ppt_x"/>
                                          </p:val>
                                        </p:tav>
                                      </p:tavLst>
                                    </p:anim>
                                    <p:anim calcmode="lin" valueType="num">
                                      <p:cBhvr additive="base">
                                        <p:cTn id="33" dur="750" fill="hold"/>
                                        <p:tgtEl>
                                          <p:spTgt spid="9"/>
                                        </p:tgtEl>
                                        <p:attrNameLst>
                                          <p:attrName>ppt_y</p:attrName>
                                        </p:attrNameLst>
                                      </p:cBhvr>
                                      <p:tavLst>
                                        <p:tav tm="0">
                                          <p:val>
                                            <p:strVal val="0-#ppt_h/2"/>
                                          </p:val>
                                        </p:tav>
                                        <p:tav tm="100000">
                                          <p:val>
                                            <p:strVal val="#ppt_y"/>
                                          </p:val>
                                        </p:tav>
                                      </p:tavLst>
                                    </p:anim>
                                  </p:childTnLst>
                                </p:cTn>
                              </p:par>
                              <p:par>
                                <p:cTn id="34" presetID="2" presetClass="entr" presetSubtype="1" decel="10000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750" fill="hold"/>
                                        <p:tgtEl>
                                          <p:spTgt spid="10"/>
                                        </p:tgtEl>
                                        <p:attrNameLst>
                                          <p:attrName>ppt_x</p:attrName>
                                        </p:attrNameLst>
                                      </p:cBhvr>
                                      <p:tavLst>
                                        <p:tav tm="0">
                                          <p:val>
                                            <p:strVal val="#ppt_x"/>
                                          </p:val>
                                        </p:tav>
                                        <p:tav tm="100000">
                                          <p:val>
                                            <p:strVal val="#ppt_x"/>
                                          </p:val>
                                        </p:tav>
                                      </p:tavLst>
                                    </p:anim>
                                    <p:anim calcmode="lin" valueType="num">
                                      <p:cBhvr additive="base">
                                        <p:cTn id="37" dur="750" fill="hold"/>
                                        <p:tgtEl>
                                          <p:spTgt spid="10"/>
                                        </p:tgtEl>
                                        <p:attrNameLst>
                                          <p:attrName>ppt_y</p:attrName>
                                        </p:attrNameLst>
                                      </p:cBhvr>
                                      <p:tavLst>
                                        <p:tav tm="0">
                                          <p:val>
                                            <p:strVal val="0-#ppt_h/2"/>
                                          </p:val>
                                        </p:tav>
                                        <p:tav tm="100000">
                                          <p:val>
                                            <p:strVal val="#ppt_y"/>
                                          </p:val>
                                        </p:tav>
                                      </p:tavLst>
                                    </p:anim>
                                  </p:childTnLst>
                                </p:cTn>
                              </p:par>
                              <p:par>
                                <p:cTn id="38" presetID="45" presetClass="entr" presetSubtype="0" fill="hold" grpId="1"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750"/>
                                        <p:tgtEl>
                                          <p:spTgt spid="9"/>
                                        </p:tgtEl>
                                      </p:cBhvr>
                                    </p:animEffect>
                                    <p:anim calcmode="lin" valueType="num">
                                      <p:cBhvr>
                                        <p:cTn id="41" dur="750" fill="hold"/>
                                        <p:tgtEl>
                                          <p:spTgt spid="9"/>
                                        </p:tgtEl>
                                        <p:attrNameLst>
                                          <p:attrName>ppt_w</p:attrName>
                                        </p:attrNameLst>
                                      </p:cBhvr>
                                      <p:tavLst>
                                        <p:tav tm="0" fmla="#ppt_w*sin(2.5*pi*$)">
                                          <p:val>
                                            <p:fltVal val="0"/>
                                          </p:val>
                                        </p:tav>
                                        <p:tav tm="100000">
                                          <p:val>
                                            <p:fltVal val="1"/>
                                          </p:val>
                                        </p:tav>
                                      </p:tavLst>
                                    </p:anim>
                                    <p:anim calcmode="lin" valueType="num">
                                      <p:cBhvr>
                                        <p:cTn id="42" dur="750" fill="hold"/>
                                        <p:tgtEl>
                                          <p:spTgt spid="9"/>
                                        </p:tgtEl>
                                        <p:attrNameLst>
                                          <p:attrName>ppt_h</p:attrName>
                                        </p:attrNameLst>
                                      </p:cBhvr>
                                      <p:tavLst>
                                        <p:tav tm="0">
                                          <p:val>
                                            <p:strVal val="#ppt_h"/>
                                          </p:val>
                                        </p:tav>
                                        <p:tav tm="100000">
                                          <p:val>
                                            <p:strVal val="#ppt_h"/>
                                          </p:val>
                                        </p:tav>
                                      </p:tavLst>
                                    </p:anim>
                                  </p:childTnLst>
                                </p:cTn>
                              </p:par>
                              <p:par>
                                <p:cTn id="43" presetID="45" presetClass="entr" presetSubtype="0" fill="hold" grpId="1"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750"/>
                                        <p:tgtEl>
                                          <p:spTgt spid="10"/>
                                        </p:tgtEl>
                                      </p:cBhvr>
                                    </p:animEffect>
                                    <p:anim calcmode="lin" valueType="num">
                                      <p:cBhvr>
                                        <p:cTn id="46" dur="750" fill="hold"/>
                                        <p:tgtEl>
                                          <p:spTgt spid="10"/>
                                        </p:tgtEl>
                                        <p:attrNameLst>
                                          <p:attrName>ppt_w</p:attrName>
                                        </p:attrNameLst>
                                      </p:cBhvr>
                                      <p:tavLst>
                                        <p:tav tm="0" fmla="#ppt_w*sin(2.5*pi*$)">
                                          <p:val>
                                            <p:fltVal val="0"/>
                                          </p:val>
                                        </p:tav>
                                        <p:tav tm="100000">
                                          <p:val>
                                            <p:fltVal val="1"/>
                                          </p:val>
                                        </p:tav>
                                      </p:tavLst>
                                    </p:anim>
                                    <p:anim calcmode="lin" valueType="num">
                                      <p:cBhvr>
                                        <p:cTn id="47" dur="750" fill="hold"/>
                                        <p:tgtEl>
                                          <p:spTgt spid="10"/>
                                        </p:tgtEl>
                                        <p:attrNameLst>
                                          <p:attrName>ppt_h</p:attrName>
                                        </p:attrNameLst>
                                      </p:cBhvr>
                                      <p:tavLst>
                                        <p:tav tm="0">
                                          <p:val>
                                            <p:strVal val="#ppt_h"/>
                                          </p:val>
                                        </p:tav>
                                        <p:tav tm="100000">
                                          <p:val>
                                            <p:strVal val="#ppt_h"/>
                                          </p:val>
                                        </p:tav>
                                      </p:tavLst>
                                    </p:anim>
                                  </p:childTnLst>
                                </p:cTn>
                              </p:par>
                              <p:par>
                                <p:cTn id="48" presetID="2" presetClass="entr" presetSubtype="2" decel="10000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1+#ppt_w/2"/>
                                          </p:val>
                                        </p:tav>
                                        <p:tav tm="100000">
                                          <p:val>
                                            <p:strVal val="#ppt_x"/>
                                          </p:val>
                                        </p:tav>
                                      </p:tavLst>
                                    </p:anim>
                                    <p:anim calcmode="lin" valueType="num">
                                      <p:cBhvr additive="base">
                                        <p:cTn id="51" dur="500" fill="hold"/>
                                        <p:tgtEl>
                                          <p:spTgt spid="11"/>
                                        </p:tgtEl>
                                        <p:attrNameLst>
                                          <p:attrName>ppt_y</p:attrName>
                                        </p:attrNameLst>
                                      </p:cBhvr>
                                      <p:tavLst>
                                        <p:tav tm="0">
                                          <p:val>
                                            <p:strVal val="#ppt_y"/>
                                          </p:val>
                                        </p:tav>
                                        <p:tav tm="100000">
                                          <p:val>
                                            <p:strVal val="#ppt_y"/>
                                          </p:val>
                                        </p:tav>
                                      </p:tavLst>
                                    </p:anim>
                                  </p:childTnLst>
                                </p:cTn>
                              </p:par>
                              <p:par>
                                <p:cTn id="52" presetID="22" presetClass="entr" presetSubtype="2" fill="hold" grpId="0" nodeType="withEffect">
                                  <p:stCondLst>
                                    <p:cond delay="250"/>
                                  </p:stCondLst>
                                  <p:childTnLst>
                                    <p:set>
                                      <p:cBhvr>
                                        <p:cTn id="53" dur="1" fill="hold">
                                          <p:stCondLst>
                                            <p:cond delay="0"/>
                                          </p:stCondLst>
                                        </p:cTn>
                                        <p:tgtEl>
                                          <p:spTgt spid="12"/>
                                        </p:tgtEl>
                                        <p:attrNameLst>
                                          <p:attrName>style.visibility</p:attrName>
                                        </p:attrNameLst>
                                      </p:cBhvr>
                                      <p:to>
                                        <p:strVal val="visible"/>
                                      </p:to>
                                    </p:set>
                                    <p:animEffect transition="in" filter="wipe(right)">
                                      <p:cBhvr>
                                        <p:cTn id="54" dur="500"/>
                                        <p:tgtEl>
                                          <p:spTgt spid="12"/>
                                        </p:tgtEl>
                                      </p:cBhvr>
                                    </p:animEffect>
                                  </p:childTnLst>
                                </p:cTn>
                              </p:par>
                              <p:par>
                                <p:cTn id="55" presetID="2" presetClass="entr" presetSubtype="6" decel="10000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1000" fill="hold"/>
                                        <p:tgtEl>
                                          <p:spTgt spid="13"/>
                                        </p:tgtEl>
                                        <p:attrNameLst>
                                          <p:attrName>ppt_x</p:attrName>
                                        </p:attrNameLst>
                                      </p:cBhvr>
                                      <p:tavLst>
                                        <p:tav tm="0">
                                          <p:val>
                                            <p:strVal val="1+#ppt_w/2"/>
                                          </p:val>
                                        </p:tav>
                                        <p:tav tm="100000">
                                          <p:val>
                                            <p:strVal val="#ppt_x"/>
                                          </p:val>
                                        </p:tav>
                                      </p:tavLst>
                                    </p:anim>
                                    <p:anim calcmode="lin" valueType="num">
                                      <p:cBhvr additive="base">
                                        <p:cTn id="58" dur="1000" fill="hold"/>
                                        <p:tgtEl>
                                          <p:spTgt spid="13"/>
                                        </p:tgtEl>
                                        <p:attrNameLst>
                                          <p:attrName>ppt_y</p:attrName>
                                        </p:attrNameLst>
                                      </p:cBhvr>
                                      <p:tavLst>
                                        <p:tav tm="0">
                                          <p:val>
                                            <p:strVal val="1+#ppt_h/2"/>
                                          </p:val>
                                        </p:tav>
                                        <p:tav tm="100000">
                                          <p:val>
                                            <p:strVal val="#ppt_y"/>
                                          </p:val>
                                        </p:tav>
                                      </p:tavLst>
                                    </p:anim>
                                  </p:childTnLst>
                                </p:cTn>
                              </p:par>
                              <p:par>
                                <p:cTn id="59" presetID="45" presetClass="entr" presetSubtype="0" fill="hold" grpId="1"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1000"/>
                                        <p:tgtEl>
                                          <p:spTgt spid="13"/>
                                        </p:tgtEl>
                                      </p:cBhvr>
                                    </p:animEffect>
                                    <p:anim calcmode="lin" valueType="num">
                                      <p:cBhvr>
                                        <p:cTn id="62" dur="1000" fill="hold"/>
                                        <p:tgtEl>
                                          <p:spTgt spid="13"/>
                                        </p:tgtEl>
                                        <p:attrNameLst>
                                          <p:attrName>ppt_w</p:attrName>
                                        </p:attrNameLst>
                                      </p:cBhvr>
                                      <p:tavLst>
                                        <p:tav tm="0" fmla="#ppt_w*sin(2.5*pi*$)">
                                          <p:val>
                                            <p:fltVal val="0"/>
                                          </p:val>
                                        </p:tav>
                                        <p:tav tm="100000">
                                          <p:val>
                                            <p:fltVal val="1"/>
                                          </p:val>
                                        </p:tav>
                                      </p:tavLst>
                                    </p:anim>
                                    <p:anim calcmode="lin" valueType="num">
                                      <p:cBhvr>
                                        <p:cTn id="63" dur="1000" fill="hold"/>
                                        <p:tgtEl>
                                          <p:spTgt spid="13"/>
                                        </p:tgtEl>
                                        <p:attrNameLst>
                                          <p:attrName>ppt_h</p:attrName>
                                        </p:attrNameLst>
                                      </p:cBhvr>
                                      <p:tavLst>
                                        <p:tav tm="0">
                                          <p:val>
                                            <p:strVal val="#ppt_h"/>
                                          </p:val>
                                        </p:tav>
                                        <p:tav tm="100000">
                                          <p:val>
                                            <p:strVal val="#ppt_h"/>
                                          </p:val>
                                        </p:tav>
                                      </p:tavLst>
                                    </p:anim>
                                  </p:childTnLst>
                                </p:cTn>
                              </p:par>
                              <p:par>
                                <p:cTn id="64" presetID="2" presetClass="entr" presetSubtype="6" decel="100000" fill="hold" grpId="0" nodeType="withEffect">
                                  <p:stCondLst>
                                    <p:cond delay="0"/>
                                  </p:stCondLst>
                                  <p:childTnLst>
                                    <p:set>
                                      <p:cBhvr>
                                        <p:cTn id="65" dur="1" fill="hold">
                                          <p:stCondLst>
                                            <p:cond delay="0"/>
                                          </p:stCondLst>
                                        </p:cTn>
                                        <p:tgtEl>
                                          <p:spTgt spid="14">
                                            <p:txEl>
                                              <p:pRg st="0" end="0"/>
                                            </p:txEl>
                                          </p:spTgt>
                                        </p:tgtEl>
                                        <p:attrNameLst>
                                          <p:attrName>style.visibility</p:attrName>
                                        </p:attrNameLst>
                                      </p:cBhvr>
                                      <p:to>
                                        <p:strVal val="visible"/>
                                      </p:to>
                                    </p:set>
                                    <p:anim calcmode="lin" valueType="num">
                                      <p:cBhvr additive="base">
                                        <p:cTn id="66" dur="10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67" dur="1000" fill="hold"/>
                                        <p:tgtEl>
                                          <p:spTgt spid="14">
                                            <p:txEl>
                                              <p:pRg st="0" end="0"/>
                                            </p:txEl>
                                          </p:spTgt>
                                        </p:tgtEl>
                                        <p:attrNameLst>
                                          <p:attrName>ppt_y</p:attrName>
                                        </p:attrNameLst>
                                      </p:cBhvr>
                                      <p:tavLst>
                                        <p:tav tm="0">
                                          <p:val>
                                            <p:strVal val="1+#ppt_h/2"/>
                                          </p:val>
                                        </p:tav>
                                        <p:tav tm="100000">
                                          <p:val>
                                            <p:strVal val="#ppt_y"/>
                                          </p:val>
                                        </p:tav>
                                      </p:tavLst>
                                    </p:anim>
                                  </p:childTnLst>
                                </p:cTn>
                              </p:par>
                              <p:par>
                                <p:cTn id="68" presetID="2" presetClass="entr" presetSubtype="6" decel="10000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additive="base">
                                        <p:cTn id="70" dur="1000" fill="hold"/>
                                        <p:tgtEl>
                                          <p:spTgt spid="17"/>
                                        </p:tgtEl>
                                        <p:attrNameLst>
                                          <p:attrName>ppt_x</p:attrName>
                                        </p:attrNameLst>
                                      </p:cBhvr>
                                      <p:tavLst>
                                        <p:tav tm="0">
                                          <p:val>
                                            <p:strVal val="1+#ppt_w/2"/>
                                          </p:val>
                                        </p:tav>
                                        <p:tav tm="100000">
                                          <p:val>
                                            <p:strVal val="#ppt_x"/>
                                          </p:val>
                                        </p:tav>
                                      </p:tavLst>
                                    </p:anim>
                                    <p:anim calcmode="lin" valueType="num">
                                      <p:cBhvr additive="base">
                                        <p:cTn id="71" dur="1000" fill="hold"/>
                                        <p:tgtEl>
                                          <p:spTgt spid="17"/>
                                        </p:tgtEl>
                                        <p:attrNameLst>
                                          <p:attrName>ppt_y</p:attrName>
                                        </p:attrNameLst>
                                      </p:cBhvr>
                                      <p:tavLst>
                                        <p:tav tm="0">
                                          <p:val>
                                            <p:strVal val="1+#ppt_h/2"/>
                                          </p:val>
                                        </p:tav>
                                        <p:tav tm="100000">
                                          <p:val>
                                            <p:strVal val="#ppt_y"/>
                                          </p:val>
                                        </p:tav>
                                      </p:tavLst>
                                    </p:anim>
                                  </p:childTnLst>
                                </p:cTn>
                              </p:par>
                              <p:par>
                                <p:cTn id="72" presetID="45" presetClass="entr" presetSubtype="0" fill="hold" grpId="1"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1000"/>
                                        <p:tgtEl>
                                          <p:spTgt spid="17"/>
                                        </p:tgtEl>
                                      </p:cBhvr>
                                    </p:animEffect>
                                    <p:anim calcmode="lin" valueType="num">
                                      <p:cBhvr>
                                        <p:cTn id="75" dur="1000" fill="hold"/>
                                        <p:tgtEl>
                                          <p:spTgt spid="17"/>
                                        </p:tgtEl>
                                        <p:attrNameLst>
                                          <p:attrName>ppt_w</p:attrName>
                                        </p:attrNameLst>
                                      </p:cBhvr>
                                      <p:tavLst>
                                        <p:tav tm="0" fmla="#ppt_w*sin(2.5*pi*$)">
                                          <p:val>
                                            <p:fltVal val="0"/>
                                          </p:val>
                                        </p:tav>
                                        <p:tav tm="100000">
                                          <p:val>
                                            <p:fltVal val="1"/>
                                          </p:val>
                                        </p:tav>
                                      </p:tavLst>
                                    </p:anim>
                                    <p:anim calcmode="lin" valueType="num">
                                      <p:cBhvr>
                                        <p:cTn id="76" dur="1000" fill="hold"/>
                                        <p:tgtEl>
                                          <p:spTgt spid="17"/>
                                        </p:tgtEl>
                                        <p:attrNameLst>
                                          <p:attrName>ppt_h</p:attrName>
                                        </p:attrNameLst>
                                      </p:cBhvr>
                                      <p:tavLst>
                                        <p:tav tm="0">
                                          <p:val>
                                            <p:strVal val="#ppt_h"/>
                                          </p:val>
                                        </p:tav>
                                        <p:tav tm="100000">
                                          <p:val>
                                            <p:strVal val="#ppt_h"/>
                                          </p:val>
                                        </p:tav>
                                      </p:tavLst>
                                    </p:anim>
                                  </p:childTnLst>
                                </p:cTn>
                              </p:par>
                              <p:par>
                                <p:cTn id="77" presetID="2" presetClass="entr" presetSubtype="6" decel="100000" fill="hold" grpId="0" nodeType="withEffect">
                                  <p:stCondLst>
                                    <p:cond delay="0"/>
                                  </p:stCondLst>
                                  <p:childTnLst>
                                    <p:set>
                                      <p:cBhvr>
                                        <p:cTn id="78" dur="1" fill="hold">
                                          <p:stCondLst>
                                            <p:cond delay="0"/>
                                          </p:stCondLst>
                                        </p:cTn>
                                        <p:tgtEl>
                                          <p:spTgt spid="18">
                                            <p:txEl>
                                              <p:pRg st="0" end="0"/>
                                            </p:txEl>
                                          </p:spTgt>
                                        </p:tgtEl>
                                        <p:attrNameLst>
                                          <p:attrName>style.visibility</p:attrName>
                                        </p:attrNameLst>
                                      </p:cBhvr>
                                      <p:to>
                                        <p:strVal val="visible"/>
                                      </p:to>
                                    </p:set>
                                    <p:anim calcmode="lin" valueType="num">
                                      <p:cBhvr additive="base">
                                        <p:cTn id="79" dur="10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80" dur="1000" fill="hold"/>
                                        <p:tgtEl>
                                          <p:spTgt spid="18">
                                            <p:txEl>
                                              <p:pRg st="0" end="0"/>
                                            </p:txEl>
                                          </p:spTgt>
                                        </p:tgtEl>
                                        <p:attrNameLst>
                                          <p:attrName>ppt_y</p:attrName>
                                        </p:attrNameLst>
                                      </p:cBhvr>
                                      <p:tavLst>
                                        <p:tav tm="0">
                                          <p:val>
                                            <p:strVal val="1+#ppt_h/2"/>
                                          </p:val>
                                        </p:tav>
                                        <p:tav tm="100000">
                                          <p:val>
                                            <p:strVal val="#ppt_y"/>
                                          </p:val>
                                        </p:tav>
                                      </p:tavLst>
                                    </p:anim>
                                  </p:childTnLst>
                                </p:cTn>
                              </p:par>
                              <p:par>
                                <p:cTn id="81" presetID="2" presetClass="entr" presetSubtype="6" decel="10000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1000" fill="hold"/>
                                        <p:tgtEl>
                                          <p:spTgt spid="19"/>
                                        </p:tgtEl>
                                        <p:attrNameLst>
                                          <p:attrName>ppt_x</p:attrName>
                                        </p:attrNameLst>
                                      </p:cBhvr>
                                      <p:tavLst>
                                        <p:tav tm="0">
                                          <p:val>
                                            <p:strVal val="1+#ppt_w/2"/>
                                          </p:val>
                                        </p:tav>
                                        <p:tav tm="100000">
                                          <p:val>
                                            <p:strVal val="#ppt_x"/>
                                          </p:val>
                                        </p:tav>
                                      </p:tavLst>
                                    </p:anim>
                                    <p:anim calcmode="lin" valueType="num">
                                      <p:cBhvr additive="base">
                                        <p:cTn id="84" dur="1000" fill="hold"/>
                                        <p:tgtEl>
                                          <p:spTgt spid="19"/>
                                        </p:tgtEl>
                                        <p:attrNameLst>
                                          <p:attrName>ppt_y</p:attrName>
                                        </p:attrNameLst>
                                      </p:cBhvr>
                                      <p:tavLst>
                                        <p:tav tm="0">
                                          <p:val>
                                            <p:strVal val="1+#ppt_h/2"/>
                                          </p:val>
                                        </p:tav>
                                        <p:tav tm="100000">
                                          <p:val>
                                            <p:strVal val="#ppt_y"/>
                                          </p:val>
                                        </p:tav>
                                      </p:tavLst>
                                    </p:anim>
                                  </p:childTnLst>
                                </p:cTn>
                              </p:par>
                              <p:par>
                                <p:cTn id="85" presetID="45" presetClass="entr" presetSubtype="0" fill="hold" grpId="1" nodeType="with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1000"/>
                                        <p:tgtEl>
                                          <p:spTgt spid="19"/>
                                        </p:tgtEl>
                                      </p:cBhvr>
                                    </p:animEffect>
                                    <p:anim calcmode="lin" valueType="num">
                                      <p:cBhvr>
                                        <p:cTn id="88" dur="1000" fill="hold"/>
                                        <p:tgtEl>
                                          <p:spTgt spid="19"/>
                                        </p:tgtEl>
                                        <p:attrNameLst>
                                          <p:attrName>ppt_w</p:attrName>
                                        </p:attrNameLst>
                                      </p:cBhvr>
                                      <p:tavLst>
                                        <p:tav tm="0" fmla="#ppt_w*sin(2.5*pi*$)">
                                          <p:val>
                                            <p:fltVal val="0"/>
                                          </p:val>
                                        </p:tav>
                                        <p:tav tm="100000">
                                          <p:val>
                                            <p:fltVal val="1"/>
                                          </p:val>
                                        </p:tav>
                                      </p:tavLst>
                                    </p:anim>
                                    <p:anim calcmode="lin" valueType="num">
                                      <p:cBhvr>
                                        <p:cTn id="89" dur="1000" fill="hold"/>
                                        <p:tgtEl>
                                          <p:spTgt spid="19"/>
                                        </p:tgtEl>
                                        <p:attrNameLst>
                                          <p:attrName>ppt_h</p:attrName>
                                        </p:attrNameLst>
                                      </p:cBhvr>
                                      <p:tavLst>
                                        <p:tav tm="0">
                                          <p:val>
                                            <p:strVal val="#ppt_h"/>
                                          </p:val>
                                        </p:tav>
                                        <p:tav tm="100000">
                                          <p:val>
                                            <p:strVal val="#ppt_h"/>
                                          </p:val>
                                        </p:tav>
                                      </p:tavLst>
                                    </p:anim>
                                  </p:childTnLst>
                                </p:cTn>
                              </p:par>
                              <p:par>
                                <p:cTn id="90" presetID="2" presetClass="entr" presetSubtype="6" decel="100000" fill="hold" grpId="0" nodeType="withEffect">
                                  <p:stCondLst>
                                    <p:cond delay="0"/>
                                  </p:stCondLst>
                                  <p:childTnLst>
                                    <p:set>
                                      <p:cBhvr>
                                        <p:cTn id="91" dur="1" fill="hold">
                                          <p:stCondLst>
                                            <p:cond delay="0"/>
                                          </p:stCondLst>
                                        </p:cTn>
                                        <p:tgtEl>
                                          <p:spTgt spid="20">
                                            <p:txEl>
                                              <p:pRg st="0" end="0"/>
                                            </p:txEl>
                                          </p:spTgt>
                                        </p:tgtEl>
                                        <p:attrNameLst>
                                          <p:attrName>style.visibility</p:attrName>
                                        </p:attrNameLst>
                                      </p:cBhvr>
                                      <p:to>
                                        <p:strVal val="visible"/>
                                      </p:to>
                                    </p:set>
                                    <p:anim calcmode="lin" valueType="num">
                                      <p:cBhvr additive="base">
                                        <p:cTn id="92" dur="10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93" dur="1000" fill="hold"/>
                                        <p:tgtEl>
                                          <p:spTgt spid="20">
                                            <p:txEl>
                                              <p:pRg st="0" end="0"/>
                                            </p:txEl>
                                          </p:spTgt>
                                        </p:tgtEl>
                                        <p:attrNameLst>
                                          <p:attrName>ppt_y</p:attrName>
                                        </p:attrNameLst>
                                      </p:cBhvr>
                                      <p:tavLst>
                                        <p:tav tm="0">
                                          <p:val>
                                            <p:strVal val="1+#ppt_h/2"/>
                                          </p:val>
                                        </p:tav>
                                        <p:tav tm="100000">
                                          <p:val>
                                            <p:strVal val="#ppt_y"/>
                                          </p:val>
                                        </p:tav>
                                      </p:tavLst>
                                    </p:anim>
                                  </p:childTnLst>
                                </p:cTn>
                              </p:par>
                              <p:par>
                                <p:cTn id="94" presetID="2" presetClass="entr" presetSubtype="6" decel="100000" fill="hold" grpId="0" nodeType="withEffect">
                                  <p:stCondLst>
                                    <p:cond delay="0"/>
                                  </p:stCondLst>
                                  <p:childTnLst>
                                    <p:set>
                                      <p:cBhvr>
                                        <p:cTn id="95" dur="1" fill="hold">
                                          <p:stCondLst>
                                            <p:cond delay="0"/>
                                          </p:stCondLst>
                                        </p:cTn>
                                        <p:tgtEl>
                                          <p:spTgt spid="21"/>
                                        </p:tgtEl>
                                        <p:attrNameLst>
                                          <p:attrName>style.visibility</p:attrName>
                                        </p:attrNameLst>
                                      </p:cBhvr>
                                      <p:to>
                                        <p:strVal val="visible"/>
                                      </p:to>
                                    </p:set>
                                    <p:anim calcmode="lin" valueType="num">
                                      <p:cBhvr additive="base">
                                        <p:cTn id="96" dur="1000" fill="hold"/>
                                        <p:tgtEl>
                                          <p:spTgt spid="21"/>
                                        </p:tgtEl>
                                        <p:attrNameLst>
                                          <p:attrName>ppt_x</p:attrName>
                                        </p:attrNameLst>
                                      </p:cBhvr>
                                      <p:tavLst>
                                        <p:tav tm="0">
                                          <p:val>
                                            <p:strVal val="1+#ppt_w/2"/>
                                          </p:val>
                                        </p:tav>
                                        <p:tav tm="100000">
                                          <p:val>
                                            <p:strVal val="#ppt_x"/>
                                          </p:val>
                                        </p:tav>
                                      </p:tavLst>
                                    </p:anim>
                                    <p:anim calcmode="lin" valueType="num">
                                      <p:cBhvr additive="base">
                                        <p:cTn id="97" dur="1000" fill="hold"/>
                                        <p:tgtEl>
                                          <p:spTgt spid="21"/>
                                        </p:tgtEl>
                                        <p:attrNameLst>
                                          <p:attrName>ppt_y</p:attrName>
                                        </p:attrNameLst>
                                      </p:cBhvr>
                                      <p:tavLst>
                                        <p:tav tm="0">
                                          <p:val>
                                            <p:strVal val="1+#ppt_h/2"/>
                                          </p:val>
                                        </p:tav>
                                        <p:tav tm="100000">
                                          <p:val>
                                            <p:strVal val="#ppt_y"/>
                                          </p:val>
                                        </p:tav>
                                      </p:tavLst>
                                    </p:anim>
                                  </p:childTnLst>
                                </p:cTn>
                              </p:par>
                              <p:par>
                                <p:cTn id="98" presetID="45" presetClass="entr" presetSubtype="0" fill="hold" grpId="1" nodeType="withEffect">
                                  <p:stCondLst>
                                    <p:cond delay="0"/>
                                  </p:stCondLst>
                                  <p:childTnLst>
                                    <p:set>
                                      <p:cBhvr>
                                        <p:cTn id="99" dur="1" fill="hold">
                                          <p:stCondLst>
                                            <p:cond delay="0"/>
                                          </p:stCondLst>
                                        </p:cTn>
                                        <p:tgtEl>
                                          <p:spTgt spid="21"/>
                                        </p:tgtEl>
                                        <p:attrNameLst>
                                          <p:attrName>style.visibility</p:attrName>
                                        </p:attrNameLst>
                                      </p:cBhvr>
                                      <p:to>
                                        <p:strVal val="visible"/>
                                      </p:to>
                                    </p:set>
                                    <p:animEffect transition="in" filter="fade">
                                      <p:cBhvr>
                                        <p:cTn id="100" dur="1000"/>
                                        <p:tgtEl>
                                          <p:spTgt spid="21"/>
                                        </p:tgtEl>
                                      </p:cBhvr>
                                    </p:animEffect>
                                    <p:anim calcmode="lin" valueType="num">
                                      <p:cBhvr>
                                        <p:cTn id="101" dur="1000" fill="hold"/>
                                        <p:tgtEl>
                                          <p:spTgt spid="21"/>
                                        </p:tgtEl>
                                        <p:attrNameLst>
                                          <p:attrName>ppt_w</p:attrName>
                                        </p:attrNameLst>
                                      </p:cBhvr>
                                      <p:tavLst>
                                        <p:tav tm="0" fmla="#ppt_w*sin(2.5*pi*$)">
                                          <p:val>
                                            <p:fltVal val="0"/>
                                          </p:val>
                                        </p:tav>
                                        <p:tav tm="100000">
                                          <p:val>
                                            <p:fltVal val="1"/>
                                          </p:val>
                                        </p:tav>
                                      </p:tavLst>
                                    </p:anim>
                                    <p:anim calcmode="lin" valueType="num">
                                      <p:cBhvr>
                                        <p:cTn id="102" dur="1000" fill="hold"/>
                                        <p:tgtEl>
                                          <p:spTgt spid="21"/>
                                        </p:tgtEl>
                                        <p:attrNameLst>
                                          <p:attrName>ppt_h</p:attrName>
                                        </p:attrNameLst>
                                      </p:cBhvr>
                                      <p:tavLst>
                                        <p:tav tm="0">
                                          <p:val>
                                            <p:strVal val="#ppt_h"/>
                                          </p:val>
                                        </p:tav>
                                        <p:tav tm="100000">
                                          <p:val>
                                            <p:strVal val="#ppt_h"/>
                                          </p:val>
                                        </p:tav>
                                      </p:tavLst>
                                    </p:anim>
                                  </p:childTnLst>
                                </p:cTn>
                              </p:par>
                              <p:par>
                                <p:cTn id="103" presetID="2" presetClass="entr" presetSubtype="6" decel="100000" fill="hold" grpId="0" nodeType="withEffect">
                                  <p:stCondLst>
                                    <p:cond delay="0"/>
                                  </p:stCondLst>
                                  <p:childTnLst>
                                    <p:set>
                                      <p:cBhvr>
                                        <p:cTn id="104" dur="1" fill="hold">
                                          <p:stCondLst>
                                            <p:cond delay="0"/>
                                          </p:stCondLst>
                                        </p:cTn>
                                        <p:tgtEl>
                                          <p:spTgt spid="22">
                                            <p:txEl>
                                              <p:pRg st="0" end="0"/>
                                            </p:txEl>
                                          </p:spTgt>
                                        </p:tgtEl>
                                        <p:attrNameLst>
                                          <p:attrName>style.visibility</p:attrName>
                                        </p:attrNameLst>
                                      </p:cBhvr>
                                      <p:to>
                                        <p:strVal val="visible"/>
                                      </p:to>
                                    </p:set>
                                    <p:anim calcmode="lin" valueType="num">
                                      <p:cBhvr additive="base">
                                        <p:cTn id="105" dur="10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106" dur="1000" fill="hold"/>
                                        <p:tgtEl>
                                          <p:spTgt spid="22">
                                            <p:txEl>
                                              <p:pRg st="0" end="0"/>
                                            </p:txEl>
                                          </p:spTgt>
                                        </p:tgtEl>
                                        <p:attrNameLst>
                                          <p:attrName>ppt_y</p:attrName>
                                        </p:attrNameLst>
                                      </p:cBhvr>
                                      <p:tavLst>
                                        <p:tav tm="0">
                                          <p:val>
                                            <p:strVal val="1+#ppt_h/2"/>
                                          </p:val>
                                        </p:tav>
                                        <p:tav tm="100000">
                                          <p:val>
                                            <p:strVal val="#ppt_y"/>
                                          </p:val>
                                        </p:tav>
                                      </p:tavLst>
                                    </p:anim>
                                  </p:childTnLst>
                                </p:cTn>
                              </p:par>
                              <p:par>
                                <p:cTn id="107" presetID="2" presetClass="entr" presetSubtype="12" decel="100000" fill="hold" grpId="0" nodeType="withEffect">
                                  <p:stCondLst>
                                    <p:cond delay="250"/>
                                  </p:stCondLst>
                                  <p:childTnLst>
                                    <p:set>
                                      <p:cBhvr>
                                        <p:cTn id="108" dur="1" fill="hold">
                                          <p:stCondLst>
                                            <p:cond delay="0"/>
                                          </p:stCondLst>
                                        </p:cTn>
                                        <p:tgtEl>
                                          <p:spTgt spid="24"/>
                                        </p:tgtEl>
                                        <p:attrNameLst>
                                          <p:attrName>style.visibility</p:attrName>
                                        </p:attrNameLst>
                                      </p:cBhvr>
                                      <p:to>
                                        <p:strVal val="visible"/>
                                      </p:to>
                                    </p:set>
                                    <p:anim calcmode="lin" valueType="num">
                                      <p:cBhvr additive="base">
                                        <p:cTn id="109" dur="750" fill="hold"/>
                                        <p:tgtEl>
                                          <p:spTgt spid="24"/>
                                        </p:tgtEl>
                                        <p:attrNameLst>
                                          <p:attrName>ppt_x</p:attrName>
                                        </p:attrNameLst>
                                      </p:cBhvr>
                                      <p:tavLst>
                                        <p:tav tm="0">
                                          <p:val>
                                            <p:strVal val="0-#ppt_w/2"/>
                                          </p:val>
                                        </p:tav>
                                        <p:tav tm="100000">
                                          <p:val>
                                            <p:strVal val="#ppt_x"/>
                                          </p:val>
                                        </p:tav>
                                      </p:tavLst>
                                    </p:anim>
                                    <p:anim calcmode="lin" valueType="num">
                                      <p:cBhvr additive="base">
                                        <p:cTn id="110" dur="750" fill="hold"/>
                                        <p:tgtEl>
                                          <p:spTgt spid="24"/>
                                        </p:tgtEl>
                                        <p:attrNameLst>
                                          <p:attrName>ppt_y</p:attrName>
                                        </p:attrNameLst>
                                      </p:cBhvr>
                                      <p:tavLst>
                                        <p:tav tm="0">
                                          <p:val>
                                            <p:strVal val="1+#ppt_h/2"/>
                                          </p:val>
                                        </p:tav>
                                        <p:tav tm="100000">
                                          <p:val>
                                            <p:strVal val="#ppt_y"/>
                                          </p:val>
                                        </p:tav>
                                      </p:tavLst>
                                    </p:anim>
                                  </p:childTnLst>
                                </p:cTn>
                              </p:par>
                              <p:par>
                                <p:cTn id="111" presetID="45" presetClass="entr" presetSubtype="0" fill="hold" grpId="1" nodeType="withEffect">
                                  <p:stCondLst>
                                    <p:cond delay="25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750"/>
                                        <p:tgtEl>
                                          <p:spTgt spid="24"/>
                                        </p:tgtEl>
                                      </p:cBhvr>
                                    </p:animEffect>
                                    <p:anim calcmode="lin" valueType="num">
                                      <p:cBhvr>
                                        <p:cTn id="114" dur="750" fill="hold"/>
                                        <p:tgtEl>
                                          <p:spTgt spid="24"/>
                                        </p:tgtEl>
                                        <p:attrNameLst>
                                          <p:attrName>ppt_w</p:attrName>
                                        </p:attrNameLst>
                                      </p:cBhvr>
                                      <p:tavLst>
                                        <p:tav tm="0" fmla="#ppt_w*sin(2.5*pi*$)">
                                          <p:val>
                                            <p:fltVal val="0"/>
                                          </p:val>
                                        </p:tav>
                                        <p:tav tm="100000">
                                          <p:val>
                                            <p:fltVal val="1"/>
                                          </p:val>
                                        </p:tav>
                                      </p:tavLst>
                                    </p:anim>
                                    <p:anim calcmode="lin" valueType="num">
                                      <p:cBhvr>
                                        <p:cTn id="115" dur="750" fill="hold"/>
                                        <p:tgtEl>
                                          <p:spTgt spid="24"/>
                                        </p:tgtEl>
                                        <p:attrNameLst>
                                          <p:attrName>ppt_h</p:attrName>
                                        </p:attrNameLst>
                                      </p:cBhvr>
                                      <p:tavLst>
                                        <p:tav tm="0">
                                          <p:val>
                                            <p:strVal val="#ppt_h"/>
                                          </p:val>
                                        </p:tav>
                                        <p:tav tm="100000">
                                          <p:val>
                                            <p:strVal val="#ppt_h"/>
                                          </p:val>
                                        </p:tav>
                                      </p:tavLst>
                                    </p:anim>
                                  </p:childTnLst>
                                </p:cTn>
                              </p:par>
                              <p:par>
                                <p:cTn id="116" presetID="2" presetClass="entr" presetSubtype="12" decel="100000" fill="hold" grpId="0" nodeType="withEffect">
                                  <p:stCondLst>
                                    <p:cond delay="250"/>
                                  </p:stCondLst>
                                  <p:childTnLst>
                                    <p:set>
                                      <p:cBhvr>
                                        <p:cTn id="117" dur="1" fill="hold">
                                          <p:stCondLst>
                                            <p:cond delay="0"/>
                                          </p:stCondLst>
                                        </p:cTn>
                                        <p:tgtEl>
                                          <p:spTgt spid="23"/>
                                        </p:tgtEl>
                                        <p:attrNameLst>
                                          <p:attrName>style.visibility</p:attrName>
                                        </p:attrNameLst>
                                      </p:cBhvr>
                                      <p:to>
                                        <p:strVal val="visible"/>
                                      </p:to>
                                    </p:set>
                                    <p:anim calcmode="lin" valueType="num">
                                      <p:cBhvr additive="base">
                                        <p:cTn id="118" dur="750" fill="hold"/>
                                        <p:tgtEl>
                                          <p:spTgt spid="23"/>
                                        </p:tgtEl>
                                        <p:attrNameLst>
                                          <p:attrName>ppt_x</p:attrName>
                                        </p:attrNameLst>
                                      </p:cBhvr>
                                      <p:tavLst>
                                        <p:tav tm="0">
                                          <p:val>
                                            <p:strVal val="0-#ppt_w/2"/>
                                          </p:val>
                                        </p:tav>
                                        <p:tav tm="100000">
                                          <p:val>
                                            <p:strVal val="#ppt_x"/>
                                          </p:val>
                                        </p:tav>
                                      </p:tavLst>
                                    </p:anim>
                                    <p:anim calcmode="lin" valueType="num">
                                      <p:cBhvr additive="base">
                                        <p:cTn id="119" dur="750" fill="hold"/>
                                        <p:tgtEl>
                                          <p:spTgt spid="23"/>
                                        </p:tgtEl>
                                        <p:attrNameLst>
                                          <p:attrName>ppt_y</p:attrName>
                                        </p:attrNameLst>
                                      </p:cBhvr>
                                      <p:tavLst>
                                        <p:tav tm="0">
                                          <p:val>
                                            <p:strVal val="1+#ppt_h/2"/>
                                          </p:val>
                                        </p:tav>
                                        <p:tav tm="100000">
                                          <p:val>
                                            <p:strVal val="#ppt_y"/>
                                          </p:val>
                                        </p:tav>
                                      </p:tavLst>
                                    </p:anim>
                                  </p:childTnLst>
                                </p:cTn>
                              </p:par>
                              <p:par>
                                <p:cTn id="120" presetID="45" presetClass="entr" presetSubtype="0" fill="hold" grpId="1" nodeType="withEffect">
                                  <p:stCondLst>
                                    <p:cond delay="250"/>
                                  </p:stCondLst>
                                  <p:childTnLst>
                                    <p:set>
                                      <p:cBhvr>
                                        <p:cTn id="121" dur="1" fill="hold">
                                          <p:stCondLst>
                                            <p:cond delay="0"/>
                                          </p:stCondLst>
                                        </p:cTn>
                                        <p:tgtEl>
                                          <p:spTgt spid="23"/>
                                        </p:tgtEl>
                                        <p:attrNameLst>
                                          <p:attrName>style.visibility</p:attrName>
                                        </p:attrNameLst>
                                      </p:cBhvr>
                                      <p:to>
                                        <p:strVal val="visible"/>
                                      </p:to>
                                    </p:set>
                                    <p:animEffect transition="in" filter="fade">
                                      <p:cBhvr>
                                        <p:cTn id="122" dur="750"/>
                                        <p:tgtEl>
                                          <p:spTgt spid="23"/>
                                        </p:tgtEl>
                                      </p:cBhvr>
                                    </p:animEffect>
                                    <p:anim calcmode="lin" valueType="num">
                                      <p:cBhvr>
                                        <p:cTn id="123" dur="750" fill="hold"/>
                                        <p:tgtEl>
                                          <p:spTgt spid="23"/>
                                        </p:tgtEl>
                                        <p:attrNameLst>
                                          <p:attrName>ppt_w</p:attrName>
                                        </p:attrNameLst>
                                      </p:cBhvr>
                                      <p:tavLst>
                                        <p:tav tm="0" fmla="#ppt_w*sin(2.5*pi*$)">
                                          <p:val>
                                            <p:fltVal val="0"/>
                                          </p:val>
                                        </p:tav>
                                        <p:tav tm="100000">
                                          <p:val>
                                            <p:fltVal val="1"/>
                                          </p:val>
                                        </p:tav>
                                      </p:tavLst>
                                    </p:anim>
                                    <p:anim calcmode="lin" valueType="num">
                                      <p:cBhvr>
                                        <p:cTn id="124" dur="750" fill="hold"/>
                                        <p:tgtEl>
                                          <p:spTgt spid="23"/>
                                        </p:tgtEl>
                                        <p:attrNameLst>
                                          <p:attrName>ppt_h</p:attrName>
                                        </p:attrNameLst>
                                      </p:cBhvr>
                                      <p:tavLst>
                                        <p:tav tm="0">
                                          <p:val>
                                            <p:strVal val="#ppt_h"/>
                                          </p:val>
                                        </p:tav>
                                        <p:tav tm="100000">
                                          <p:val>
                                            <p:strVal val="#ppt_h"/>
                                          </p:val>
                                        </p:tav>
                                      </p:tavLst>
                                    </p:anim>
                                  </p:childTnLst>
                                </p:cTn>
                              </p:par>
                              <p:par>
                                <p:cTn id="125" presetID="2" presetClass="entr" presetSubtype="3" decel="100000" fill="hold" grpId="0" nodeType="withEffect">
                                  <p:stCondLst>
                                    <p:cond delay="250"/>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750" fill="hold"/>
                                        <p:tgtEl>
                                          <p:spTgt spid="26"/>
                                        </p:tgtEl>
                                        <p:attrNameLst>
                                          <p:attrName>ppt_x</p:attrName>
                                        </p:attrNameLst>
                                      </p:cBhvr>
                                      <p:tavLst>
                                        <p:tav tm="0">
                                          <p:val>
                                            <p:strVal val="1+#ppt_w/2"/>
                                          </p:val>
                                        </p:tav>
                                        <p:tav tm="100000">
                                          <p:val>
                                            <p:strVal val="#ppt_x"/>
                                          </p:val>
                                        </p:tav>
                                      </p:tavLst>
                                    </p:anim>
                                    <p:anim calcmode="lin" valueType="num">
                                      <p:cBhvr additive="base">
                                        <p:cTn id="128" dur="750" fill="hold"/>
                                        <p:tgtEl>
                                          <p:spTgt spid="26"/>
                                        </p:tgtEl>
                                        <p:attrNameLst>
                                          <p:attrName>ppt_y</p:attrName>
                                        </p:attrNameLst>
                                      </p:cBhvr>
                                      <p:tavLst>
                                        <p:tav tm="0">
                                          <p:val>
                                            <p:strVal val="0-#ppt_h/2"/>
                                          </p:val>
                                        </p:tav>
                                        <p:tav tm="100000">
                                          <p:val>
                                            <p:strVal val="#ppt_y"/>
                                          </p:val>
                                        </p:tav>
                                      </p:tavLst>
                                    </p:anim>
                                  </p:childTnLst>
                                </p:cTn>
                              </p:par>
                              <p:par>
                                <p:cTn id="129" presetID="45" presetClass="entr" presetSubtype="0" fill="hold" grpId="1" nodeType="withEffect">
                                  <p:stCondLst>
                                    <p:cond delay="250"/>
                                  </p:stCondLst>
                                  <p:childTnLst>
                                    <p:set>
                                      <p:cBhvr>
                                        <p:cTn id="130" dur="1" fill="hold">
                                          <p:stCondLst>
                                            <p:cond delay="0"/>
                                          </p:stCondLst>
                                        </p:cTn>
                                        <p:tgtEl>
                                          <p:spTgt spid="26"/>
                                        </p:tgtEl>
                                        <p:attrNameLst>
                                          <p:attrName>style.visibility</p:attrName>
                                        </p:attrNameLst>
                                      </p:cBhvr>
                                      <p:to>
                                        <p:strVal val="visible"/>
                                      </p:to>
                                    </p:set>
                                    <p:animEffect transition="in" filter="fade">
                                      <p:cBhvr>
                                        <p:cTn id="131" dur="750"/>
                                        <p:tgtEl>
                                          <p:spTgt spid="26"/>
                                        </p:tgtEl>
                                      </p:cBhvr>
                                    </p:animEffect>
                                    <p:anim calcmode="lin" valueType="num">
                                      <p:cBhvr>
                                        <p:cTn id="132" dur="750" fill="hold"/>
                                        <p:tgtEl>
                                          <p:spTgt spid="26"/>
                                        </p:tgtEl>
                                        <p:attrNameLst>
                                          <p:attrName>ppt_w</p:attrName>
                                        </p:attrNameLst>
                                      </p:cBhvr>
                                      <p:tavLst>
                                        <p:tav tm="0" fmla="#ppt_w*sin(2.5*pi*$)">
                                          <p:val>
                                            <p:fltVal val="0"/>
                                          </p:val>
                                        </p:tav>
                                        <p:tav tm="100000">
                                          <p:val>
                                            <p:fltVal val="1"/>
                                          </p:val>
                                        </p:tav>
                                      </p:tavLst>
                                    </p:anim>
                                    <p:anim calcmode="lin" valueType="num">
                                      <p:cBhvr>
                                        <p:cTn id="133" dur="750" fill="hold"/>
                                        <p:tgtEl>
                                          <p:spTgt spid="26"/>
                                        </p:tgtEl>
                                        <p:attrNameLst>
                                          <p:attrName>ppt_h</p:attrName>
                                        </p:attrNameLst>
                                      </p:cBhvr>
                                      <p:tavLst>
                                        <p:tav tm="0">
                                          <p:val>
                                            <p:strVal val="#ppt_h"/>
                                          </p:val>
                                        </p:tav>
                                        <p:tav tm="100000">
                                          <p:val>
                                            <p:strVal val="#ppt_h"/>
                                          </p:val>
                                        </p:tav>
                                      </p:tavLst>
                                    </p:anim>
                                  </p:childTnLst>
                                </p:cTn>
                              </p:par>
                              <p:par>
                                <p:cTn id="134" presetID="2" presetClass="entr" presetSubtype="3" decel="100000" fill="hold" grpId="0" nodeType="withEffect">
                                  <p:stCondLst>
                                    <p:cond delay="250"/>
                                  </p:stCondLst>
                                  <p:childTnLst>
                                    <p:set>
                                      <p:cBhvr>
                                        <p:cTn id="135" dur="1" fill="hold">
                                          <p:stCondLst>
                                            <p:cond delay="0"/>
                                          </p:stCondLst>
                                        </p:cTn>
                                        <p:tgtEl>
                                          <p:spTgt spid="25"/>
                                        </p:tgtEl>
                                        <p:attrNameLst>
                                          <p:attrName>style.visibility</p:attrName>
                                        </p:attrNameLst>
                                      </p:cBhvr>
                                      <p:to>
                                        <p:strVal val="visible"/>
                                      </p:to>
                                    </p:set>
                                    <p:anim calcmode="lin" valueType="num">
                                      <p:cBhvr additive="base">
                                        <p:cTn id="136" dur="750" fill="hold"/>
                                        <p:tgtEl>
                                          <p:spTgt spid="25"/>
                                        </p:tgtEl>
                                        <p:attrNameLst>
                                          <p:attrName>ppt_x</p:attrName>
                                        </p:attrNameLst>
                                      </p:cBhvr>
                                      <p:tavLst>
                                        <p:tav tm="0">
                                          <p:val>
                                            <p:strVal val="1+#ppt_w/2"/>
                                          </p:val>
                                        </p:tav>
                                        <p:tav tm="100000">
                                          <p:val>
                                            <p:strVal val="#ppt_x"/>
                                          </p:val>
                                        </p:tav>
                                      </p:tavLst>
                                    </p:anim>
                                    <p:anim calcmode="lin" valueType="num">
                                      <p:cBhvr additive="base">
                                        <p:cTn id="137" dur="750" fill="hold"/>
                                        <p:tgtEl>
                                          <p:spTgt spid="25"/>
                                        </p:tgtEl>
                                        <p:attrNameLst>
                                          <p:attrName>ppt_y</p:attrName>
                                        </p:attrNameLst>
                                      </p:cBhvr>
                                      <p:tavLst>
                                        <p:tav tm="0">
                                          <p:val>
                                            <p:strVal val="0-#ppt_h/2"/>
                                          </p:val>
                                        </p:tav>
                                        <p:tav tm="100000">
                                          <p:val>
                                            <p:strVal val="#ppt_y"/>
                                          </p:val>
                                        </p:tav>
                                      </p:tavLst>
                                    </p:anim>
                                  </p:childTnLst>
                                </p:cTn>
                              </p:par>
                              <p:par>
                                <p:cTn id="138" presetID="45" presetClass="entr" presetSubtype="0" fill="hold" grpId="1" nodeType="withEffect">
                                  <p:stCondLst>
                                    <p:cond delay="250"/>
                                  </p:stCondLst>
                                  <p:childTnLst>
                                    <p:set>
                                      <p:cBhvr>
                                        <p:cTn id="139" dur="1" fill="hold">
                                          <p:stCondLst>
                                            <p:cond delay="0"/>
                                          </p:stCondLst>
                                        </p:cTn>
                                        <p:tgtEl>
                                          <p:spTgt spid="25"/>
                                        </p:tgtEl>
                                        <p:attrNameLst>
                                          <p:attrName>style.visibility</p:attrName>
                                        </p:attrNameLst>
                                      </p:cBhvr>
                                      <p:to>
                                        <p:strVal val="visible"/>
                                      </p:to>
                                    </p:set>
                                    <p:animEffect transition="in" filter="fade">
                                      <p:cBhvr>
                                        <p:cTn id="140" dur="750"/>
                                        <p:tgtEl>
                                          <p:spTgt spid="25"/>
                                        </p:tgtEl>
                                      </p:cBhvr>
                                    </p:animEffect>
                                    <p:anim calcmode="lin" valueType="num">
                                      <p:cBhvr>
                                        <p:cTn id="141" dur="750" fill="hold"/>
                                        <p:tgtEl>
                                          <p:spTgt spid="25"/>
                                        </p:tgtEl>
                                        <p:attrNameLst>
                                          <p:attrName>ppt_w</p:attrName>
                                        </p:attrNameLst>
                                      </p:cBhvr>
                                      <p:tavLst>
                                        <p:tav tm="0" fmla="#ppt_w*sin(2.5*pi*$)">
                                          <p:val>
                                            <p:fltVal val="0"/>
                                          </p:val>
                                        </p:tav>
                                        <p:tav tm="100000">
                                          <p:val>
                                            <p:fltVal val="1"/>
                                          </p:val>
                                        </p:tav>
                                      </p:tavLst>
                                    </p:anim>
                                    <p:anim calcmode="lin" valueType="num">
                                      <p:cBhvr>
                                        <p:cTn id="142" dur="750" fill="hold"/>
                                        <p:tgtEl>
                                          <p:spTgt spid="25"/>
                                        </p:tgtEl>
                                        <p:attrNameLst>
                                          <p:attrName>ppt_h</p:attrName>
                                        </p:attrNameLst>
                                      </p:cBhvr>
                                      <p:tavLst>
                                        <p:tav tm="0">
                                          <p:val>
                                            <p:strVal val="#ppt_h"/>
                                          </p:val>
                                        </p:tav>
                                        <p:tav tm="100000">
                                          <p:val>
                                            <p:strVal val="#ppt_h"/>
                                          </p:val>
                                        </p:tav>
                                      </p:tavLst>
                                    </p:anim>
                                  </p:childTnLst>
                                </p:cTn>
                              </p:par>
                            </p:childTnLst>
                          </p:cTn>
                        </p:par>
                        <p:par>
                          <p:cTn id="143" fill="hold">
                            <p:stCondLst>
                              <p:cond delay="2200"/>
                            </p:stCondLst>
                            <p:childTnLst>
                              <p:par>
                                <p:cTn id="144" presetID="34" presetClass="emph" presetSubtype="0" fill="hold" grpId="1" nodeType="afterEffect">
                                  <p:stCondLst>
                                    <p:cond delay="250"/>
                                  </p:stCondLst>
                                  <p:iterate type="lt">
                                    <p:tmPct val="10000"/>
                                  </p:iterate>
                                  <p:childTnLst>
                                    <p:animMotion origin="layout" path="M 0.0 0.0 L 0.0 -0.07213" pathEditMode="relative" ptsTypes="">
                                      <p:cBhvr>
                                        <p:cTn id="145" dur="250" accel="50000" decel="50000" autoRev="1" fill="hold">
                                          <p:stCondLst>
                                            <p:cond delay="0"/>
                                          </p:stCondLst>
                                        </p:cTn>
                                        <p:tgtEl>
                                          <p:spTgt spid="8"/>
                                        </p:tgtEl>
                                        <p:attrNameLst>
                                          <p:attrName>ppt_x</p:attrName>
                                          <p:attrName>ppt_y</p:attrName>
                                        </p:attrNameLst>
                                      </p:cBhvr>
                                    </p:animMotion>
                                    <p:animRot by="1500000">
                                      <p:cBhvr>
                                        <p:cTn id="146" dur="125" fill="hold">
                                          <p:stCondLst>
                                            <p:cond delay="0"/>
                                          </p:stCondLst>
                                        </p:cTn>
                                        <p:tgtEl>
                                          <p:spTgt spid="8"/>
                                        </p:tgtEl>
                                        <p:attrNameLst>
                                          <p:attrName>r</p:attrName>
                                        </p:attrNameLst>
                                      </p:cBhvr>
                                    </p:animRot>
                                    <p:animRot by="-1500000">
                                      <p:cBhvr>
                                        <p:cTn id="147" dur="125" fill="hold">
                                          <p:stCondLst>
                                            <p:cond delay="125"/>
                                          </p:stCondLst>
                                        </p:cTn>
                                        <p:tgtEl>
                                          <p:spTgt spid="8"/>
                                        </p:tgtEl>
                                        <p:attrNameLst>
                                          <p:attrName>r</p:attrName>
                                        </p:attrNameLst>
                                      </p:cBhvr>
                                    </p:animRot>
                                    <p:animRot by="-1500000">
                                      <p:cBhvr>
                                        <p:cTn id="148" dur="125" fill="hold">
                                          <p:stCondLst>
                                            <p:cond delay="250"/>
                                          </p:stCondLst>
                                        </p:cTn>
                                        <p:tgtEl>
                                          <p:spTgt spid="8"/>
                                        </p:tgtEl>
                                        <p:attrNameLst>
                                          <p:attrName>r</p:attrName>
                                        </p:attrNameLst>
                                      </p:cBhvr>
                                    </p:animRot>
                                    <p:animRot by="1500000">
                                      <p:cBhvr>
                                        <p:cTn id="149" dur="125" fill="hold">
                                          <p:stCondLst>
                                            <p:cond delay="375"/>
                                          </p:stCondLst>
                                        </p:cTn>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3" grpId="0" animBg="1"/>
      <p:bldP spid="23" grpId="1" animBg="1"/>
      <p:bldP spid="27" grpId="0" animBg="1"/>
      <p:bldP spid="27" grpId="1" animBg="1"/>
      <p:bldP spid="2" grpId="0" animBg="1"/>
      <p:bldP spid="2" grpId="1" animBg="1"/>
      <p:bldP spid="25" grpId="0" animBg="1"/>
      <p:bldP spid="25" grpId="1" animBg="1"/>
      <p:bldP spid="24" grpId="0" animBg="1"/>
      <p:bldP spid="24" grpId="1" animBg="1"/>
      <p:bldP spid="6" grpId="0" animBg="1"/>
      <p:bldP spid="6" grpId="1" animBg="1"/>
      <p:bldP spid="8" grpId="0"/>
      <p:bldP spid="8" grpId="1"/>
      <p:bldP spid="9" grpId="0" animBg="1"/>
      <p:bldP spid="9" grpId="1" animBg="1"/>
      <p:bldP spid="10" grpId="0"/>
      <p:bldP spid="10" grpId="1"/>
      <p:bldP spid="11" grpId="0">
        <p:tmplLst>
          <p:tmpl>
            <p:tnLst>
              <p:par>
                <p:cTn presetID="2" presetClass="entr" presetSubtype="2"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1+#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3" grpId="0"/>
      <p:bldP spid="13" grpId="1"/>
      <p:bldP spid="14" grpId="0" build="p">
        <p:tmplLst>
          <p:tmpl lvl="1">
            <p:tnLst>
              <p:par>
                <p:cTn presetID="2" presetClass="entr" presetSubtype="6" decel="10000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1000" fill="hold"/>
                        <p:tgtEl>
                          <p:spTgt spid="14"/>
                        </p:tgtEl>
                        <p:attrNameLst>
                          <p:attrName>ppt_x</p:attrName>
                        </p:attrNameLst>
                      </p:cBhvr>
                      <p:tavLst>
                        <p:tav tm="0">
                          <p:val>
                            <p:strVal val="1+#ppt_w/2"/>
                          </p:val>
                        </p:tav>
                        <p:tav tm="100000">
                          <p:val>
                            <p:strVal val="#ppt_x"/>
                          </p:val>
                        </p:tav>
                      </p:tavLst>
                    </p:anim>
                    <p:anim calcmode="lin" valueType="num">
                      <p:cBhvr additive="base">
                        <p:cTn dur="1000" fill="hold"/>
                        <p:tgtEl>
                          <p:spTgt spid="14"/>
                        </p:tgtEl>
                        <p:attrNameLst>
                          <p:attrName>ppt_y</p:attrName>
                        </p:attrNameLst>
                      </p:cBhvr>
                      <p:tavLst>
                        <p:tav tm="0">
                          <p:val>
                            <p:strVal val="1+#ppt_h/2"/>
                          </p:val>
                        </p:tav>
                        <p:tav tm="100000">
                          <p:val>
                            <p:strVal val="#ppt_y"/>
                          </p:val>
                        </p:tav>
                      </p:tavLst>
                    </p:anim>
                  </p:childTnLst>
                </p:cTn>
              </p:par>
            </p:tnLst>
          </p:tmpl>
        </p:tmplLst>
      </p:bldP>
      <p:bldP spid="17" grpId="0"/>
      <p:bldP spid="17" grpId="1"/>
      <p:bldP spid="18" grpId="0" build="p">
        <p:tmplLst>
          <p:tmpl lvl="1">
            <p:tnLst>
              <p:par>
                <p:cTn presetID="2" presetClass="entr" presetSubtype="6"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1000" fill="hold"/>
                        <p:tgtEl>
                          <p:spTgt spid="18"/>
                        </p:tgtEl>
                        <p:attrNameLst>
                          <p:attrName>ppt_x</p:attrName>
                        </p:attrNameLst>
                      </p:cBhvr>
                      <p:tavLst>
                        <p:tav tm="0">
                          <p:val>
                            <p:strVal val="1+#ppt_w/2"/>
                          </p:val>
                        </p:tav>
                        <p:tav tm="100000">
                          <p:val>
                            <p:strVal val="#ppt_x"/>
                          </p:val>
                        </p:tav>
                      </p:tavLst>
                    </p:anim>
                    <p:anim calcmode="lin" valueType="num">
                      <p:cBhvr additive="base">
                        <p:cTn dur="1000" fill="hold"/>
                        <p:tgtEl>
                          <p:spTgt spid="18"/>
                        </p:tgtEl>
                        <p:attrNameLst>
                          <p:attrName>ppt_y</p:attrName>
                        </p:attrNameLst>
                      </p:cBhvr>
                      <p:tavLst>
                        <p:tav tm="0">
                          <p:val>
                            <p:strVal val="1+#ppt_h/2"/>
                          </p:val>
                        </p:tav>
                        <p:tav tm="100000">
                          <p:val>
                            <p:strVal val="#ppt_y"/>
                          </p:val>
                        </p:tav>
                      </p:tavLst>
                    </p:anim>
                  </p:childTnLst>
                </p:cTn>
              </p:par>
            </p:tnLst>
          </p:tmpl>
        </p:tmplLst>
      </p:bldP>
      <p:bldP spid="19" grpId="0"/>
      <p:bldP spid="19" grpId="1"/>
      <p:bldP spid="20" grpId="0" build="p">
        <p:tmplLst>
          <p:tmpl lvl="1">
            <p:tnLst>
              <p:par>
                <p:cTn presetID="2" presetClass="entr" presetSubtype="6" decel="10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1000" fill="hold"/>
                        <p:tgtEl>
                          <p:spTgt spid="20"/>
                        </p:tgtEl>
                        <p:attrNameLst>
                          <p:attrName>ppt_x</p:attrName>
                        </p:attrNameLst>
                      </p:cBhvr>
                      <p:tavLst>
                        <p:tav tm="0">
                          <p:val>
                            <p:strVal val="1+#ppt_w/2"/>
                          </p:val>
                        </p:tav>
                        <p:tav tm="100000">
                          <p:val>
                            <p:strVal val="#ppt_x"/>
                          </p:val>
                        </p:tav>
                      </p:tavLst>
                    </p:anim>
                    <p:anim calcmode="lin" valueType="num">
                      <p:cBhvr additive="base">
                        <p:cTn dur="1000" fill="hold"/>
                        <p:tgtEl>
                          <p:spTgt spid="20"/>
                        </p:tgtEl>
                        <p:attrNameLst>
                          <p:attrName>ppt_y</p:attrName>
                        </p:attrNameLst>
                      </p:cBhvr>
                      <p:tavLst>
                        <p:tav tm="0">
                          <p:val>
                            <p:strVal val="1+#ppt_h/2"/>
                          </p:val>
                        </p:tav>
                        <p:tav tm="100000">
                          <p:val>
                            <p:strVal val="#ppt_y"/>
                          </p:val>
                        </p:tav>
                      </p:tavLst>
                    </p:anim>
                  </p:childTnLst>
                </p:cTn>
              </p:par>
            </p:tnLst>
          </p:tmpl>
        </p:tmplLst>
      </p:bldP>
      <p:bldP spid="21" grpId="0"/>
      <p:bldP spid="21" grpId="1"/>
      <p:bldP spid="22" grpId="0" build="p">
        <p:tmplLst>
          <p:tmpl lvl="1">
            <p:tnLst>
              <p:par>
                <p:cTn presetID="2" presetClass="entr" presetSubtype="6" decel="10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1000" fill="hold"/>
                        <p:tgtEl>
                          <p:spTgt spid="22"/>
                        </p:tgtEl>
                        <p:attrNameLst>
                          <p:attrName>ppt_x</p:attrName>
                        </p:attrNameLst>
                      </p:cBhvr>
                      <p:tavLst>
                        <p:tav tm="0">
                          <p:val>
                            <p:strVal val="1+#ppt_w/2"/>
                          </p:val>
                        </p:tav>
                        <p:tav tm="100000">
                          <p:val>
                            <p:strVal val="#ppt_x"/>
                          </p:val>
                        </p:tav>
                      </p:tavLst>
                    </p:anim>
                    <p:anim calcmode="lin" valueType="num">
                      <p:cBhvr additive="base">
                        <p:cTn dur="1000" fill="hold"/>
                        <p:tgtEl>
                          <p:spTgt spid="22"/>
                        </p:tgtEl>
                        <p:attrNameLst>
                          <p:attrName>ppt_y</p:attrName>
                        </p:attrNameLst>
                      </p:cBhvr>
                      <p:tavLst>
                        <p:tav tm="0">
                          <p:val>
                            <p:strVal val="1+#ppt_h/2"/>
                          </p:val>
                        </p:tav>
                        <p:tav tm="100000">
                          <p:val>
                            <p:strVal val="#ppt_y"/>
                          </p:val>
                        </p:tav>
                      </p:tavLst>
                    </p:anim>
                  </p:childTnLst>
                </p:cTn>
              </p:par>
            </p:tnLst>
          </p:tmpl>
        </p:tmplLst>
      </p:bldP>
      <p:bldP spid="26" grpId="0" animBg="1"/>
      <p:bldP spid="26" grpId="1" animBg="1"/>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yramid">
    <p:spTree>
      <p:nvGrpSpPr>
        <p:cNvPr id="1" name=""/>
        <p:cNvGrpSpPr/>
        <p:nvPr/>
      </p:nvGrpSpPr>
      <p:grpSpPr>
        <a:xfrm>
          <a:off x="0" y="0"/>
          <a:ext cx="0" cy="0"/>
          <a:chOff x="0" y="0"/>
          <a:chExt cx="0" cy="0"/>
        </a:xfrm>
      </p:grpSpPr>
      <p:grpSp>
        <p:nvGrpSpPr>
          <p:cNvPr id="39" name="グループ化 38"/>
          <p:cNvGrpSpPr/>
          <p:nvPr userDrawn="1"/>
        </p:nvGrpSpPr>
        <p:grpSpPr>
          <a:xfrm flipH="1">
            <a:off x="6153597" y="2531512"/>
            <a:ext cx="4056747" cy="7542332"/>
            <a:chOff x="1400631" y="2191657"/>
            <a:chExt cx="3439887" cy="6734629"/>
          </a:xfrm>
          <a:solidFill>
            <a:schemeClr val="bg1">
              <a:lumMod val="85000"/>
            </a:schemeClr>
          </a:solidFill>
        </p:grpSpPr>
        <p:sp>
          <p:nvSpPr>
            <p:cNvPr id="53" name="直角三角形 52"/>
            <p:cNvSpPr/>
            <p:nvPr userDrawn="1"/>
          </p:nvSpPr>
          <p:spPr>
            <a:xfrm flipH="1">
              <a:off x="1400631" y="2191657"/>
              <a:ext cx="3439885" cy="5159828"/>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直角三角形 53"/>
            <p:cNvSpPr/>
            <p:nvPr userDrawn="1"/>
          </p:nvSpPr>
          <p:spPr>
            <a:xfrm rot="16200000" flipH="1">
              <a:off x="2333175" y="6418942"/>
              <a:ext cx="1574800" cy="3439887"/>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5" name="グループ化 84"/>
          <p:cNvGrpSpPr/>
          <p:nvPr userDrawn="1"/>
        </p:nvGrpSpPr>
        <p:grpSpPr>
          <a:xfrm>
            <a:off x="2096849" y="2533939"/>
            <a:ext cx="4056747" cy="7542332"/>
            <a:chOff x="1400631" y="2191657"/>
            <a:chExt cx="3439887" cy="6734629"/>
          </a:xfrm>
          <a:solidFill>
            <a:schemeClr val="bg1">
              <a:lumMod val="65000"/>
            </a:schemeClr>
          </a:solidFill>
        </p:grpSpPr>
        <p:sp>
          <p:nvSpPr>
            <p:cNvPr id="86" name="直角三角形 85"/>
            <p:cNvSpPr/>
            <p:nvPr userDrawn="1"/>
          </p:nvSpPr>
          <p:spPr>
            <a:xfrm flipH="1">
              <a:off x="1400631" y="2191657"/>
              <a:ext cx="3439885" cy="5159828"/>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直角三角形 86"/>
            <p:cNvSpPr/>
            <p:nvPr userDrawn="1"/>
          </p:nvSpPr>
          <p:spPr>
            <a:xfrm rot="16200000" flipH="1">
              <a:off x="2333175" y="6418942"/>
              <a:ext cx="1574800" cy="3439887"/>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8" name="直角三角形 25"/>
          <p:cNvSpPr/>
          <p:nvPr userDrawn="1"/>
        </p:nvSpPr>
        <p:spPr>
          <a:xfrm rot="16200000" flipH="1">
            <a:off x="884597" y="-884601"/>
            <a:ext cx="4385420" cy="6154621"/>
          </a:xfrm>
          <a:custGeom>
            <a:avLst/>
            <a:gdLst/>
            <a:ahLst/>
            <a:cxnLst/>
            <a:rect l="l" t="t" r="r" b="b"/>
            <a:pathLst>
              <a:path w="4385420" h="6154621">
                <a:moveTo>
                  <a:pt x="688593" y="1814402"/>
                </a:moveTo>
                <a:lnTo>
                  <a:pt x="2537007" y="6154621"/>
                </a:lnTo>
                <a:lnTo>
                  <a:pt x="2537007" y="6154618"/>
                </a:lnTo>
                <a:lnTo>
                  <a:pt x="4385420" y="6154618"/>
                </a:lnTo>
                <a:lnTo>
                  <a:pt x="2537006" y="1814399"/>
                </a:lnTo>
                <a:lnTo>
                  <a:pt x="2537006" y="1814402"/>
                </a:lnTo>
                <a:close/>
                <a:moveTo>
                  <a:pt x="0" y="0"/>
                </a:moveTo>
                <a:lnTo>
                  <a:pt x="0" y="197532"/>
                </a:lnTo>
                <a:lnTo>
                  <a:pt x="688592" y="1814398"/>
                </a:lnTo>
                <a:lnTo>
                  <a:pt x="688592" y="1814395"/>
                </a:lnTo>
                <a:lnTo>
                  <a:pt x="2537005" y="1814395"/>
                </a:lnTo>
                <a:lnTo>
                  <a:pt x="176429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フリーフォーム 67"/>
          <p:cNvSpPr/>
          <p:nvPr userDrawn="1"/>
        </p:nvSpPr>
        <p:spPr>
          <a:xfrm>
            <a:off x="6154618" y="2533939"/>
            <a:ext cx="1001379" cy="1851482"/>
          </a:xfrm>
          <a:custGeom>
            <a:avLst/>
            <a:gdLst>
              <a:gd name="connsiteX0" fmla="*/ 0 w 1001379"/>
              <a:gd name="connsiteY0" fmla="*/ 0 h 1851482"/>
              <a:gd name="connsiteX1" fmla="*/ 1001379 w 1001379"/>
              <a:gd name="connsiteY1" fmla="*/ 1426422 h 1851482"/>
              <a:gd name="connsiteX2" fmla="*/ 0 w 1001379"/>
              <a:gd name="connsiteY2" fmla="*/ 1851482 h 1851482"/>
              <a:gd name="connsiteX3" fmla="*/ 0 w 1001379"/>
              <a:gd name="connsiteY3" fmla="*/ 0 h 1851482"/>
            </a:gdLst>
            <a:ahLst/>
            <a:cxnLst>
              <a:cxn ang="0">
                <a:pos x="connsiteX0" y="connsiteY0"/>
              </a:cxn>
              <a:cxn ang="0">
                <a:pos x="connsiteX1" y="connsiteY1"/>
              </a:cxn>
              <a:cxn ang="0">
                <a:pos x="connsiteX2" y="connsiteY2"/>
              </a:cxn>
              <a:cxn ang="0">
                <a:pos x="connsiteX3" y="connsiteY3"/>
              </a:cxn>
            </a:cxnLst>
            <a:rect l="l" t="t" r="r" b="b"/>
            <a:pathLst>
              <a:path w="1001379" h="1851482">
                <a:moveTo>
                  <a:pt x="0" y="0"/>
                </a:moveTo>
                <a:lnTo>
                  <a:pt x="1001379" y="1426422"/>
                </a:lnTo>
                <a:lnTo>
                  <a:pt x="0" y="1851482"/>
                </a:lnTo>
                <a:lnTo>
                  <a:pt x="0"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36" name="直角三角形 35"/>
          <p:cNvSpPr/>
          <p:nvPr userDrawn="1"/>
        </p:nvSpPr>
        <p:spPr>
          <a:xfrm rot="16200000" flipH="1">
            <a:off x="842535" y="4764187"/>
            <a:ext cx="4469545" cy="6154621"/>
          </a:xfrm>
          <a:custGeom>
            <a:avLst/>
            <a:gdLst/>
            <a:ahLst/>
            <a:cxnLst/>
            <a:rect l="l" t="t" r="r" b="b"/>
            <a:pathLst>
              <a:path w="4469545" h="6154621">
                <a:moveTo>
                  <a:pt x="772717" y="1814402"/>
                </a:moveTo>
                <a:lnTo>
                  <a:pt x="2621131" y="6154621"/>
                </a:lnTo>
                <a:lnTo>
                  <a:pt x="2621131" y="6154618"/>
                </a:lnTo>
                <a:lnTo>
                  <a:pt x="4469545" y="6154618"/>
                </a:lnTo>
                <a:lnTo>
                  <a:pt x="2621130" y="1814399"/>
                </a:lnTo>
                <a:lnTo>
                  <a:pt x="2621130" y="1814402"/>
                </a:lnTo>
                <a:close/>
                <a:moveTo>
                  <a:pt x="0" y="0"/>
                </a:moveTo>
                <a:lnTo>
                  <a:pt x="772716" y="1814398"/>
                </a:lnTo>
                <a:lnTo>
                  <a:pt x="772716" y="1814395"/>
                </a:lnTo>
                <a:lnTo>
                  <a:pt x="2621129" y="1814395"/>
                </a:lnTo>
                <a:lnTo>
                  <a:pt x="1848414"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直角三角形 29"/>
          <p:cNvSpPr/>
          <p:nvPr userDrawn="1"/>
        </p:nvSpPr>
        <p:spPr>
          <a:xfrm rot="16200000" flipH="1">
            <a:off x="842535" y="968700"/>
            <a:ext cx="4469545" cy="6154621"/>
          </a:xfrm>
          <a:custGeom>
            <a:avLst/>
            <a:gdLst/>
            <a:ahLst/>
            <a:cxnLst/>
            <a:rect l="l" t="t" r="r" b="b"/>
            <a:pathLst>
              <a:path w="4469545" h="6154621">
                <a:moveTo>
                  <a:pt x="772717" y="1814402"/>
                </a:moveTo>
                <a:lnTo>
                  <a:pt x="2621131" y="6154621"/>
                </a:lnTo>
                <a:lnTo>
                  <a:pt x="2621131" y="6154618"/>
                </a:lnTo>
                <a:lnTo>
                  <a:pt x="4469545" y="6154618"/>
                </a:lnTo>
                <a:lnTo>
                  <a:pt x="2621131" y="1814399"/>
                </a:lnTo>
                <a:lnTo>
                  <a:pt x="2621131" y="1814402"/>
                </a:lnTo>
                <a:close/>
                <a:moveTo>
                  <a:pt x="0" y="0"/>
                </a:moveTo>
                <a:lnTo>
                  <a:pt x="772716" y="1814398"/>
                </a:lnTo>
                <a:lnTo>
                  <a:pt x="772716" y="1814395"/>
                </a:lnTo>
                <a:lnTo>
                  <a:pt x="2621130" y="1814395"/>
                </a:lnTo>
                <a:lnTo>
                  <a:pt x="184841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p:cNvSpPr/>
          <p:nvPr userDrawn="1"/>
        </p:nvSpPr>
        <p:spPr>
          <a:xfrm rot="16200000" flipH="1">
            <a:off x="842536" y="2866443"/>
            <a:ext cx="4469544" cy="6154620"/>
          </a:xfrm>
          <a:custGeom>
            <a:avLst/>
            <a:gdLst/>
            <a:ahLst/>
            <a:cxnLst/>
            <a:rect l="l" t="t" r="r" b="b"/>
            <a:pathLst>
              <a:path w="4469544" h="6154620">
                <a:moveTo>
                  <a:pt x="772717" y="1814401"/>
                </a:moveTo>
                <a:lnTo>
                  <a:pt x="2621131" y="6154620"/>
                </a:lnTo>
                <a:lnTo>
                  <a:pt x="2621131" y="6154617"/>
                </a:lnTo>
                <a:lnTo>
                  <a:pt x="4469544" y="6154617"/>
                </a:lnTo>
                <a:lnTo>
                  <a:pt x="2621130" y="1814398"/>
                </a:lnTo>
                <a:lnTo>
                  <a:pt x="2621130" y="1814401"/>
                </a:lnTo>
                <a:close/>
                <a:moveTo>
                  <a:pt x="0" y="0"/>
                </a:moveTo>
                <a:lnTo>
                  <a:pt x="772716" y="1814397"/>
                </a:lnTo>
                <a:lnTo>
                  <a:pt x="772716" y="1814394"/>
                </a:lnTo>
                <a:lnTo>
                  <a:pt x="2621129" y="1814394"/>
                </a:lnTo>
                <a:lnTo>
                  <a:pt x="1848414"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フリーフォーム 65"/>
          <p:cNvSpPr/>
          <p:nvPr userDrawn="1"/>
        </p:nvSpPr>
        <p:spPr>
          <a:xfrm>
            <a:off x="6154617" y="3998626"/>
            <a:ext cx="2026350" cy="2281896"/>
          </a:xfrm>
          <a:custGeom>
            <a:avLst/>
            <a:gdLst>
              <a:gd name="connsiteX0" fmla="*/ 1028242 w 2026350"/>
              <a:gd name="connsiteY0" fmla="*/ 0 h 2281896"/>
              <a:gd name="connsiteX1" fmla="*/ 2026350 w 2026350"/>
              <a:gd name="connsiteY1" fmla="*/ 1421762 h 2281896"/>
              <a:gd name="connsiteX2" fmla="*/ 0 w 2026350"/>
              <a:gd name="connsiteY2" fmla="*/ 2281896 h 2281896"/>
              <a:gd name="connsiteX3" fmla="*/ 0 w 2026350"/>
              <a:gd name="connsiteY3" fmla="*/ 436463 h 2281896"/>
              <a:gd name="connsiteX4" fmla="*/ 1028242 w 2026350"/>
              <a:gd name="connsiteY4" fmla="*/ 0 h 2281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6350" h="2281896">
                <a:moveTo>
                  <a:pt x="1028242" y="0"/>
                </a:moveTo>
                <a:lnTo>
                  <a:pt x="2026350" y="1421762"/>
                </a:lnTo>
                <a:lnTo>
                  <a:pt x="0" y="2281896"/>
                </a:lnTo>
                <a:lnTo>
                  <a:pt x="0" y="436463"/>
                </a:lnTo>
                <a:lnTo>
                  <a:pt x="1028242" y="0"/>
                </a:lnTo>
                <a:close/>
              </a:path>
            </a:pathLst>
          </a:cu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63" name="フリーフォーム 62"/>
          <p:cNvSpPr/>
          <p:nvPr userDrawn="1"/>
        </p:nvSpPr>
        <p:spPr>
          <a:xfrm>
            <a:off x="6154618" y="5458653"/>
            <a:ext cx="3052187" cy="2718573"/>
          </a:xfrm>
          <a:custGeom>
            <a:avLst/>
            <a:gdLst>
              <a:gd name="connsiteX0" fmla="*/ 2053212 w 3052187"/>
              <a:gd name="connsiteY0" fmla="*/ 0 h 2718573"/>
              <a:gd name="connsiteX1" fmla="*/ 3052187 w 3052187"/>
              <a:gd name="connsiteY1" fmla="*/ 1422997 h 2718573"/>
              <a:gd name="connsiteX2" fmla="*/ 0 w 3052187"/>
              <a:gd name="connsiteY2" fmla="*/ 2718573 h 2718573"/>
              <a:gd name="connsiteX3" fmla="*/ 0 w 3052187"/>
              <a:gd name="connsiteY3" fmla="*/ 871537 h 2718573"/>
              <a:gd name="connsiteX4" fmla="*/ 2053212 w 3052187"/>
              <a:gd name="connsiteY4" fmla="*/ 0 h 2718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2187" h="2718573">
                <a:moveTo>
                  <a:pt x="2053212" y="0"/>
                </a:moveTo>
                <a:lnTo>
                  <a:pt x="3052187" y="1422997"/>
                </a:lnTo>
                <a:lnTo>
                  <a:pt x="0" y="2718573"/>
                </a:lnTo>
                <a:lnTo>
                  <a:pt x="0" y="871537"/>
                </a:lnTo>
                <a:lnTo>
                  <a:pt x="2053212" y="0"/>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nvGrpSpPr>
          <p:cNvPr id="9" name="グループ化 8"/>
          <p:cNvGrpSpPr/>
          <p:nvPr userDrawn="1"/>
        </p:nvGrpSpPr>
        <p:grpSpPr>
          <a:xfrm>
            <a:off x="6154615" y="6919914"/>
            <a:ext cx="4056748" cy="3156356"/>
            <a:chOff x="7549101" y="6886372"/>
            <a:chExt cx="4056748" cy="3156356"/>
          </a:xfrm>
          <a:solidFill>
            <a:schemeClr val="accent4">
              <a:lumMod val="60000"/>
              <a:lumOff val="40000"/>
            </a:schemeClr>
          </a:solidFill>
        </p:grpSpPr>
        <p:sp>
          <p:nvSpPr>
            <p:cNvPr id="60" name="フリーフォーム 59"/>
            <p:cNvSpPr/>
            <p:nvPr userDrawn="1"/>
          </p:nvSpPr>
          <p:spPr>
            <a:xfrm>
              <a:off x="7549104" y="6886372"/>
              <a:ext cx="4056745" cy="1392686"/>
            </a:xfrm>
            <a:custGeom>
              <a:avLst/>
              <a:gdLst>
                <a:gd name="connsiteX0" fmla="*/ 3079049 w 4056745"/>
                <a:gd name="connsiteY0" fmla="*/ 0 h 1392686"/>
                <a:gd name="connsiteX1" fmla="*/ 4056745 w 4056745"/>
                <a:gd name="connsiteY1" fmla="*/ 1392686 h 1392686"/>
                <a:gd name="connsiteX2" fmla="*/ 0 w 4056745"/>
                <a:gd name="connsiteY2" fmla="*/ 1392686 h 1392686"/>
                <a:gd name="connsiteX3" fmla="*/ 0 w 4056745"/>
                <a:gd name="connsiteY3" fmla="*/ 1306979 h 1392686"/>
                <a:gd name="connsiteX4" fmla="*/ 3079049 w 4056745"/>
                <a:gd name="connsiteY4" fmla="*/ 0 h 1392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6745" h="1392686">
                  <a:moveTo>
                    <a:pt x="3079049" y="0"/>
                  </a:moveTo>
                  <a:lnTo>
                    <a:pt x="4056745" y="1392686"/>
                  </a:lnTo>
                  <a:lnTo>
                    <a:pt x="0" y="1392686"/>
                  </a:lnTo>
                  <a:lnTo>
                    <a:pt x="0" y="1306979"/>
                  </a:lnTo>
                  <a:lnTo>
                    <a:pt x="307904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58" name="フリーフォーム 57"/>
            <p:cNvSpPr/>
            <p:nvPr userDrawn="1"/>
          </p:nvSpPr>
          <p:spPr>
            <a:xfrm>
              <a:off x="7549101" y="8279059"/>
              <a:ext cx="4056747" cy="1763669"/>
            </a:xfrm>
            <a:custGeom>
              <a:avLst/>
              <a:gdLst>
                <a:gd name="connsiteX0" fmla="*/ 0 w 4056747"/>
                <a:gd name="connsiteY0" fmla="*/ 0 h 1763669"/>
                <a:gd name="connsiteX1" fmla="*/ 4056747 w 4056747"/>
                <a:gd name="connsiteY1" fmla="*/ 0 h 1763669"/>
                <a:gd name="connsiteX2" fmla="*/ 0 w 4056747"/>
                <a:gd name="connsiteY2" fmla="*/ 1763669 h 1763669"/>
                <a:gd name="connsiteX3" fmla="*/ 0 w 4056747"/>
                <a:gd name="connsiteY3" fmla="*/ 0 h 1763669"/>
              </a:gdLst>
              <a:ahLst/>
              <a:cxnLst>
                <a:cxn ang="0">
                  <a:pos x="connsiteX0" y="connsiteY0"/>
                </a:cxn>
                <a:cxn ang="0">
                  <a:pos x="connsiteX1" y="connsiteY1"/>
                </a:cxn>
                <a:cxn ang="0">
                  <a:pos x="connsiteX2" y="connsiteY2"/>
                </a:cxn>
                <a:cxn ang="0">
                  <a:pos x="connsiteX3" y="connsiteY3"/>
                </a:cxn>
              </a:cxnLst>
              <a:rect l="l" t="t" r="r" b="b"/>
              <a:pathLst>
                <a:path w="4056747" h="1763669">
                  <a:moveTo>
                    <a:pt x="0" y="0"/>
                  </a:moveTo>
                  <a:lnTo>
                    <a:pt x="4056747" y="0"/>
                  </a:lnTo>
                  <a:lnTo>
                    <a:pt x="0" y="1763669"/>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
        <p:nvSpPr>
          <p:cNvPr id="59" name="テキスト プレースホルダー 6"/>
          <p:cNvSpPr>
            <a:spLocks noGrp="1"/>
          </p:cNvSpPr>
          <p:nvPr>
            <p:ph type="body" sz="quarter" idx="24" hasCustomPrompt="1"/>
          </p:nvPr>
        </p:nvSpPr>
        <p:spPr>
          <a:xfrm rot="1380000">
            <a:off x="1279776" y="1724416"/>
            <a:ext cx="3914371" cy="1060769"/>
          </a:xfrm>
        </p:spPr>
        <p:txBody>
          <a:bodyPr anchor="ctr">
            <a:noAutofit/>
          </a:bodyPr>
          <a:lstStyle>
            <a:lvl1pPr algn="r">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61" name="テキスト プレースホルダー 6"/>
          <p:cNvSpPr>
            <a:spLocks noGrp="1"/>
          </p:cNvSpPr>
          <p:nvPr>
            <p:ph type="body" sz="quarter" idx="25" hasCustomPrompt="1"/>
          </p:nvPr>
        </p:nvSpPr>
        <p:spPr>
          <a:xfrm rot="1380000">
            <a:off x="1279776" y="3627307"/>
            <a:ext cx="3914371" cy="1060769"/>
          </a:xfrm>
        </p:spPr>
        <p:txBody>
          <a:bodyPr anchor="ctr">
            <a:noAutofit/>
          </a:bodyPr>
          <a:lstStyle>
            <a:lvl1pPr algn="r">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62" name="テキスト プレースホルダー 6"/>
          <p:cNvSpPr>
            <a:spLocks noGrp="1"/>
          </p:cNvSpPr>
          <p:nvPr>
            <p:ph type="body" sz="quarter" idx="26" hasCustomPrompt="1"/>
          </p:nvPr>
        </p:nvSpPr>
        <p:spPr>
          <a:xfrm rot="1380000">
            <a:off x="1279776" y="5530198"/>
            <a:ext cx="3914371" cy="1060769"/>
          </a:xfrm>
        </p:spPr>
        <p:txBody>
          <a:bodyPr anchor="ctr">
            <a:noAutofit/>
          </a:bodyPr>
          <a:lstStyle>
            <a:lvl1pPr algn="r">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64" name="テキスト プレースホルダー 6"/>
          <p:cNvSpPr>
            <a:spLocks noGrp="1"/>
          </p:cNvSpPr>
          <p:nvPr>
            <p:ph type="body" sz="quarter" idx="27" hasCustomPrompt="1"/>
          </p:nvPr>
        </p:nvSpPr>
        <p:spPr>
          <a:xfrm rot="1380000">
            <a:off x="1279776" y="7433090"/>
            <a:ext cx="3914371" cy="1060769"/>
          </a:xfrm>
        </p:spPr>
        <p:txBody>
          <a:bodyPr anchor="ctr">
            <a:noAutofit/>
          </a:bodyPr>
          <a:lstStyle>
            <a:lvl1pPr algn="r">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15" name="テキスト ボックス 14"/>
          <p:cNvSpPr txBox="1"/>
          <p:nvPr userDrawn="1"/>
        </p:nvSpPr>
        <p:spPr>
          <a:xfrm>
            <a:off x="6180019" y="3503092"/>
            <a:ext cx="771365" cy="707886"/>
          </a:xfrm>
          <a:prstGeom prst="rect">
            <a:avLst/>
          </a:prstGeom>
          <a:noFill/>
          <a:scene3d>
            <a:camera prst="perspectiveContrastingRightFacing" fov="3300000">
              <a:rot lat="0" lon="21000000" rev="1200000"/>
            </a:camera>
            <a:lightRig rig="threePt" dir="t"/>
          </a:scene3d>
        </p:spPr>
        <p:txBody>
          <a:bodyPr wrap="none" rtlCol="0">
            <a:spAutoFit/>
          </a:bodyPr>
          <a:lstStyle/>
          <a:p>
            <a:r>
              <a:rPr kumimoji="1" lang="en-US" altLang="ja-JP" sz="4000" dirty="0">
                <a:solidFill>
                  <a:schemeClr val="bg1"/>
                </a:solidFill>
              </a:rPr>
              <a:t>01</a:t>
            </a:r>
            <a:endParaRPr kumimoji="1" lang="ja-JP" altLang="en-US" sz="4000" dirty="0">
              <a:solidFill>
                <a:schemeClr val="bg1"/>
              </a:solidFill>
            </a:endParaRPr>
          </a:p>
        </p:txBody>
      </p:sp>
      <p:sp>
        <p:nvSpPr>
          <p:cNvPr id="65" name="テキスト ボックス 64"/>
          <p:cNvSpPr txBox="1"/>
          <p:nvPr userDrawn="1"/>
        </p:nvSpPr>
        <p:spPr>
          <a:xfrm>
            <a:off x="6713912" y="5157454"/>
            <a:ext cx="771365" cy="707886"/>
          </a:xfrm>
          <a:prstGeom prst="rect">
            <a:avLst/>
          </a:prstGeom>
          <a:noFill/>
          <a:scene3d>
            <a:camera prst="perspectiveContrastingRightFacing" fov="3300000">
              <a:rot lat="0" lon="21000000" rev="1200000"/>
            </a:camera>
            <a:lightRig rig="threePt" dir="t"/>
          </a:scene3d>
        </p:spPr>
        <p:txBody>
          <a:bodyPr wrap="none" rtlCol="0">
            <a:spAutoFit/>
          </a:bodyPr>
          <a:lstStyle/>
          <a:p>
            <a:r>
              <a:rPr kumimoji="1" lang="en-US" altLang="ja-JP" sz="4000" dirty="0">
                <a:solidFill>
                  <a:schemeClr val="bg1"/>
                </a:solidFill>
              </a:rPr>
              <a:t>02</a:t>
            </a:r>
            <a:endParaRPr kumimoji="1" lang="ja-JP" altLang="en-US" sz="4000" dirty="0">
              <a:solidFill>
                <a:schemeClr val="bg1"/>
              </a:solidFill>
            </a:endParaRPr>
          </a:p>
        </p:txBody>
      </p:sp>
      <p:sp>
        <p:nvSpPr>
          <p:cNvPr id="67" name="テキスト ボックス 66"/>
          <p:cNvSpPr txBox="1"/>
          <p:nvPr userDrawn="1"/>
        </p:nvSpPr>
        <p:spPr>
          <a:xfrm>
            <a:off x="7270297" y="6823360"/>
            <a:ext cx="771365" cy="707886"/>
          </a:xfrm>
          <a:prstGeom prst="rect">
            <a:avLst/>
          </a:prstGeom>
          <a:noFill/>
          <a:scene3d>
            <a:camera prst="perspectiveContrastingRightFacing" fov="3300000">
              <a:rot lat="0" lon="21000000" rev="1200000"/>
            </a:camera>
            <a:lightRig rig="threePt" dir="t"/>
          </a:scene3d>
        </p:spPr>
        <p:txBody>
          <a:bodyPr wrap="none" rtlCol="0">
            <a:spAutoFit/>
          </a:bodyPr>
          <a:lstStyle/>
          <a:p>
            <a:r>
              <a:rPr kumimoji="1" lang="en-US" altLang="ja-JP" sz="4000" dirty="0">
                <a:solidFill>
                  <a:schemeClr val="bg1"/>
                </a:solidFill>
              </a:rPr>
              <a:t>03</a:t>
            </a:r>
            <a:endParaRPr kumimoji="1" lang="ja-JP" altLang="en-US" sz="4000" dirty="0">
              <a:solidFill>
                <a:schemeClr val="bg1"/>
              </a:solidFill>
            </a:endParaRPr>
          </a:p>
        </p:txBody>
      </p:sp>
      <p:sp>
        <p:nvSpPr>
          <p:cNvPr id="69" name="テキスト ボックス 68"/>
          <p:cNvSpPr txBox="1"/>
          <p:nvPr userDrawn="1"/>
        </p:nvSpPr>
        <p:spPr>
          <a:xfrm>
            <a:off x="7799473" y="8465001"/>
            <a:ext cx="771365" cy="707886"/>
          </a:xfrm>
          <a:prstGeom prst="rect">
            <a:avLst/>
          </a:prstGeom>
          <a:noFill/>
          <a:scene3d>
            <a:camera prst="perspectiveContrastingRightFacing" fov="3300000">
              <a:rot lat="0" lon="21000000" rev="1200000"/>
            </a:camera>
            <a:lightRig rig="threePt" dir="t"/>
          </a:scene3d>
        </p:spPr>
        <p:txBody>
          <a:bodyPr wrap="none" rtlCol="0">
            <a:spAutoFit/>
          </a:bodyPr>
          <a:lstStyle/>
          <a:p>
            <a:r>
              <a:rPr kumimoji="1" lang="en-US" altLang="ja-JP" sz="4000" dirty="0">
                <a:solidFill>
                  <a:schemeClr val="bg1"/>
                </a:solidFill>
              </a:rPr>
              <a:t>04</a:t>
            </a:r>
            <a:endParaRPr kumimoji="1" lang="ja-JP" altLang="en-US" sz="4000" dirty="0">
              <a:solidFill>
                <a:schemeClr val="bg1"/>
              </a:solidFill>
            </a:endParaRPr>
          </a:p>
        </p:txBody>
      </p:sp>
      <p:sp>
        <p:nvSpPr>
          <p:cNvPr id="70" name="図プレースホルダー 7"/>
          <p:cNvSpPr>
            <a:spLocks noGrp="1"/>
          </p:cNvSpPr>
          <p:nvPr>
            <p:ph type="pic" sz="quarter" idx="18" hasCustomPrompt="1"/>
          </p:nvPr>
        </p:nvSpPr>
        <p:spPr>
          <a:xfrm rot="1380000">
            <a:off x="5048898" y="2851349"/>
            <a:ext cx="664454" cy="664454"/>
          </a:xfrm>
        </p:spPr>
        <p:txBody>
          <a:bodyPr>
            <a:normAutofit/>
          </a:bodyPr>
          <a:lstStyle>
            <a:lvl1pPr>
              <a:defRPr sz="1200"/>
            </a:lvl1pPr>
          </a:lstStyle>
          <a:p>
            <a:r>
              <a:rPr kumimoji="1" lang="en-US" altLang="ja-JP" dirty="0"/>
              <a:t>ICON</a:t>
            </a:r>
            <a:endParaRPr kumimoji="1" lang="ja-JP" altLang="en-US" dirty="0"/>
          </a:p>
        </p:txBody>
      </p:sp>
      <p:sp>
        <p:nvSpPr>
          <p:cNvPr id="71" name="図プレースホルダー 7"/>
          <p:cNvSpPr>
            <a:spLocks noGrp="1"/>
          </p:cNvSpPr>
          <p:nvPr>
            <p:ph type="pic" sz="quarter" idx="28" hasCustomPrompt="1"/>
          </p:nvPr>
        </p:nvSpPr>
        <p:spPr>
          <a:xfrm rot="1380000">
            <a:off x="5048898" y="4752195"/>
            <a:ext cx="664454" cy="664454"/>
          </a:xfrm>
        </p:spPr>
        <p:txBody>
          <a:bodyPr>
            <a:normAutofit/>
          </a:bodyPr>
          <a:lstStyle>
            <a:lvl1pPr>
              <a:defRPr sz="1200"/>
            </a:lvl1pPr>
          </a:lstStyle>
          <a:p>
            <a:r>
              <a:rPr kumimoji="1" lang="en-US" altLang="ja-JP" dirty="0"/>
              <a:t>ICON</a:t>
            </a:r>
            <a:endParaRPr kumimoji="1" lang="ja-JP" altLang="en-US" dirty="0"/>
          </a:p>
        </p:txBody>
      </p:sp>
      <p:sp>
        <p:nvSpPr>
          <p:cNvPr id="72" name="図プレースホルダー 7"/>
          <p:cNvSpPr>
            <a:spLocks noGrp="1"/>
          </p:cNvSpPr>
          <p:nvPr>
            <p:ph type="pic" sz="quarter" idx="29" hasCustomPrompt="1"/>
          </p:nvPr>
        </p:nvSpPr>
        <p:spPr>
          <a:xfrm rot="1380000">
            <a:off x="5048898" y="6653041"/>
            <a:ext cx="664454" cy="664454"/>
          </a:xfrm>
        </p:spPr>
        <p:txBody>
          <a:bodyPr>
            <a:normAutofit/>
          </a:bodyPr>
          <a:lstStyle>
            <a:lvl1pPr>
              <a:defRPr sz="1200"/>
            </a:lvl1pPr>
          </a:lstStyle>
          <a:p>
            <a:r>
              <a:rPr kumimoji="1" lang="en-US" altLang="ja-JP" dirty="0"/>
              <a:t>ICON</a:t>
            </a:r>
            <a:endParaRPr kumimoji="1" lang="ja-JP" altLang="en-US" dirty="0"/>
          </a:p>
        </p:txBody>
      </p:sp>
      <p:sp>
        <p:nvSpPr>
          <p:cNvPr id="73" name="図プレースホルダー 7"/>
          <p:cNvSpPr>
            <a:spLocks noGrp="1"/>
          </p:cNvSpPr>
          <p:nvPr>
            <p:ph type="pic" sz="quarter" idx="30" hasCustomPrompt="1"/>
          </p:nvPr>
        </p:nvSpPr>
        <p:spPr>
          <a:xfrm rot="1380000">
            <a:off x="5048898" y="8553888"/>
            <a:ext cx="664454" cy="664454"/>
          </a:xfrm>
        </p:spPr>
        <p:txBody>
          <a:bodyPr>
            <a:normAutofit/>
          </a:bodyPr>
          <a:lstStyle>
            <a:lvl1pPr>
              <a:defRPr sz="1200"/>
            </a:lvl1pPr>
          </a:lstStyle>
          <a:p>
            <a:r>
              <a:rPr kumimoji="1" lang="en-US" altLang="ja-JP" dirty="0"/>
              <a:t>ICON</a:t>
            </a:r>
            <a:endParaRPr kumimoji="1" lang="ja-JP" altLang="en-US" dirty="0"/>
          </a:p>
        </p:txBody>
      </p:sp>
      <p:sp>
        <p:nvSpPr>
          <p:cNvPr id="74" name="テキスト プレースホルダー 6"/>
          <p:cNvSpPr>
            <a:spLocks noGrp="1"/>
          </p:cNvSpPr>
          <p:nvPr>
            <p:ph type="body" sz="quarter" idx="31" hasCustomPrompt="1"/>
          </p:nvPr>
        </p:nvSpPr>
        <p:spPr>
          <a:xfrm>
            <a:off x="7202057" y="2463272"/>
            <a:ext cx="7416799" cy="1350309"/>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75" name="テキスト プレースホルダー 6"/>
          <p:cNvSpPr>
            <a:spLocks noGrp="1"/>
          </p:cNvSpPr>
          <p:nvPr>
            <p:ph type="body" sz="quarter" idx="32" hasCustomPrompt="1"/>
          </p:nvPr>
        </p:nvSpPr>
        <p:spPr>
          <a:xfrm>
            <a:off x="8263702" y="3895507"/>
            <a:ext cx="7416799" cy="1350309"/>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76" name="テキスト プレースホルダー 6"/>
          <p:cNvSpPr>
            <a:spLocks noGrp="1"/>
          </p:cNvSpPr>
          <p:nvPr>
            <p:ph type="body" sz="quarter" idx="33" hasCustomPrompt="1"/>
          </p:nvPr>
        </p:nvSpPr>
        <p:spPr>
          <a:xfrm>
            <a:off x="9291883" y="5327742"/>
            <a:ext cx="7416799" cy="1350309"/>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77" name="テキスト プレースホルダー 6"/>
          <p:cNvSpPr>
            <a:spLocks noGrp="1"/>
          </p:cNvSpPr>
          <p:nvPr>
            <p:ph type="body" sz="quarter" idx="34" hasCustomPrompt="1"/>
          </p:nvPr>
        </p:nvSpPr>
        <p:spPr>
          <a:xfrm>
            <a:off x="10245469" y="6759976"/>
            <a:ext cx="7416799" cy="1350309"/>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79" name="正方形/長方形 78"/>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タイトル プレースホルダー 1"/>
          <p:cNvSpPr>
            <a:spLocks noGrp="1"/>
          </p:cNvSpPr>
          <p:nvPr>
            <p:ph type="title" hasCustomPrompt="1"/>
          </p:nvPr>
        </p:nvSpPr>
        <p:spPr>
          <a:xfrm>
            <a:off x="6043539" y="246956"/>
            <a:ext cx="11765081" cy="1203151"/>
          </a:xfrm>
          <a:prstGeom prst="rect">
            <a:avLst/>
          </a:prstGeom>
        </p:spPr>
        <p:txBody>
          <a:bodyPr vert="horz" lIns="163275" tIns="81638" rIns="163275" bIns="81638" rtlCol="0" anchor="ctr">
            <a:normAutofit/>
          </a:bodyPr>
          <a:lstStyle>
            <a:lvl1pPr>
              <a:defRPr baseline="0"/>
            </a:lvl1pPr>
          </a:lstStyle>
          <a:p>
            <a:r>
              <a:rPr kumimoji="1" lang="en-US" altLang="ja-JP" dirty="0"/>
              <a:t>Slide Title Goes Here</a:t>
            </a:r>
            <a:endParaRPr kumimoji="1" lang="ja-JP" altLang="en-US" dirty="0"/>
          </a:p>
        </p:txBody>
      </p:sp>
      <p:sp>
        <p:nvSpPr>
          <p:cNvPr id="83" name="テキスト プレースホルダー 6"/>
          <p:cNvSpPr>
            <a:spLocks noGrp="1"/>
          </p:cNvSpPr>
          <p:nvPr>
            <p:ph type="body" sz="quarter" idx="13" hasCustomPrompt="1"/>
          </p:nvPr>
        </p:nvSpPr>
        <p:spPr>
          <a:xfrm>
            <a:off x="6115547" y="1543100"/>
            <a:ext cx="11659064"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4" name="正方形/長方形 83"/>
          <p:cNvSpPr/>
          <p:nvPr userDrawn="1"/>
        </p:nvSpPr>
        <p:spPr>
          <a:xfrm>
            <a:off x="6187555"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1561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125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500" fill="hold"/>
                                        <p:tgtEl>
                                          <p:spTgt spid="82"/>
                                        </p:tgtEl>
                                        <p:attrNameLst>
                                          <p:attrName>ppt_x</p:attrName>
                                        </p:attrNameLst>
                                      </p:cBhvr>
                                      <p:tavLst>
                                        <p:tav tm="0">
                                          <p:val>
                                            <p:strVal val="#ppt_x"/>
                                          </p:val>
                                        </p:tav>
                                        <p:tav tm="100000">
                                          <p:val>
                                            <p:strVal val="#ppt_x"/>
                                          </p:val>
                                        </p:tav>
                                      </p:tavLst>
                                    </p:anim>
                                    <p:anim calcmode="lin" valueType="num">
                                      <p:cBhvr additive="base">
                                        <p:cTn id="8" dur="500" fill="hold"/>
                                        <p:tgtEl>
                                          <p:spTgt spid="82"/>
                                        </p:tgtEl>
                                        <p:attrNameLst>
                                          <p:attrName>ppt_y</p:attrName>
                                        </p:attrNameLst>
                                      </p:cBhvr>
                                      <p:tavLst>
                                        <p:tav tm="0">
                                          <p:val>
                                            <p:strVal val="0-#ppt_h/2"/>
                                          </p:val>
                                        </p:tav>
                                        <p:tav tm="100000">
                                          <p:val>
                                            <p:strVal val="#ppt_y"/>
                                          </p:val>
                                        </p:tav>
                                      </p:tavLst>
                                    </p:anim>
                                  </p:childTnLst>
                                </p:cTn>
                              </p:par>
                            </p:childTnLst>
                          </p:cTn>
                        </p:par>
                        <p:par>
                          <p:cTn id="9" fill="hold">
                            <p:stCondLst>
                              <p:cond delay="1750"/>
                            </p:stCondLst>
                            <p:childTnLst>
                              <p:par>
                                <p:cTn id="10" presetID="2" presetClass="entr" presetSubtype="2" decel="100000" fill="hold" grpId="0" nodeType="afterEffect">
                                  <p:stCondLst>
                                    <p:cond delay="0"/>
                                  </p:stCondLst>
                                  <p:childTnLst>
                                    <p:set>
                                      <p:cBhvr>
                                        <p:cTn id="11" dur="1" fill="hold">
                                          <p:stCondLst>
                                            <p:cond delay="0"/>
                                          </p:stCondLst>
                                        </p:cTn>
                                        <p:tgtEl>
                                          <p:spTgt spid="84"/>
                                        </p:tgtEl>
                                        <p:attrNameLst>
                                          <p:attrName>style.visibility</p:attrName>
                                        </p:attrNameLst>
                                      </p:cBhvr>
                                      <p:to>
                                        <p:strVal val="visible"/>
                                      </p:to>
                                    </p:set>
                                    <p:anim calcmode="lin" valueType="num">
                                      <p:cBhvr additive="base">
                                        <p:cTn id="12" dur="500" fill="hold"/>
                                        <p:tgtEl>
                                          <p:spTgt spid="84"/>
                                        </p:tgtEl>
                                        <p:attrNameLst>
                                          <p:attrName>ppt_x</p:attrName>
                                        </p:attrNameLst>
                                      </p:cBhvr>
                                      <p:tavLst>
                                        <p:tav tm="0">
                                          <p:val>
                                            <p:strVal val="1+#ppt_w/2"/>
                                          </p:val>
                                        </p:tav>
                                        <p:tav tm="100000">
                                          <p:val>
                                            <p:strVal val="#ppt_x"/>
                                          </p:val>
                                        </p:tav>
                                      </p:tavLst>
                                    </p:anim>
                                    <p:anim calcmode="lin" valueType="num">
                                      <p:cBhvr additive="base">
                                        <p:cTn id="13" dur="500" fill="hold"/>
                                        <p:tgtEl>
                                          <p:spTgt spid="84"/>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83">
                                            <p:txEl>
                                              <p:pRg st="0" end="0"/>
                                            </p:txEl>
                                          </p:spTgt>
                                        </p:tgtEl>
                                        <p:attrNameLst>
                                          <p:attrName>style.visibility</p:attrName>
                                        </p:attrNameLst>
                                      </p:cBhvr>
                                      <p:to>
                                        <p:strVal val="visible"/>
                                      </p:to>
                                    </p:set>
                                    <p:animEffect transition="in" filter="wipe(left)">
                                      <p:cBhvr>
                                        <p:cTn id="16" dur="500"/>
                                        <p:tgtEl>
                                          <p:spTgt spid="83">
                                            <p:txEl>
                                              <p:pRg st="0" end="0"/>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down)">
                                      <p:cBhvr>
                                        <p:cTn id="19" dur="500"/>
                                        <p:tgtEl>
                                          <p:spTgt spid="39"/>
                                        </p:tgtEl>
                                      </p:cBhvr>
                                    </p:animEffect>
                                  </p:childTnLst>
                                </p:cTn>
                              </p:par>
                              <p:par>
                                <p:cTn id="20" presetID="22" presetClass="entr" presetSubtype="4" fill="hold"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wipe(down)">
                                      <p:cBhvr>
                                        <p:cTn id="22" dur="500"/>
                                        <p:tgtEl>
                                          <p:spTgt spid="85"/>
                                        </p:tgtEl>
                                      </p:cBhvr>
                                    </p:animEffect>
                                  </p:childTnLst>
                                </p:cTn>
                              </p:par>
                            </p:childTnLst>
                          </p:cTn>
                        </p:par>
                        <p:par>
                          <p:cTn id="23" fill="hold">
                            <p:stCondLst>
                              <p:cond delay="2250"/>
                            </p:stCondLst>
                            <p:childTnLst>
                              <p:par>
                                <p:cTn id="24" presetID="2" presetClass="entr" presetSubtype="1" decel="100000" fill="hold" grpId="0" nodeType="afterEffect">
                                  <p:stCondLst>
                                    <p:cond delay="0"/>
                                  </p:stCondLst>
                                  <p:childTnLst>
                                    <p:set>
                                      <p:cBhvr>
                                        <p:cTn id="25" dur="1" fill="hold">
                                          <p:stCondLst>
                                            <p:cond delay="0"/>
                                          </p:stCondLst>
                                        </p:cTn>
                                        <p:tgtEl>
                                          <p:spTgt spid="69"/>
                                        </p:tgtEl>
                                        <p:attrNameLst>
                                          <p:attrName>style.visibility</p:attrName>
                                        </p:attrNameLst>
                                      </p:cBhvr>
                                      <p:to>
                                        <p:strVal val="visible"/>
                                      </p:to>
                                    </p:set>
                                    <p:anim calcmode="lin" valueType="num">
                                      <p:cBhvr additive="base">
                                        <p:cTn id="26" dur="1250" fill="hold"/>
                                        <p:tgtEl>
                                          <p:spTgt spid="69"/>
                                        </p:tgtEl>
                                        <p:attrNameLst>
                                          <p:attrName>ppt_x</p:attrName>
                                        </p:attrNameLst>
                                      </p:cBhvr>
                                      <p:tavLst>
                                        <p:tav tm="0">
                                          <p:val>
                                            <p:strVal val="#ppt_x"/>
                                          </p:val>
                                        </p:tav>
                                        <p:tav tm="100000">
                                          <p:val>
                                            <p:strVal val="#ppt_x"/>
                                          </p:val>
                                        </p:tav>
                                      </p:tavLst>
                                    </p:anim>
                                    <p:anim calcmode="lin" valueType="num">
                                      <p:cBhvr additive="base">
                                        <p:cTn id="27" dur="1250" fill="hold"/>
                                        <p:tgtEl>
                                          <p:spTgt spid="69"/>
                                        </p:tgtEl>
                                        <p:attrNameLst>
                                          <p:attrName>ppt_y</p:attrName>
                                        </p:attrNameLst>
                                      </p:cBhvr>
                                      <p:tavLst>
                                        <p:tav tm="0">
                                          <p:val>
                                            <p:strVal val="0-#ppt_h/2"/>
                                          </p:val>
                                        </p:tav>
                                        <p:tav tm="100000">
                                          <p:val>
                                            <p:strVal val="#ppt_y"/>
                                          </p:val>
                                        </p:tav>
                                      </p:tavLst>
                                    </p:anim>
                                  </p:childTnLst>
                                </p:cTn>
                              </p:par>
                              <p:par>
                                <p:cTn id="28" presetID="2" presetClass="entr" presetSubtype="1" decel="10000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1250" fill="hold"/>
                                        <p:tgtEl>
                                          <p:spTgt spid="9"/>
                                        </p:tgtEl>
                                        <p:attrNameLst>
                                          <p:attrName>ppt_x</p:attrName>
                                        </p:attrNameLst>
                                      </p:cBhvr>
                                      <p:tavLst>
                                        <p:tav tm="0">
                                          <p:val>
                                            <p:strVal val="#ppt_x"/>
                                          </p:val>
                                        </p:tav>
                                        <p:tav tm="100000">
                                          <p:val>
                                            <p:strVal val="#ppt_x"/>
                                          </p:val>
                                        </p:tav>
                                      </p:tavLst>
                                    </p:anim>
                                    <p:anim calcmode="lin" valueType="num">
                                      <p:cBhvr additive="base">
                                        <p:cTn id="31" dur="1250" fill="hold"/>
                                        <p:tgtEl>
                                          <p:spTgt spid="9"/>
                                        </p:tgtEl>
                                        <p:attrNameLst>
                                          <p:attrName>ppt_y</p:attrName>
                                        </p:attrNameLst>
                                      </p:cBhvr>
                                      <p:tavLst>
                                        <p:tav tm="0">
                                          <p:val>
                                            <p:strVal val="0-#ppt_h/2"/>
                                          </p:val>
                                        </p:tav>
                                        <p:tav tm="100000">
                                          <p:val>
                                            <p:strVal val="#ppt_y"/>
                                          </p:val>
                                        </p:tav>
                                      </p:tavLst>
                                    </p:anim>
                                  </p:childTnLst>
                                </p:cTn>
                              </p:par>
                              <p:par>
                                <p:cTn id="32" presetID="22" presetClass="entr" presetSubtype="8"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1250"/>
                                        <p:tgtEl>
                                          <p:spTgt spid="9"/>
                                        </p:tgtEl>
                                      </p:cBhvr>
                                    </p:animEffect>
                                  </p:childTnLst>
                                </p:cTn>
                              </p:par>
                              <p:par>
                                <p:cTn id="35" presetID="2" presetClass="entr" presetSubtype="1" decel="100000" fill="hold" grpId="0" nodeType="withEffect">
                                  <p:stCondLst>
                                    <p:cond delay="0"/>
                                  </p:stCondLst>
                                  <p:childTnLst>
                                    <p:set>
                                      <p:cBhvr>
                                        <p:cTn id="36" dur="1" fill="hold">
                                          <p:stCondLst>
                                            <p:cond delay="0"/>
                                          </p:stCondLst>
                                        </p:cTn>
                                        <p:tgtEl>
                                          <p:spTgt spid="73"/>
                                        </p:tgtEl>
                                        <p:attrNameLst>
                                          <p:attrName>style.visibility</p:attrName>
                                        </p:attrNameLst>
                                      </p:cBhvr>
                                      <p:to>
                                        <p:strVal val="visible"/>
                                      </p:to>
                                    </p:set>
                                    <p:anim calcmode="lin" valueType="num">
                                      <p:cBhvr additive="base">
                                        <p:cTn id="37" dur="1250" fill="hold"/>
                                        <p:tgtEl>
                                          <p:spTgt spid="73"/>
                                        </p:tgtEl>
                                        <p:attrNameLst>
                                          <p:attrName>ppt_x</p:attrName>
                                        </p:attrNameLst>
                                      </p:cBhvr>
                                      <p:tavLst>
                                        <p:tav tm="0">
                                          <p:val>
                                            <p:strVal val="#ppt_x"/>
                                          </p:val>
                                        </p:tav>
                                        <p:tav tm="100000">
                                          <p:val>
                                            <p:strVal val="#ppt_x"/>
                                          </p:val>
                                        </p:tav>
                                      </p:tavLst>
                                    </p:anim>
                                    <p:anim calcmode="lin" valueType="num">
                                      <p:cBhvr additive="base">
                                        <p:cTn id="38" dur="1250" fill="hold"/>
                                        <p:tgtEl>
                                          <p:spTgt spid="73"/>
                                        </p:tgtEl>
                                        <p:attrNameLst>
                                          <p:attrName>ppt_y</p:attrName>
                                        </p:attrNameLst>
                                      </p:cBhvr>
                                      <p:tavLst>
                                        <p:tav tm="0">
                                          <p:val>
                                            <p:strVal val="0-#ppt_h/2"/>
                                          </p:val>
                                        </p:tav>
                                        <p:tav tm="100000">
                                          <p:val>
                                            <p:strVal val="#ppt_y"/>
                                          </p:val>
                                        </p:tav>
                                      </p:tavLst>
                                    </p:anim>
                                  </p:childTnLst>
                                </p:cTn>
                              </p:par>
                              <p:par>
                                <p:cTn id="39" presetID="2" presetClass="entr" presetSubtype="1" decel="10000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1250" fill="hold"/>
                                        <p:tgtEl>
                                          <p:spTgt spid="36"/>
                                        </p:tgtEl>
                                        <p:attrNameLst>
                                          <p:attrName>ppt_x</p:attrName>
                                        </p:attrNameLst>
                                      </p:cBhvr>
                                      <p:tavLst>
                                        <p:tav tm="0">
                                          <p:val>
                                            <p:strVal val="#ppt_x"/>
                                          </p:val>
                                        </p:tav>
                                        <p:tav tm="100000">
                                          <p:val>
                                            <p:strVal val="#ppt_x"/>
                                          </p:val>
                                        </p:tav>
                                      </p:tavLst>
                                    </p:anim>
                                    <p:anim calcmode="lin" valueType="num">
                                      <p:cBhvr additive="base">
                                        <p:cTn id="42" dur="1250" fill="hold"/>
                                        <p:tgtEl>
                                          <p:spTgt spid="36"/>
                                        </p:tgtEl>
                                        <p:attrNameLst>
                                          <p:attrName>ppt_y</p:attrName>
                                        </p:attrNameLst>
                                      </p:cBhvr>
                                      <p:tavLst>
                                        <p:tav tm="0">
                                          <p:val>
                                            <p:strVal val="0-#ppt_h/2"/>
                                          </p:val>
                                        </p:tav>
                                        <p:tav tm="100000">
                                          <p:val>
                                            <p:strVal val="#ppt_y"/>
                                          </p:val>
                                        </p:tav>
                                      </p:tavLst>
                                    </p:anim>
                                  </p:childTnLst>
                                </p:cTn>
                              </p:par>
                              <p:par>
                                <p:cTn id="43" presetID="22" presetClass="entr" presetSubtype="2" fill="hold" grpId="1"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wipe(right)">
                                      <p:cBhvr>
                                        <p:cTn id="45" dur="1250"/>
                                        <p:tgtEl>
                                          <p:spTgt spid="36"/>
                                        </p:tgtEl>
                                      </p:cBhvr>
                                    </p:animEffect>
                                  </p:childTnLst>
                                </p:cTn>
                              </p:par>
                              <p:par>
                                <p:cTn id="46" presetID="2" presetClass="entr" presetSubtype="1" decel="100000" fill="hold" grpId="0" nodeType="withEffect">
                                  <p:stCondLst>
                                    <p:cond delay="0"/>
                                  </p:stCondLst>
                                  <p:childTnLst>
                                    <p:set>
                                      <p:cBhvr>
                                        <p:cTn id="47" dur="1" fill="hold">
                                          <p:stCondLst>
                                            <p:cond delay="0"/>
                                          </p:stCondLst>
                                        </p:cTn>
                                        <p:tgtEl>
                                          <p:spTgt spid="64">
                                            <p:txEl>
                                              <p:pRg st="0" end="0"/>
                                            </p:txEl>
                                          </p:spTgt>
                                        </p:tgtEl>
                                        <p:attrNameLst>
                                          <p:attrName>style.visibility</p:attrName>
                                        </p:attrNameLst>
                                      </p:cBhvr>
                                      <p:to>
                                        <p:strVal val="visible"/>
                                      </p:to>
                                    </p:set>
                                    <p:anim calcmode="lin" valueType="num">
                                      <p:cBhvr additive="base">
                                        <p:cTn id="48" dur="1250" fill="hold"/>
                                        <p:tgtEl>
                                          <p:spTgt spid="64">
                                            <p:txEl>
                                              <p:pRg st="0" end="0"/>
                                            </p:txEl>
                                          </p:spTgt>
                                        </p:tgtEl>
                                        <p:attrNameLst>
                                          <p:attrName>ppt_x</p:attrName>
                                        </p:attrNameLst>
                                      </p:cBhvr>
                                      <p:tavLst>
                                        <p:tav tm="0">
                                          <p:val>
                                            <p:strVal val="#ppt_x"/>
                                          </p:val>
                                        </p:tav>
                                        <p:tav tm="100000">
                                          <p:val>
                                            <p:strVal val="#ppt_x"/>
                                          </p:val>
                                        </p:tav>
                                      </p:tavLst>
                                    </p:anim>
                                    <p:anim calcmode="lin" valueType="num">
                                      <p:cBhvr additive="base">
                                        <p:cTn id="49" dur="1250" fill="hold"/>
                                        <p:tgtEl>
                                          <p:spTgt spid="64">
                                            <p:txEl>
                                              <p:pRg st="0" end="0"/>
                                            </p:txEl>
                                          </p:spTgt>
                                        </p:tgtEl>
                                        <p:attrNameLst>
                                          <p:attrName>ppt_y</p:attrName>
                                        </p:attrNameLst>
                                      </p:cBhvr>
                                      <p:tavLst>
                                        <p:tav tm="0">
                                          <p:val>
                                            <p:strVal val="0-#ppt_h/2"/>
                                          </p:val>
                                        </p:tav>
                                        <p:tav tm="100000">
                                          <p:val>
                                            <p:strVal val="#ppt_y"/>
                                          </p:val>
                                        </p:tav>
                                      </p:tavLst>
                                    </p:anim>
                                  </p:childTnLst>
                                </p:cTn>
                              </p:par>
                              <p:par>
                                <p:cTn id="50" presetID="22" presetClass="entr" presetSubtype="2" fill="hold" grpId="1" nodeType="withEffect">
                                  <p:stCondLst>
                                    <p:cond delay="0"/>
                                  </p:stCondLst>
                                  <p:childTnLst>
                                    <p:set>
                                      <p:cBhvr>
                                        <p:cTn id="51" dur="1" fill="hold">
                                          <p:stCondLst>
                                            <p:cond delay="0"/>
                                          </p:stCondLst>
                                        </p:cTn>
                                        <p:tgtEl>
                                          <p:spTgt spid="64">
                                            <p:txEl>
                                              <p:pRg st="0" end="0"/>
                                            </p:txEl>
                                          </p:spTgt>
                                        </p:tgtEl>
                                        <p:attrNameLst>
                                          <p:attrName>style.visibility</p:attrName>
                                        </p:attrNameLst>
                                      </p:cBhvr>
                                      <p:to>
                                        <p:strVal val="visible"/>
                                      </p:to>
                                    </p:set>
                                    <p:animEffect transition="in" filter="wipe(right)">
                                      <p:cBhvr>
                                        <p:cTn id="52" dur="1000"/>
                                        <p:tgtEl>
                                          <p:spTgt spid="64">
                                            <p:txEl>
                                              <p:pRg st="0" end="0"/>
                                            </p:txEl>
                                          </p:spTgt>
                                        </p:tgtEl>
                                      </p:cBhvr>
                                    </p:animEffect>
                                  </p:childTnLst>
                                </p:cTn>
                              </p:par>
                              <p:par>
                                <p:cTn id="53" presetID="2" presetClass="entr" presetSubtype="2" decel="100000" fill="hold" grpId="0" nodeType="withEffect">
                                  <p:stCondLst>
                                    <p:cond delay="500"/>
                                  </p:stCondLst>
                                  <p:childTnLst>
                                    <p:set>
                                      <p:cBhvr>
                                        <p:cTn id="54" dur="1" fill="hold">
                                          <p:stCondLst>
                                            <p:cond delay="0"/>
                                          </p:stCondLst>
                                        </p:cTn>
                                        <p:tgtEl>
                                          <p:spTgt spid="77">
                                            <p:txEl>
                                              <p:pRg st="0" end="0"/>
                                            </p:txEl>
                                          </p:spTgt>
                                        </p:tgtEl>
                                        <p:attrNameLst>
                                          <p:attrName>style.visibility</p:attrName>
                                        </p:attrNameLst>
                                      </p:cBhvr>
                                      <p:to>
                                        <p:strVal val="visible"/>
                                      </p:to>
                                    </p:set>
                                    <p:anim calcmode="lin" valueType="num">
                                      <p:cBhvr additive="base">
                                        <p:cTn id="55" dur="1000" fill="hold"/>
                                        <p:tgtEl>
                                          <p:spTgt spid="77">
                                            <p:txEl>
                                              <p:pRg st="0" end="0"/>
                                            </p:txEl>
                                          </p:spTgt>
                                        </p:tgtEl>
                                        <p:attrNameLst>
                                          <p:attrName>ppt_x</p:attrName>
                                        </p:attrNameLst>
                                      </p:cBhvr>
                                      <p:tavLst>
                                        <p:tav tm="0">
                                          <p:val>
                                            <p:strVal val="1+#ppt_w/2"/>
                                          </p:val>
                                        </p:tav>
                                        <p:tav tm="100000">
                                          <p:val>
                                            <p:strVal val="#ppt_x"/>
                                          </p:val>
                                        </p:tav>
                                      </p:tavLst>
                                    </p:anim>
                                    <p:anim calcmode="lin" valueType="num">
                                      <p:cBhvr additive="base">
                                        <p:cTn id="56" dur="1000" fill="hold"/>
                                        <p:tgtEl>
                                          <p:spTgt spid="77">
                                            <p:txEl>
                                              <p:pRg st="0" end="0"/>
                                            </p:txEl>
                                          </p:spTgt>
                                        </p:tgtEl>
                                        <p:attrNameLst>
                                          <p:attrName>ppt_y</p:attrName>
                                        </p:attrNameLst>
                                      </p:cBhvr>
                                      <p:tavLst>
                                        <p:tav tm="0">
                                          <p:val>
                                            <p:strVal val="#ppt_y"/>
                                          </p:val>
                                        </p:tav>
                                        <p:tav tm="100000">
                                          <p:val>
                                            <p:strVal val="#ppt_y"/>
                                          </p:val>
                                        </p:tav>
                                      </p:tavLst>
                                    </p:anim>
                                  </p:childTnLst>
                                </p:cTn>
                              </p:par>
                            </p:childTnLst>
                          </p:cTn>
                        </p:par>
                        <p:par>
                          <p:cTn id="57" fill="hold">
                            <p:stCondLst>
                              <p:cond delay="3750"/>
                            </p:stCondLst>
                            <p:childTnLst>
                              <p:par>
                                <p:cTn id="58" presetID="2" presetClass="entr" presetSubtype="1" decel="100000" fill="hold" grpId="0" nodeType="afterEffect">
                                  <p:stCondLst>
                                    <p:cond delay="0"/>
                                  </p:stCondLst>
                                  <p:childTnLst>
                                    <p:set>
                                      <p:cBhvr>
                                        <p:cTn id="59" dur="1" fill="hold">
                                          <p:stCondLst>
                                            <p:cond delay="0"/>
                                          </p:stCondLst>
                                        </p:cTn>
                                        <p:tgtEl>
                                          <p:spTgt spid="67"/>
                                        </p:tgtEl>
                                        <p:attrNameLst>
                                          <p:attrName>style.visibility</p:attrName>
                                        </p:attrNameLst>
                                      </p:cBhvr>
                                      <p:to>
                                        <p:strVal val="visible"/>
                                      </p:to>
                                    </p:set>
                                    <p:anim calcmode="lin" valueType="num">
                                      <p:cBhvr additive="base">
                                        <p:cTn id="60" dur="1250" fill="hold"/>
                                        <p:tgtEl>
                                          <p:spTgt spid="67"/>
                                        </p:tgtEl>
                                        <p:attrNameLst>
                                          <p:attrName>ppt_x</p:attrName>
                                        </p:attrNameLst>
                                      </p:cBhvr>
                                      <p:tavLst>
                                        <p:tav tm="0">
                                          <p:val>
                                            <p:strVal val="#ppt_x"/>
                                          </p:val>
                                        </p:tav>
                                        <p:tav tm="100000">
                                          <p:val>
                                            <p:strVal val="#ppt_x"/>
                                          </p:val>
                                        </p:tav>
                                      </p:tavLst>
                                    </p:anim>
                                    <p:anim calcmode="lin" valueType="num">
                                      <p:cBhvr additive="base">
                                        <p:cTn id="61" dur="1250" fill="hold"/>
                                        <p:tgtEl>
                                          <p:spTgt spid="67"/>
                                        </p:tgtEl>
                                        <p:attrNameLst>
                                          <p:attrName>ppt_y</p:attrName>
                                        </p:attrNameLst>
                                      </p:cBhvr>
                                      <p:tavLst>
                                        <p:tav tm="0">
                                          <p:val>
                                            <p:strVal val="0-#ppt_h/2"/>
                                          </p:val>
                                        </p:tav>
                                        <p:tav tm="100000">
                                          <p:val>
                                            <p:strVal val="#ppt_y"/>
                                          </p:val>
                                        </p:tav>
                                      </p:tavLst>
                                    </p:anim>
                                  </p:childTnLst>
                                </p:cTn>
                              </p:par>
                              <p:par>
                                <p:cTn id="62" presetID="2" presetClass="entr" presetSubtype="1" decel="100000" fill="hold" grpId="0" nodeType="withEffect">
                                  <p:stCondLst>
                                    <p:cond delay="0"/>
                                  </p:stCondLst>
                                  <p:childTnLst>
                                    <p:set>
                                      <p:cBhvr>
                                        <p:cTn id="63" dur="1" fill="hold">
                                          <p:stCondLst>
                                            <p:cond delay="0"/>
                                          </p:stCondLst>
                                        </p:cTn>
                                        <p:tgtEl>
                                          <p:spTgt spid="63"/>
                                        </p:tgtEl>
                                        <p:attrNameLst>
                                          <p:attrName>style.visibility</p:attrName>
                                        </p:attrNameLst>
                                      </p:cBhvr>
                                      <p:to>
                                        <p:strVal val="visible"/>
                                      </p:to>
                                    </p:set>
                                    <p:anim calcmode="lin" valueType="num">
                                      <p:cBhvr additive="base">
                                        <p:cTn id="64" dur="1250" fill="hold"/>
                                        <p:tgtEl>
                                          <p:spTgt spid="63"/>
                                        </p:tgtEl>
                                        <p:attrNameLst>
                                          <p:attrName>ppt_x</p:attrName>
                                        </p:attrNameLst>
                                      </p:cBhvr>
                                      <p:tavLst>
                                        <p:tav tm="0">
                                          <p:val>
                                            <p:strVal val="#ppt_x"/>
                                          </p:val>
                                        </p:tav>
                                        <p:tav tm="100000">
                                          <p:val>
                                            <p:strVal val="#ppt_x"/>
                                          </p:val>
                                        </p:tav>
                                      </p:tavLst>
                                    </p:anim>
                                    <p:anim calcmode="lin" valueType="num">
                                      <p:cBhvr additive="base">
                                        <p:cTn id="65" dur="1250" fill="hold"/>
                                        <p:tgtEl>
                                          <p:spTgt spid="63"/>
                                        </p:tgtEl>
                                        <p:attrNameLst>
                                          <p:attrName>ppt_y</p:attrName>
                                        </p:attrNameLst>
                                      </p:cBhvr>
                                      <p:tavLst>
                                        <p:tav tm="0">
                                          <p:val>
                                            <p:strVal val="0-#ppt_h/2"/>
                                          </p:val>
                                        </p:tav>
                                        <p:tav tm="100000">
                                          <p:val>
                                            <p:strVal val="#ppt_y"/>
                                          </p:val>
                                        </p:tav>
                                      </p:tavLst>
                                    </p:anim>
                                  </p:childTnLst>
                                </p:cTn>
                              </p:par>
                              <p:par>
                                <p:cTn id="66" presetID="22" presetClass="entr" presetSubtype="8" fill="hold" grpId="1" nodeType="withEffect">
                                  <p:stCondLst>
                                    <p:cond delay="0"/>
                                  </p:stCondLst>
                                  <p:childTnLst>
                                    <p:set>
                                      <p:cBhvr>
                                        <p:cTn id="67" dur="1" fill="hold">
                                          <p:stCondLst>
                                            <p:cond delay="0"/>
                                          </p:stCondLst>
                                        </p:cTn>
                                        <p:tgtEl>
                                          <p:spTgt spid="63"/>
                                        </p:tgtEl>
                                        <p:attrNameLst>
                                          <p:attrName>style.visibility</p:attrName>
                                        </p:attrNameLst>
                                      </p:cBhvr>
                                      <p:to>
                                        <p:strVal val="visible"/>
                                      </p:to>
                                    </p:set>
                                    <p:animEffect transition="in" filter="wipe(left)">
                                      <p:cBhvr>
                                        <p:cTn id="68" dur="1250"/>
                                        <p:tgtEl>
                                          <p:spTgt spid="63"/>
                                        </p:tgtEl>
                                      </p:cBhvr>
                                    </p:animEffect>
                                  </p:childTnLst>
                                </p:cTn>
                              </p:par>
                              <p:par>
                                <p:cTn id="69" presetID="2" presetClass="entr" presetSubtype="1" decel="100000" fill="hold" grpId="0" nodeType="withEffect">
                                  <p:stCondLst>
                                    <p:cond delay="0"/>
                                  </p:stCondLst>
                                  <p:childTnLst>
                                    <p:set>
                                      <p:cBhvr>
                                        <p:cTn id="70" dur="1" fill="hold">
                                          <p:stCondLst>
                                            <p:cond delay="0"/>
                                          </p:stCondLst>
                                        </p:cTn>
                                        <p:tgtEl>
                                          <p:spTgt spid="72"/>
                                        </p:tgtEl>
                                        <p:attrNameLst>
                                          <p:attrName>style.visibility</p:attrName>
                                        </p:attrNameLst>
                                      </p:cBhvr>
                                      <p:to>
                                        <p:strVal val="visible"/>
                                      </p:to>
                                    </p:set>
                                    <p:anim calcmode="lin" valueType="num">
                                      <p:cBhvr additive="base">
                                        <p:cTn id="71" dur="1250" fill="hold"/>
                                        <p:tgtEl>
                                          <p:spTgt spid="72"/>
                                        </p:tgtEl>
                                        <p:attrNameLst>
                                          <p:attrName>ppt_x</p:attrName>
                                        </p:attrNameLst>
                                      </p:cBhvr>
                                      <p:tavLst>
                                        <p:tav tm="0">
                                          <p:val>
                                            <p:strVal val="#ppt_x"/>
                                          </p:val>
                                        </p:tav>
                                        <p:tav tm="100000">
                                          <p:val>
                                            <p:strVal val="#ppt_x"/>
                                          </p:val>
                                        </p:tav>
                                      </p:tavLst>
                                    </p:anim>
                                    <p:anim calcmode="lin" valueType="num">
                                      <p:cBhvr additive="base">
                                        <p:cTn id="72" dur="1250" fill="hold"/>
                                        <p:tgtEl>
                                          <p:spTgt spid="72"/>
                                        </p:tgtEl>
                                        <p:attrNameLst>
                                          <p:attrName>ppt_y</p:attrName>
                                        </p:attrNameLst>
                                      </p:cBhvr>
                                      <p:tavLst>
                                        <p:tav tm="0">
                                          <p:val>
                                            <p:strVal val="0-#ppt_h/2"/>
                                          </p:val>
                                        </p:tav>
                                        <p:tav tm="100000">
                                          <p:val>
                                            <p:strVal val="#ppt_y"/>
                                          </p:val>
                                        </p:tav>
                                      </p:tavLst>
                                    </p:anim>
                                  </p:childTnLst>
                                </p:cTn>
                              </p:par>
                              <p:par>
                                <p:cTn id="73" presetID="2" presetClass="entr" presetSubtype="1" decel="100000"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anim calcmode="lin" valueType="num">
                                      <p:cBhvr additive="base">
                                        <p:cTn id="75" dur="1250" fill="hold"/>
                                        <p:tgtEl>
                                          <p:spTgt spid="33"/>
                                        </p:tgtEl>
                                        <p:attrNameLst>
                                          <p:attrName>ppt_x</p:attrName>
                                        </p:attrNameLst>
                                      </p:cBhvr>
                                      <p:tavLst>
                                        <p:tav tm="0">
                                          <p:val>
                                            <p:strVal val="#ppt_x"/>
                                          </p:val>
                                        </p:tav>
                                        <p:tav tm="100000">
                                          <p:val>
                                            <p:strVal val="#ppt_x"/>
                                          </p:val>
                                        </p:tav>
                                      </p:tavLst>
                                    </p:anim>
                                    <p:anim calcmode="lin" valueType="num">
                                      <p:cBhvr additive="base">
                                        <p:cTn id="76" dur="1250" fill="hold"/>
                                        <p:tgtEl>
                                          <p:spTgt spid="33"/>
                                        </p:tgtEl>
                                        <p:attrNameLst>
                                          <p:attrName>ppt_y</p:attrName>
                                        </p:attrNameLst>
                                      </p:cBhvr>
                                      <p:tavLst>
                                        <p:tav tm="0">
                                          <p:val>
                                            <p:strVal val="0-#ppt_h/2"/>
                                          </p:val>
                                        </p:tav>
                                        <p:tav tm="100000">
                                          <p:val>
                                            <p:strVal val="#ppt_y"/>
                                          </p:val>
                                        </p:tav>
                                      </p:tavLst>
                                    </p:anim>
                                  </p:childTnLst>
                                </p:cTn>
                              </p:par>
                              <p:par>
                                <p:cTn id="77" presetID="22" presetClass="entr" presetSubtype="2" fill="hold" grpId="1"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wipe(right)">
                                      <p:cBhvr>
                                        <p:cTn id="79" dur="1250"/>
                                        <p:tgtEl>
                                          <p:spTgt spid="33"/>
                                        </p:tgtEl>
                                      </p:cBhvr>
                                    </p:animEffect>
                                  </p:childTnLst>
                                </p:cTn>
                              </p:par>
                              <p:par>
                                <p:cTn id="80" presetID="2" presetClass="entr" presetSubtype="1" decel="100000" fill="hold" grpId="0" nodeType="withEffect">
                                  <p:stCondLst>
                                    <p:cond delay="0"/>
                                  </p:stCondLst>
                                  <p:childTnLst>
                                    <p:set>
                                      <p:cBhvr>
                                        <p:cTn id="81" dur="1" fill="hold">
                                          <p:stCondLst>
                                            <p:cond delay="0"/>
                                          </p:stCondLst>
                                        </p:cTn>
                                        <p:tgtEl>
                                          <p:spTgt spid="62">
                                            <p:txEl>
                                              <p:pRg st="0" end="0"/>
                                            </p:txEl>
                                          </p:spTgt>
                                        </p:tgtEl>
                                        <p:attrNameLst>
                                          <p:attrName>style.visibility</p:attrName>
                                        </p:attrNameLst>
                                      </p:cBhvr>
                                      <p:to>
                                        <p:strVal val="visible"/>
                                      </p:to>
                                    </p:set>
                                    <p:anim calcmode="lin" valueType="num">
                                      <p:cBhvr additive="base">
                                        <p:cTn id="82" dur="125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83" dur="1250" fill="hold"/>
                                        <p:tgtEl>
                                          <p:spTgt spid="62">
                                            <p:txEl>
                                              <p:pRg st="0" end="0"/>
                                            </p:txEl>
                                          </p:spTgt>
                                        </p:tgtEl>
                                        <p:attrNameLst>
                                          <p:attrName>ppt_y</p:attrName>
                                        </p:attrNameLst>
                                      </p:cBhvr>
                                      <p:tavLst>
                                        <p:tav tm="0">
                                          <p:val>
                                            <p:strVal val="0-#ppt_h/2"/>
                                          </p:val>
                                        </p:tav>
                                        <p:tav tm="100000">
                                          <p:val>
                                            <p:strVal val="#ppt_y"/>
                                          </p:val>
                                        </p:tav>
                                      </p:tavLst>
                                    </p:anim>
                                  </p:childTnLst>
                                </p:cTn>
                              </p:par>
                              <p:par>
                                <p:cTn id="84" presetID="22" presetClass="entr" presetSubtype="2" fill="hold" grpId="1" nodeType="withEffect">
                                  <p:stCondLst>
                                    <p:cond delay="0"/>
                                  </p:stCondLst>
                                  <p:childTnLst>
                                    <p:set>
                                      <p:cBhvr>
                                        <p:cTn id="85" dur="1" fill="hold">
                                          <p:stCondLst>
                                            <p:cond delay="0"/>
                                          </p:stCondLst>
                                        </p:cTn>
                                        <p:tgtEl>
                                          <p:spTgt spid="62">
                                            <p:txEl>
                                              <p:pRg st="0" end="0"/>
                                            </p:txEl>
                                          </p:spTgt>
                                        </p:tgtEl>
                                        <p:attrNameLst>
                                          <p:attrName>style.visibility</p:attrName>
                                        </p:attrNameLst>
                                      </p:cBhvr>
                                      <p:to>
                                        <p:strVal val="visible"/>
                                      </p:to>
                                    </p:set>
                                    <p:animEffect transition="in" filter="wipe(right)">
                                      <p:cBhvr>
                                        <p:cTn id="86" dur="1000"/>
                                        <p:tgtEl>
                                          <p:spTgt spid="62">
                                            <p:txEl>
                                              <p:pRg st="0" end="0"/>
                                            </p:txEl>
                                          </p:spTgt>
                                        </p:tgtEl>
                                      </p:cBhvr>
                                    </p:animEffect>
                                  </p:childTnLst>
                                </p:cTn>
                              </p:par>
                              <p:par>
                                <p:cTn id="87" presetID="2" presetClass="entr" presetSubtype="2" decel="100000" fill="hold" grpId="0" nodeType="withEffect">
                                  <p:stCondLst>
                                    <p:cond delay="500"/>
                                  </p:stCondLst>
                                  <p:childTnLst>
                                    <p:set>
                                      <p:cBhvr>
                                        <p:cTn id="88" dur="1" fill="hold">
                                          <p:stCondLst>
                                            <p:cond delay="0"/>
                                          </p:stCondLst>
                                        </p:cTn>
                                        <p:tgtEl>
                                          <p:spTgt spid="76">
                                            <p:txEl>
                                              <p:pRg st="0" end="0"/>
                                            </p:txEl>
                                          </p:spTgt>
                                        </p:tgtEl>
                                        <p:attrNameLst>
                                          <p:attrName>style.visibility</p:attrName>
                                        </p:attrNameLst>
                                      </p:cBhvr>
                                      <p:to>
                                        <p:strVal val="visible"/>
                                      </p:to>
                                    </p:set>
                                    <p:anim calcmode="lin" valueType="num">
                                      <p:cBhvr additive="base">
                                        <p:cTn id="89" dur="1000" fill="hold"/>
                                        <p:tgtEl>
                                          <p:spTgt spid="76">
                                            <p:txEl>
                                              <p:pRg st="0" end="0"/>
                                            </p:txEl>
                                          </p:spTgt>
                                        </p:tgtEl>
                                        <p:attrNameLst>
                                          <p:attrName>ppt_x</p:attrName>
                                        </p:attrNameLst>
                                      </p:cBhvr>
                                      <p:tavLst>
                                        <p:tav tm="0">
                                          <p:val>
                                            <p:strVal val="1+#ppt_w/2"/>
                                          </p:val>
                                        </p:tav>
                                        <p:tav tm="100000">
                                          <p:val>
                                            <p:strVal val="#ppt_x"/>
                                          </p:val>
                                        </p:tav>
                                      </p:tavLst>
                                    </p:anim>
                                    <p:anim calcmode="lin" valueType="num">
                                      <p:cBhvr additive="base">
                                        <p:cTn id="90" dur="1000" fill="hold"/>
                                        <p:tgtEl>
                                          <p:spTgt spid="76">
                                            <p:txEl>
                                              <p:pRg st="0" end="0"/>
                                            </p:txEl>
                                          </p:spTgt>
                                        </p:tgtEl>
                                        <p:attrNameLst>
                                          <p:attrName>ppt_y</p:attrName>
                                        </p:attrNameLst>
                                      </p:cBhvr>
                                      <p:tavLst>
                                        <p:tav tm="0">
                                          <p:val>
                                            <p:strVal val="#ppt_y"/>
                                          </p:val>
                                        </p:tav>
                                        <p:tav tm="100000">
                                          <p:val>
                                            <p:strVal val="#ppt_y"/>
                                          </p:val>
                                        </p:tav>
                                      </p:tavLst>
                                    </p:anim>
                                  </p:childTnLst>
                                </p:cTn>
                              </p:par>
                            </p:childTnLst>
                          </p:cTn>
                        </p:par>
                        <p:par>
                          <p:cTn id="91" fill="hold">
                            <p:stCondLst>
                              <p:cond delay="5250"/>
                            </p:stCondLst>
                            <p:childTnLst>
                              <p:par>
                                <p:cTn id="92" presetID="2" presetClass="entr" presetSubtype="1" decel="100000" fill="hold" grpId="0" nodeType="afterEffect">
                                  <p:stCondLst>
                                    <p:cond delay="0"/>
                                  </p:stCondLst>
                                  <p:childTnLst>
                                    <p:set>
                                      <p:cBhvr>
                                        <p:cTn id="93" dur="1" fill="hold">
                                          <p:stCondLst>
                                            <p:cond delay="0"/>
                                          </p:stCondLst>
                                        </p:cTn>
                                        <p:tgtEl>
                                          <p:spTgt spid="65"/>
                                        </p:tgtEl>
                                        <p:attrNameLst>
                                          <p:attrName>style.visibility</p:attrName>
                                        </p:attrNameLst>
                                      </p:cBhvr>
                                      <p:to>
                                        <p:strVal val="visible"/>
                                      </p:to>
                                    </p:set>
                                    <p:anim calcmode="lin" valueType="num">
                                      <p:cBhvr additive="base">
                                        <p:cTn id="94" dur="1250" fill="hold"/>
                                        <p:tgtEl>
                                          <p:spTgt spid="65"/>
                                        </p:tgtEl>
                                        <p:attrNameLst>
                                          <p:attrName>ppt_x</p:attrName>
                                        </p:attrNameLst>
                                      </p:cBhvr>
                                      <p:tavLst>
                                        <p:tav tm="0">
                                          <p:val>
                                            <p:strVal val="#ppt_x"/>
                                          </p:val>
                                        </p:tav>
                                        <p:tav tm="100000">
                                          <p:val>
                                            <p:strVal val="#ppt_x"/>
                                          </p:val>
                                        </p:tav>
                                      </p:tavLst>
                                    </p:anim>
                                    <p:anim calcmode="lin" valueType="num">
                                      <p:cBhvr additive="base">
                                        <p:cTn id="95" dur="1250" fill="hold"/>
                                        <p:tgtEl>
                                          <p:spTgt spid="65"/>
                                        </p:tgtEl>
                                        <p:attrNameLst>
                                          <p:attrName>ppt_y</p:attrName>
                                        </p:attrNameLst>
                                      </p:cBhvr>
                                      <p:tavLst>
                                        <p:tav tm="0">
                                          <p:val>
                                            <p:strVal val="0-#ppt_h/2"/>
                                          </p:val>
                                        </p:tav>
                                        <p:tav tm="100000">
                                          <p:val>
                                            <p:strVal val="#ppt_y"/>
                                          </p:val>
                                        </p:tav>
                                      </p:tavLst>
                                    </p:anim>
                                  </p:childTnLst>
                                </p:cTn>
                              </p:par>
                              <p:par>
                                <p:cTn id="96" presetID="2" presetClass="entr" presetSubtype="1" decel="100000" fill="hold" grpId="0" nodeType="withEffect">
                                  <p:stCondLst>
                                    <p:cond delay="0"/>
                                  </p:stCondLst>
                                  <p:childTnLst>
                                    <p:set>
                                      <p:cBhvr>
                                        <p:cTn id="97" dur="1" fill="hold">
                                          <p:stCondLst>
                                            <p:cond delay="0"/>
                                          </p:stCondLst>
                                        </p:cTn>
                                        <p:tgtEl>
                                          <p:spTgt spid="66"/>
                                        </p:tgtEl>
                                        <p:attrNameLst>
                                          <p:attrName>style.visibility</p:attrName>
                                        </p:attrNameLst>
                                      </p:cBhvr>
                                      <p:to>
                                        <p:strVal val="visible"/>
                                      </p:to>
                                    </p:set>
                                    <p:anim calcmode="lin" valueType="num">
                                      <p:cBhvr additive="base">
                                        <p:cTn id="98" dur="1250" fill="hold"/>
                                        <p:tgtEl>
                                          <p:spTgt spid="66"/>
                                        </p:tgtEl>
                                        <p:attrNameLst>
                                          <p:attrName>ppt_x</p:attrName>
                                        </p:attrNameLst>
                                      </p:cBhvr>
                                      <p:tavLst>
                                        <p:tav tm="0">
                                          <p:val>
                                            <p:strVal val="#ppt_x"/>
                                          </p:val>
                                        </p:tav>
                                        <p:tav tm="100000">
                                          <p:val>
                                            <p:strVal val="#ppt_x"/>
                                          </p:val>
                                        </p:tav>
                                      </p:tavLst>
                                    </p:anim>
                                    <p:anim calcmode="lin" valueType="num">
                                      <p:cBhvr additive="base">
                                        <p:cTn id="99" dur="1250" fill="hold"/>
                                        <p:tgtEl>
                                          <p:spTgt spid="66"/>
                                        </p:tgtEl>
                                        <p:attrNameLst>
                                          <p:attrName>ppt_y</p:attrName>
                                        </p:attrNameLst>
                                      </p:cBhvr>
                                      <p:tavLst>
                                        <p:tav tm="0">
                                          <p:val>
                                            <p:strVal val="0-#ppt_h/2"/>
                                          </p:val>
                                        </p:tav>
                                        <p:tav tm="100000">
                                          <p:val>
                                            <p:strVal val="#ppt_y"/>
                                          </p:val>
                                        </p:tav>
                                      </p:tavLst>
                                    </p:anim>
                                  </p:childTnLst>
                                </p:cTn>
                              </p:par>
                              <p:par>
                                <p:cTn id="100" presetID="22" presetClass="entr" presetSubtype="8" fill="hold" grpId="1" nodeType="withEffect">
                                  <p:stCondLst>
                                    <p:cond delay="0"/>
                                  </p:stCondLst>
                                  <p:childTnLst>
                                    <p:set>
                                      <p:cBhvr>
                                        <p:cTn id="101" dur="1" fill="hold">
                                          <p:stCondLst>
                                            <p:cond delay="0"/>
                                          </p:stCondLst>
                                        </p:cTn>
                                        <p:tgtEl>
                                          <p:spTgt spid="66"/>
                                        </p:tgtEl>
                                        <p:attrNameLst>
                                          <p:attrName>style.visibility</p:attrName>
                                        </p:attrNameLst>
                                      </p:cBhvr>
                                      <p:to>
                                        <p:strVal val="visible"/>
                                      </p:to>
                                    </p:set>
                                    <p:animEffect transition="in" filter="wipe(left)">
                                      <p:cBhvr>
                                        <p:cTn id="102" dur="1250"/>
                                        <p:tgtEl>
                                          <p:spTgt spid="66"/>
                                        </p:tgtEl>
                                      </p:cBhvr>
                                    </p:animEffect>
                                  </p:childTnLst>
                                </p:cTn>
                              </p:par>
                              <p:par>
                                <p:cTn id="103" presetID="2" presetClass="entr" presetSubtype="1" decel="100000" fill="hold" grpId="0" nodeType="withEffect">
                                  <p:stCondLst>
                                    <p:cond delay="0"/>
                                  </p:stCondLst>
                                  <p:childTnLst>
                                    <p:set>
                                      <p:cBhvr>
                                        <p:cTn id="104" dur="1" fill="hold">
                                          <p:stCondLst>
                                            <p:cond delay="0"/>
                                          </p:stCondLst>
                                        </p:cTn>
                                        <p:tgtEl>
                                          <p:spTgt spid="71"/>
                                        </p:tgtEl>
                                        <p:attrNameLst>
                                          <p:attrName>style.visibility</p:attrName>
                                        </p:attrNameLst>
                                      </p:cBhvr>
                                      <p:to>
                                        <p:strVal val="visible"/>
                                      </p:to>
                                    </p:set>
                                    <p:anim calcmode="lin" valueType="num">
                                      <p:cBhvr additive="base">
                                        <p:cTn id="105" dur="1250" fill="hold"/>
                                        <p:tgtEl>
                                          <p:spTgt spid="71"/>
                                        </p:tgtEl>
                                        <p:attrNameLst>
                                          <p:attrName>ppt_x</p:attrName>
                                        </p:attrNameLst>
                                      </p:cBhvr>
                                      <p:tavLst>
                                        <p:tav tm="0">
                                          <p:val>
                                            <p:strVal val="#ppt_x"/>
                                          </p:val>
                                        </p:tav>
                                        <p:tav tm="100000">
                                          <p:val>
                                            <p:strVal val="#ppt_x"/>
                                          </p:val>
                                        </p:tav>
                                      </p:tavLst>
                                    </p:anim>
                                    <p:anim calcmode="lin" valueType="num">
                                      <p:cBhvr additive="base">
                                        <p:cTn id="106" dur="1250" fill="hold"/>
                                        <p:tgtEl>
                                          <p:spTgt spid="71"/>
                                        </p:tgtEl>
                                        <p:attrNameLst>
                                          <p:attrName>ppt_y</p:attrName>
                                        </p:attrNameLst>
                                      </p:cBhvr>
                                      <p:tavLst>
                                        <p:tav tm="0">
                                          <p:val>
                                            <p:strVal val="0-#ppt_h/2"/>
                                          </p:val>
                                        </p:tav>
                                        <p:tav tm="100000">
                                          <p:val>
                                            <p:strVal val="#ppt_y"/>
                                          </p:val>
                                        </p:tav>
                                      </p:tavLst>
                                    </p:anim>
                                  </p:childTnLst>
                                </p:cTn>
                              </p:par>
                              <p:par>
                                <p:cTn id="107" presetID="2" presetClass="entr" presetSubtype="1" decel="100000" fill="hold" grpId="0" nodeType="withEffect">
                                  <p:stCondLst>
                                    <p:cond delay="0"/>
                                  </p:stCondLst>
                                  <p:childTnLst>
                                    <p:set>
                                      <p:cBhvr>
                                        <p:cTn id="108" dur="1" fill="hold">
                                          <p:stCondLst>
                                            <p:cond delay="0"/>
                                          </p:stCondLst>
                                        </p:cTn>
                                        <p:tgtEl>
                                          <p:spTgt spid="61">
                                            <p:txEl>
                                              <p:pRg st="0" end="0"/>
                                            </p:txEl>
                                          </p:spTgt>
                                        </p:tgtEl>
                                        <p:attrNameLst>
                                          <p:attrName>style.visibility</p:attrName>
                                        </p:attrNameLst>
                                      </p:cBhvr>
                                      <p:to>
                                        <p:strVal val="visible"/>
                                      </p:to>
                                    </p:set>
                                    <p:anim calcmode="lin" valueType="num">
                                      <p:cBhvr additive="base">
                                        <p:cTn id="109" dur="1250" fill="hold"/>
                                        <p:tgtEl>
                                          <p:spTgt spid="61">
                                            <p:txEl>
                                              <p:pRg st="0" end="0"/>
                                            </p:txEl>
                                          </p:spTgt>
                                        </p:tgtEl>
                                        <p:attrNameLst>
                                          <p:attrName>ppt_x</p:attrName>
                                        </p:attrNameLst>
                                      </p:cBhvr>
                                      <p:tavLst>
                                        <p:tav tm="0">
                                          <p:val>
                                            <p:strVal val="#ppt_x"/>
                                          </p:val>
                                        </p:tav>
                                        <p:tav tm="100000">
                                          <p:val>
                                            <p:strVal val="#ppt_x"/>
                                          </p:val>
                                        </p:tav>
                                      </p:tavLst>
                                    </p:anim>
                                    <p:anim calcmode="lin" valueType="num">
                                      <p:cBhvr additive="base">
                                        <p:cTn id="110" dur="1250" fill="hold"/>
                                        <p:tgtEl>
                                          <p:spTgt spid="61">
                                            <p:txEl>
                                              <p:pRg st="0" end="0"/>
                                            </p:txEl>
                                          </p:spTgt>
                                        </p:tgtEl>
                                        <p:attrNameLst>
                                          <p:attrName>ppt_y</p:attrName>
                                        </p:attrNameLst>
                                      </p:cBhvr>
                                      <p:tavLst>
                                        <p:tav tm="0">
                                          <p:val>
                                            <p:strVal val="0-#ppt_h/2"/>
                                          </p:val>
                                        </p:tav>
                                        <p:tav tm="100000">
                                          <p:val>
                                            <p:strVal val="#ppt_y"/>
                                          </p:val>
                                        </p:tav>
                                      </p:tavLst>
                                    </p:anim>
                                  </p:childTnLst>
                                </p:cTn>
                              </p:par>
                              <p:par>
                                <p:cTn id="111" presetID="22" presetClass="entr" presetSubtype="2" fill="hold" grpId="1" nodeType="withEffect">
                                  <p:stCondLst>
                                    <p:cond delay="0"/>
                                  </p:stCondLst>
                                  <p:childTnLst>
                                    <p:set>
                                      <p:cBhvr>
                                        <p:cTn id="112" dur="1" fill="hold">
                                          <p:stCondLst>
                                            <p:cond delay="0"/>
                                          </p:stCondLst>
                                        </p:cTn>
                                        <p:tgtEl>
                                          <p:spTgt spid="61">
                                            <p:txEl>
                                              <p:pRg st="0" end="0"/>
                                            </p:txEl>
                                          </p:spTgt>
                                        </p:tgtEl>
                                        <p:attrNameLst>
                                          <p:attrName>style.visibility</p:attrName>
                                        </p:attrNameLst>
                                      </p:cBhvr>
                                      <p:to>
                                        <p:strVal val="visible"/>
                                      </p:to>
                                    </p:set>
                                    <p:animEffect transition="in" filter="wipe(right)">
                                      <p:cBhvr>
                                        <p:cTn id="113" dur="1000"/>
                                        <p:tgtEl>
                                          <p:spTgt spid="61">
                                            <p:txEl>
                                              <p:pRg st="0" end="0"/>
                                            </p:txEl>
                                          </p:spTgt>
                                        </p:tgtEl>
                                      </p:cBhvr>
                                    </p:animEffect>
                                  </p:childTnLst>
                                </p:cTn>
                              </p:par>
                              <p:par>
                                <p:cTn id="114" presetID="2" presetClass="entr" presetSubtype="1" decel="100000" fill="hold" grpId="0" nodeType="withEffect">
                                  <p:stCondLst>
                                    <p:cond delay="0"/>
                                  </p:stCondLst>
                                  <p:childTnLst>
                                    <p:set>
                                      <p:cBhvr>
                                        <p:cTn id="115" dur="1" fill="hold">
                                          <p:stCondLst>
                                            <p:cond delay="0"/>
                                          </p:stCondLst>
                                        </p:cTn>
                                        <p:tgtEl>
                                          <p:spTgt spid="30"/>
                                        </p:tgtEl>
                                        <p:attrNameLst>
                                          <p:attrName>style.visibility</p:attrName>
                                        </p:attrNameLst>
                                      </p:cBhvr>
                                      <p:to>
                                        <p:strVal val="visible"/>
                                      </p:to>
                                    </p:set>
                                    <p:anim calcmode="lin" valueType="num">
                                      <p:cBhvr additive="base">
                                        <p:cTn id="116" dur="1250" fill="hold"/>
                                        <p:tgtEl>
                                          <p:spTgt spid="30"/>
                                        </p:tgtEl>
                                        <p:attrNameLst>
                                          <p:attrName>ppt_x</p:attrName>
                                        </p:attrNameLst>
                                      </p:cBhvr>
                                      <p:tavLst>
                                        <p:tav tm="0">
                                          <p:val>
                                            <p:strVal val="#ppt_x"/>
                                          </p:val>
                                        </p:tav>
                                        <p:tav tm="100000">
                                          <p:val>
                                            <p:strVal val="#ppt_x"/>
                                          </p:val>
                                        </p:tav>
                                      </p:tavLst>
                                    </p:anim>
                                    <p:anim calcmode="lin" valueType="num">
                                      <p:cBhvr additive="base">
                                        <p:cTn id="117" dur="1250" fill="hold"/>
                                        <p:tgtEl>
                                          <p:spTgt spid="30"/>
                                        </p:tgtEl>
                                        <p:attrNameLst>
                                          <p:attrName>ppt_y</p:attrName>
                                        </p:attrNameLst>
                                      </p:cBhvr>
                                      <p:tavLst>
                                        <p:tav tm="0">
                                          <p:val>
                                            <p:strVal val="0-#ppt_h/2"/>
                                          </p:val>
                                        </p:tav>
                                        <p:tav tm="100000">
                                          <p:val>
                                            <p:strVal val="#ppt_y"/>
                                          </p:val>
                                        </p:tav>
                                      </p:tavLst>
                                    </p:anim>
                                  </p:childTnLst>
                                </p:cTn>
                              </p:par>
                              <p:par>
                                <p:cTn id="118" presetID="22" presetClass="entr" presetSubtype="2" fill="hold" grpId="1" nodeType="withEffect">
                                  <p:stCondLst>
                                    <p:cond delay="0"/>
                                  </p:stCondLst>
                                  <p:childTnLst>
                                    <p:set>
                                      <p:cBhvr>
                                        <p:cTn id="119" dur="1" fill="hold">
                                          <p:stCondLst>
                                            <p:cond delay="0"/>
                                          </p:stCondLst>
                                        </p:cTn>
                                        <p:tgtEl>
                                          <p:spTgt spid="30"/>
                                        </p:tgtEl>
                                        <p:attrNameLst>
                                          <p:attrName>style.visibility</p:attrName>
                                        </p:attrNameLst>
                                      </p:cBhvr>
                                      <p:to>
                                        <p:strVal val="visible"/>
                                      </p:to>
                                    </p:set>
                                    <p:animEffect transition="in" filter="wipe(right)">
                                      <p:cBhvr>
                                        <p:cTn id="120" dur="1250"/>
                                        <p:tgtEl>
                                          <p:spTgt spid="30"/>
                                        </p:tgtEl>
                                      </p:cBhvr>
                                    </p:animEffect>
                                  </p:childTnLst>
                                </p:cTn>
                              </p:par>
                              <p:par>
                                <p:cTn id="121" presetID="2" presetClass="entr" presetSubtype="2" decel="100000" fill="hold" grpId="0" nodeType="withEffect">
                                  <p:stCondLst>
                                    <p:cond delay="500"/>
                                  </p:stCondLst>
                                  <p:childTnLst>
                                    <p:set>
                                      <p:cBhvr>
                                        <p:cTn id="122" dur="1" fill="hold">
                                          <p:stCondLst>
                                            <p:cond delay="0"/>
                                          </p:stCondLst>
                                        </p:cTn>
                                        <p:tgtEl>
                                          <p:spTgt spid="75">
                                            <p:txEl>
                                              <p:pRg st="0" end="0"/>
                                            </p:txEl>
                                          </p:spTgt>
                                        </p:tgtEl>
                                        <p:attrNameLst>
                                          <p:attrName>style.visibility</p:attrName>
                                        </p:attrNameLst>
                                      </p:cBhvr>
                                      <p:to>
                                        <p:strVal val="visible"/>
                                      </p:to>
                                    </p:set>
                                    <p:anim calcmode="lin" valueType="num">
                                      <p:cBhvr additive="base">
                                        <p:cTn id="123" dur="1000" fill="hold"/>
                                        <p:tgtEl>
                                          <p:spTgt spid="75">
                                            <p:txEl>
                                              <p:pRg st="0" end="0"/>
                                            </p:txEl>
                                          </p:spTgt>
                                        </p:tgtEl>
                                        <p:attrNameLst>
                                          <p:attrName>ppt_x</p:attrName>
                                        </p:attrNameLst>
                                      </p:cBhvr>
                                      <p:tavLst>
                                        <p:tav tm="0">
                                          <p:val>
                                            <p:strVal val="1+#ppt_w/2"/>
                                          </p:val>
                                        </p:tav>
                                        <p:tav tm="100000">
                                          <p:val>
                                            <p:strVal val="#ppt_x"/>
                                          </p:val>
                                        </p:tav>
                                      </p:tavLst>
                                    </p:anim>
                                    <p:anim calcmode="lin" valueType="num">
                                      <p:cBhvr additive="base">
                                        <p:cTn id="124" dur="1000" fill="hold"/>
                                        <p:tgtEl>
                                          <p:spTgt spid="75">
                                            <p:txEl>
                                              <p:pRg st="0" end="0"/>
                                            </p:txEl>
                                          </p:spTgt>
                                        </p:tgtEl>
                                        <p:attrNameLst>
                                          <p:attrName>ppt_y</p:attrName>
                                        </p:attrNameLst>
                                      </p:cBhvr>
                                      <p:tavLst>
                                        <p:tav tm="0">
                                          <p:val>
                                            <p:strVal val="#ppt_y"/>
                                          </p:val>
                                        </p:tav>
                                        <p:tav tm="100000">
                                          <p:val>
                                            <p:strVal val="#ppt_y"/>
                                          </p:val>
                                        </p:tav>
                                      </p:tavLst>
                                    </p:anim>
                                  </p:childTnLst>
                                </p:cTn>
                              </p:par>
                            </p:childTnLst>
                          </p:cTn>
                        </p:par>
                        <p:par>
                          <p:cTn id="125" fill="hold">
                            <p:stCondLst>
                              <p:cond delay="6750"/>
                            </p:stCondLst>
                            <p:childTnLst>
                              <p:par>
                                <p:cTn id="126" presetID="2" presetClass="entr" presetSubtype="1" decel="100000" fill="hold" grpId="0" nodeType="afterEffect">
                                  <p:stCondLst>
                                    <p:cond delay="0"/>
                                  </p:stCondLst>
                                  <p:childTnLst>
                                    <p:set>
                                      <p:cBhvr>
                                        <p:cTn id="127" dur="1" fill="hold">
                                          <p:stCondLst>
                                            <p:cond delay="0"/>
                                          </p:stCondLst>
                                        </p:cTn>
                                        <p:tgtEl>
                                          <p:spTgt spid="70"/>
                                        </p:tgtEl>
                                        <p:attrNameLst>
                                          <p:attrName>style.visibility</p:attrName>
                                        </p:attrNameLst>
                                      </p:cBhvr>
                                      <p:to>
                                        <p:strVal val="visible"/>
                                      </p:to>
                                    </p:set>
                                    <p:anim calcmode="lin" valueType="num">
                                      <p:cBhvr additive="base">
                                        <p:cTn id="128" dur="1250" fill="hold"/>
                                        <p:tgtEl>
                                          <p:spTgt spid="70"/>
                                        </p:tgtEl>
                                        <p:attrNameLst>
                                          <p:attrName>ppt_x</p:attrName>
                                        </p:attrNameLst>
                                      </p:cBhvr>
                                      <p:tavLst>
                                        <p:tav tm="0">
                                          <p:val>
                                            <p:strVal val="#ppt_x"/>
                                          </p:val>
                                        </p:tav>
                                        <p:tav tm="100000">
                                          <p:val>
                                            <p:strVal val="#ppt_x"/>
                                          </p:val>
                                        </p:tav>
                                      </p:tavLst>
                                    </p:anim>
                                    <p:anim calcmode="lin" valueType="num">
                                      <p:cBhvr additive="base">
                                        <p:cTn id="129" dur="1250" fill="hold"/>
                                        <p:tgtEl>
                                          <p:spTgt spid="70"/>
                                        </p:tgtEl>
                                        <p:attrNameLst>
                                          <p:attrName>ppt_y</p:attrName>
                                        </p:attrNameLst>
                                      </p:cBhvr>
                                      <p:tavLst>
                                        <p:tav tm="0">
                                          <p:val>
                                            <p:strVal val="0-#ppt_h/2"/>
                                          </p:val>
                                        </p:tav>
                                        <p:tav tm="100000">
                                          <p:val>
                                            <p:strVal val="#ppt_y"/>
                                          </p:val>
                                        </p:tav>
                                      </p:tavLst>
                                    </p:anim>
                                  </p:childTnLst>
                                </p:cTn>
                              </p:par>
                              <p:par>
                                <p:cTn id="130" presetID="2" presetClass="entr" presetSubtype="1" decel="100000" fill="hold" grpId="0" nodeType="withEffect">
                                  <p:stCondLst>
                                    <p:cond delay="0"/>
                                  </p:stCondLst>
                                  <p:childTnLst>
                                    <p:set>
                                      <p:cBhvr>
                                        <p:cTn id="131" dur="1" fill="hold">
                                          <p:stCondLst>
                                            <p:cond delay="0"/>
                                          </p:stCondLst>
                                        </p:cTn>
                                        <p:tgtEl>
                                          <p:spTgt spid="59">
                                            <p:txEl>
                                              <p:pRg st="0" end="0"/>
                                            </p:txEl>
                                          </p:spTgt>
                                        </p:tgtEl>
                                        <p:attrNameLst>
                                          <p:attrName>style.visibility</p:attrName>
                                        </p:attrNameLst>
                                      </p:cBhvr>
                                      <p:to>
                                        <p:strVal val="visible"/>
                                      </p:to>
                                    </p:set>
                                    <p:anim calcmode="lin" valueType="num">
                                      <p:cBhvr additive="base">
                                        <p:cTn id="132" dur="1250" fill="hold"/>
                                        <p:tgtEl>
                                          <p:spTgt spid="59">
                                            <p:txEl>
                                              <p:pRg st="0" end="0"/>
                                            </p:txEl>
                                          </p:spTgt>
                                        </p:tgtEl>
                                        <p:attrNameLst>
                                          <p:attrName>ppt_x</p:attrName>
                                        </p:attrNameLst>
                                      </p:cBhvr>
                                      <p:tavLst>
                                        <p:tav tm="0">
                                          <p:val>
                                            <p:strVal val="#ppt_x"/>
                                          </p:val>
                                        </p:tav>
                                        <p:tav tm="100000">
                                          <p:val>
                                            <p:strVal val="#ppt_x"/>
                                          </p:val>
                                        </p:tav>
                                      </p:tavLst>
                                    </p:anim>
                                    <p:anim calcmode="lin" valueType="num">
                                      <p:cBhvr additive="base">
                                        <p:cTn id="133" dur="1250" fill="hold"/>
                                        <p:tgtEl>
                                          <p:spTgt spid="59">
                                            <p:txEl>
                                              <p:pRg st="0" end="0"/>
                                            </p:txEl>
                                          </p:spTgt>
                                        </p:tgtEl>
                                        <p:attrNameLst>
                                          <p:attrName>ppt_y</p:attrName>
                                        </p:attrNameLst>
                                      </p:cBhvr>
                                      <p:tavLst>
                                        <p:tav tm="0">
                                          <p:val>
                                            <p:strVal val="0-#ppt_h/2"/>
                                          </p:val>
                                        </p:tav>
                                        <p:tav tm="100000">
                                          <p:val>
                                            <p:strVal val="#ppt_y"/>
                                          </p:val>
                                        </p:tav>
                                      </p:tavLst>
                                    </p:anim>
                                  </p:childTnLst>
                                </p:cTn>
                              </p:par>
                              <p:par>
                                <p:cTn id="134" presetID="22" presetClass="entr" presetSubtype="2" fill="hold" grpId="1" nodeType="withEffect">
                                  <p:stCondLst>
                                    <p:cond delay="0"/>
                                  </p:stCondLst>
                                  <p:childTnLst>
                                    <p:set>
                                      <p:cBhvr>
                                        <p:cTn id="135" dur="1" fill="hold">
                                          <p:stCondLst>
                                            <p:cond delay="0"/>
                                          </p:stCondLst>
                                        </p:cTn>
                                        <p:tgtEl>
                                          <p:spTgt spid="59">
                                            <p:txEl>
                                              <p:pRg st="0" end="0"/>
                                            </p:txEl>
                                          </p:spTgt>
                                        </p:tgtEl>
                                        <p:attrNameLst>
                                          <p:attrName>style.visibility</p:attrName>
                                        </p:attrNameLst>
                                      </p:cBhvr>
                                      <p:to>
                                        <p:strVal val="visible"/>
                                      </p:to>
                                    </p:set>
                                    <p:animEffect transition="in" filter="wipe(right)">
                                      <p:cBhvr>
                                        <p:cTn id="136" dur="1000"/>
                                        <p:tgtEl>
                                          <p:spTgt spid="59">
                                            <p:txEl>
                                              <p:pRg st="0" end="0"/>
                                            </p:txEl>
                                          </p:spTgt>
                                        </p:tgtEl>
                                      </p:cBhvr>
                                    </p:animEffect>
                                  </p:childTnLst>
                                </p:cTn>
                              </p:par>
                              <p:par>
                                <p:cTn id="137" presetID="2" presetClass="entr" presetSubtype="1" decel="100000" fill="hold" grpId="0" nodeType="withEffect">
                                  <p:stCondLst>
                                    <p:cond delay="0"/>
                                  </p:stCondLst>
                                  <p:childTnLst>
                                    <p:set>
                                      <p:cBhvr>
                                        <p:cTn id="138" dur="1" fill="hold">
                                          <p:stCondLst>
                                            <p:cond delay="0"/>
                                          </p:stCondLst>
                                        </p:cTn>
                                        <p:tgtEl>
                                          <p:spTgt spid="78"/>
                                        </p:tgtEl>
                                        <p:attrNameLst>
                                          <p:attrName>style.visibility</p:attrName>
                                        </p:attrNameLst>
                                      </p:cBhvr>
                                      <p:to>
                                        <p:strVal val="visible"/>
                                      </p:to>
                                    </p:set>
                                    <p:anim calcmode="lin" valueType="num">
                                      <p:cBhvr additive="base">
                                        <p:cTn id="139" dur="1250" fill="hold"/>
                                        <p:tgtEl>
                                          <p:spTgt spid="78"/>
                                        </p:tgtEl>
                                        <p:attrNameLst>
                                          <p:attrName>ppt_x</p:attrName>
                                        </p:attrNameLst>
                                      </p:cBhvr>
                                      <p:tavLst>
                                        <p:tav tm="0">
                                          <p:val>
                                            <p:strVal val="#ppt_x"/>
                                          </p:val>
                                        </p:tav>
                                        <p:tav tm="100000">
                                          <p:val>
                                            <p:strVal val="#ppt_x"/>
                                          </p:val>
                                        </p:tav>
                                      </p:tavLst>
                                    </p:anim>
                                    <p:anim calcmode="lin" valueType="num">
                                      <p:cBhvr additive="base">
                                        <p:cTn id="140" dur="1250" fill="hold"/>
                                        <p:tgtEl>
                                          <p:spTgt spid="78"/>
                                        </p:tgtEl>
                                        <p:attrNameLst>
                                          <p:attrName>ppt_y</p:attrName>
                                        </p:attrNameLst>
                                      </p:cBhvr>
                                      <p:tavLst>
                                        <p:tav tm="0">
                                          <p:val>
                                            <p:strVal val="0-#ppt_h/2"/>
                                          </p:val>
                                        </p:tav>
                                        <p:tav tm="100000">
                                          <p:val>
                                            <p:strVal val="#ppt_y"/>
                                          </p:val>
                                        </p:tav>
                                      </p:tavLst>
                                    </p:anim>
                                  </p:childTnLst>
                                </p:cTn>
                              </p:par>
                              <p:par>
                                <p:cTn id="141" presetID="22" presetClass="entr" presetSubtype="2" fill="hold" grpId="1" nodeType="withEffect">
                                  <p:stCondLst>
                                    <p:cond delay="0"/>
                                  </p:stCondLst>
                                  <p:childTnLst>
                                    <p:set>
                                      <p:cBhvr>
                                        <p:cTn id="142" dur="1" fill="hold">
                                          <p:stCondLst>
                                            <p:cond delay="0"/>
                                          </p:stCondLst>
                                        </p:cTn>
                                        <p:tgtEl>
                                          <p:spTgt spid="78"/>
                                        </p:tgtEl>
                                        <p:attrNameLst>
                                          <p:attrName>style.visibility</p:attrName>
                                        </p:attrNameLst>
                                      </p:cBhvr>
                                      <p:to>
                                        <p:strVal val="visible"/>
                                      </p:to>
                                    </p:set>
                                    <p:animEffect transition="in" filter="wipe(right)">
                                      <p:cBhvr>
                                        <p:cTn id="143" dur="1250"/>
                                        <p:tgtEl>
                                          <p:spTgt spid="78"/>
                                        </p:tgtEl>
                                      </p:cBhvr>
                                    </p:animEffect>
                                  </p:childTnLst>
                                </p:cTn>
                              </p:par>
                              <p:par>
                                <p:cTn id="144" presetID="2" presetClass="entr" presetSubtype="1" decel="100000" fill="hold" grpId="0" nodeType="withEffect">
                                  <p:stCondLst>
                                    <p:cond delay="0"/>
                                  </p:stCondLst>
                                  <p:childTnLst>
                                    <p:set>
                                      <p:cBhvr>
                                        <p:cTn id="145" dur="1" fill="hold">
                                          <p:stCondLst>
                                            <p:cond delay="0"/>
                                          </p:stCondLst>
                                        </p:cTn>
                                        <p:tgtEl>
                                          <p:spTgt spid="15"/>
                                        </p:tgtEl>
                                        <p:attrNameLst>
                                          <p:attrName>style.visibility</p:attrName>
                                        </p:attrNameLst>
                                      </p:cBhvr>
                                      <p:to>
                                        <p:strVal val="visible"/>
                                      </p:to>
                                    </p:set>
                                    <p:anim calcmode="lin" valueType="num">
                                      <p:cBhvr additive="base">
                                        <p:cTn id="146" dur="1250" fill="hold"/>
                                        <p:tgtEl>
                                          <p:spTgt spid="15"/>
                                        </p:tgtEl>
                                        <p:attrNameLst>
                                          <p:attrName>ppt_x</p:attrName>
                                        </p:attrNameLst>
                                      </p:cBhvr>
                                      <p:tavLst>
                                        <p:tav tm="0">
                                          <p:val>
                                            <p:strVal val="#ppt_x"/>
                                          </p:val>
                                        </p:tav>
                                        <p:tav tm="100000">
                                          <p:val>
                                            <p:strVal val="#ppt_x"/>
                                          </p:val>
                                        </p:tav>
                                      </p:tavLst>
                                    </p:anim>
                                    <p:anim calcmode="lin" valueType="num">
                                      <p:cBhvr additive="base">
                                        <p:cTn id="147" dur="1250" fill="hold"/>
                                        <p:tgtEl>
                                          <p:spTgt spid="15"/>
                                        </p:tgtEl>
                                        <p:attrNameLst>
                                          <p:attrName>ppt_y</p:attrName>
                                        </p:attrNameLst>
                                      </p:cBhvr>
                                      <p:tavLst>
                                        <p:tav tm="0">
                                          <p:val>
                                            <p:strVal val="0-#ppt_h/2"/>
                                          </p:val>
                                        </p:tav>
                                        <p:tav tm="100000">
                                          <p:val>
                                            <p:strVal val="#ppt_y"/>
                                          </p:val>
                                        </p:tav>
                                      </p:tavLst>
                                    </p:anim>
                                  </p:childTnLst>
                                </p:cTn>
                              </p:par>
                              <p:par>
                                <p:cTn id="148" presetID="2" presetClass="entr" presetSubtype="1" decel="100000" fill="hold" grpId="0" nodeType="withEffect">
                                  <p:stCondLst>
                                    <p:cond delay="0"/>
                                  </p:stCondLst>
                                  <p:childTnLst>
                                    <p:set>
                                      <p:cBhvr>
                                        <p:cTn id="149" dur="1" fill="hold">
                                          <p:stCondLst>
                                            <p:cond delay="0"/>
                                          </p:stCondLst>
                                        </p:cTn>
                                        <p:tgtEl>
                                          <p:spTgt spid="68"/>
                                        </p:tgtEl>
                                        <p:attrNameLst>
                                          <p:attrName>style.visibility</p:attrName>
                                        </p:attrNameLst>
                                      </p:cBhvr>
                                      <p:to>
                                        <p:strVal val="visible"/>
                                      </p:to>
                                    </p:set>
                                    <p:anim calcmode="lin" valueType="num">
                                      <p:cBhvr additive="base">
                                        <p:cTn id="150" dur="1250" fill="hold"/>
                                        <p:tgtEl>
                                          <p:spTgt spid="68"/>
                                        </p:tgtEl>
                                        <p:attrNameLst>
                                          <p:attrName>ppt_x</p:attrName>
                                        </p:attrNameLst>
                                      </p:cBhvr>
                                      <p:tavLst>
                                        <p:tav tm="0">
                                          <p:val>
                                            <p:strVal val="#ppt_x"/>
                                          </p:val>
                                        </p:tav>
                                        <p:tav tm="100000">
                                          <p:val>
                                            <p:strVal val="#ppt_x"/>
                                          </p:val>
                                        </p:tav>
                                      </p:tavLst>
                                    </p:anim>
                                    <p:anim calcmode="lin" valueType="num">
                                      <p:cBhvr additive="base">
                                        <p:cTn id="151" dur="1250" fill="hold"/>
                                        <p:tgtEl>
                                          <p:spTgt spid="68"/>
                                        </p:tgtEl>
                                        <p:attrNameLst>
                                          <p:attrName>ppt_y</p:attrName>
                                        </p:attrNameLst>
                                      </p:cBhvr>
                                      <p:tavLst>
                                        <p:tav tm="0">
                                          <p:val>
                                            <p:strVal val="0-#ppt_h/2"/>
                                          </p:val>
                                        </p:tav>
                                        <p:tav tm="100000">
                                          <p:val>
                                            <p:strVal val="#ppt_y"/>
                                          </p:val>
                                        </p:tav>
                                      </p:tavLst>
                                    </p:anim>
                                  </p:childTnLst>
                                </p:cTn>
                              </p:par>
                              <p:par>
                                <p:cTn id="152" presetID="22" presetClass="entr" presetSubtype="8" fill="hold" grpId="1" nodeType="withEffect">
                                  <p:stCondLst>
                                    <p:cond delay="0"/>
                                  </p:stCondLst>
                                  <p:childTnLst>
                                    <p:set>
                                      <p:cBhvr>
                                        <p:cTn id="153" dur="1" fill="hold">
                                          <p:stCondLst>
                                            <p:cond delay="0"/>
                                          </p:stCondLst>
                                        </p:cTn>
                                        <p:tgtEl>
                                          <p:spTgt spid="68"/>
                                        </p:tgtEl>
                                        <p:attrNameLst>
                                          <p:attrName>style.visibility</p:attrName>
                                        </p:attrNameLst>
                                      </p:cBhvr>
                                      <p:to>
                                        <p:strVal val="visible"/>
                                      </p:to>
                                    </p:set>
                                    <p:animEffect transition="in" filter="wipe(left)">
                                      <p:cBhvr>
                                        <p:cTn id="154" dur="1250"/>
                                        <p:tgtEl>
                                          <p:spTgt spid="68"/>
                                        </p:tgtEl>
                                      </p:cBhvr>
                                    </p:animEffect>
                                  </p:childTnLst>
                                </p:cTn>
                              </p:par>
                              <p:par>
                                <p:cTn id="155" presetID="2" presetClass="entr" presetSubtype="2" decel="100000" fill="hold" grpId="0" nodeType="withEffect">
                                  <p:stCondLst>
                                    <p:cond delay="500"/>
                                  </p:stCondLst>
                                  <p:childTnLst>
                                    <p:set>
                                      <p:cBhvr>
                                        <p:cTn id="156" dur="1" fill="hold">
                                          <p:stCondLst>
                                            <p:cond delay="0"/>
                                          </p:stCondLst>
                                        </p:cTn>
                                        <p:tgtEl>
                                          <p:spTgt spid="74">
                                            <p:txEl>
                                              <p:pRg st="0" end="0"/>
                                            </p:txEl>
                                          </p:spTgt>
                                        </p:tgtEl>
                                        <p:attrNameLst>
                                          <p:attrName>style.visibility</p:attrName>
                                        </p:attrNameLst>
                                      </p:cBhvr>
                                      <p:to>
                                        <p:strVal val="visible"/>
                                      </p:to>
                                    </p:set>
                                    <p:anim calcmode="lin" valueType="num">
                                      <p:cBhvr additive="base">
                                        <p:cTn id="157" dur="1000" fill="hold"/>
                                        <p:tgtEl>
                                          <p:spTgt spid="74">
                                            <p:txEl>
                                              <p:pRg st="0" end="0"/>
                                            </p:txEl>
                                          </p:spTgt>
                                        </p:tgtEl>
                                        <p:attrNameLst>
                                          <p:attrName>ppt_x</p:attrName>
                                        </p:attrNameLst>
                                      </p:cBhvr>
                                      <p:tavLst>
                                        <p:tav tm="0">
                                          <p:val>
                                            <p:strVal val="1+#ppt_w/2"/>
                                          </p:val>
                                        </p:tav>
                                        <p:tav tm="100000">
                                          <p:val>
                                            <p:strVal val="#ppt_x"/>
                                          </p:val>
                                        </p:tav>
                                      </p:tavLst>
                                    </p:anim>
                                    <p:anim calcmode="lin" valueType="num">
                                      <p:cBhvr additive="base">
                                        <p:cTn id="158" dur="1000" fill="hold"/>
                                        <p:tgtEl>
                                          <p:spTgt spid="7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8" grpId="1" animBg="1"/>
      <p:bldP spid="68" grpId="0" animBg="1"/>
      <p:bldP spid="68" grpId="1" animBg="1"/>
      <p:bldP spid="36" grpId="0" animBg="1"/>
      <p:bldP spid="36" grpId="1" animBg="1"/>
      <p:bldP spid="30" grpId="0" animBg="1"/>
      <p:bldP spid="30" grpId="1" animBg="1"/>
      <p:bldP spid="33" grpId="0" animBg="1"/>
      <p:bldP spid="33" grpId="1" animBg="1"/>
      <p:bldP spid="66" grpId="0" animBg="1"/>
      <p:bldP spid="66" grpId="1" animBg="1"/>
      <p:bldP spid="63" grpId="0" animBg="1"/>
      <p:bldP spid="63" grpId="1" animBg="1"/>
      <p:bldP spid="59" grpId="0" build="p">
        <p:tmplLst>
          <p:tmpl lvl="1">
            <p:tnLst>
              <p:par>
                <p:cTn presetID="2" presetClass="entr" presetSubtype="1" decel="100000" fill="hold" nodeType="withEffect">
                  <p:stCondLst>
                    <p:cond delay="0"/>
                  </p:stCondLst>
                  <p:childTnLst>
                    <p:set>
                      <p:cBhvr>
                        <p:cTn dur="1" fill="hold">
                          <p:stCondLst>
                            <p:cond delay="0"/>
                          </p:stCondLst>
                        </p:cTn>
                        <p:tgtEl>
                          <p:spTgt spid="59"/>
                        </p:tgtEl>
                        <p:attrNameLst>
                          <p:attrName>style.visibility</p:attrName>
                        </p:attrNameLst>
                      </p:cBhvr>
                      <p:to>
                        <p:strVal val="visible"/>
                      </p:to>
                    </p:set>
                    <p:anim calcmode="lin" valueType="num">
                      <p:cBhvr additive="base">
                        <p:cTn dur="1250" fill="hold"/>
                        <p:tgtEl>
                          <p:spTgt spid="59"/>
                        </p:tgtEl>
                        <p:attrNameLst>
                          <p:attrName>ppt_x</p:attrName>
                        </p:attrNameLst>
                      </p:cBhvr>
                      <p:tavLst>
                        <p:tav tm="0">
                          <p:val>
                            <p:strVal val="#ppt_x"/>
                          </p:val>
                        </p:tav>
                        <p:tav tm="100000">
                          <p:val>
                            <p:strVal val="#ppt_x"/>
                          </p:val>
                        </p:tav>
                      </p:tavLst>
                    </p:anim>
                    <p:anim calcmode="lin" valueType="num">
                      <p:cBhvr additive="base">
                        <p:cTn dur="1250" fill="hold"/>
                        <p:tgtEl>
                          <p:spTgt spid="59"/>
                        </p:tgtEl>
                        <p:attrNameLst>
                          <p:attrName>ppt_y</p:attrName>
                        </p:attrNameLst>
                      </p:cBhvr>
                      <p:tavLst>
                        <p:tav tm="0">
                          <p:val>
                            <p:strVal val="0-#ppt_h/2"/>
                          </p:val>
                        </p:tav>
                        <p:tav tm="100000">
                          <p:val>
                            <p:strVal val="#ppt_y"/>
                          </p:val>
                        </p:tav>
                      </p:tavLst>
                    </p:anim>
                  </p:childTnLst>
                </p:cTn>
              </p:par>
            </p:tnLst>
          </p:tmpl>
        </p:tmplLst>
      </p:bldP>
      <p:bldP spid="59" grpId="1" build="p">
        <p:tmplLst>
          <p:tmpl lvl="1">
            <p:tnLst>
              <p:par>
                <p:cTn presetID="22" presetClass="entr" presetSubtype="2" fill="hold" nodeType="with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wipe(right)">
                      <p:cBhvr>
                        <p:cTn dur="1000"/>
                        <p:tgtEl>
                          <p:spTgt spid="59"/>
                        </p:tgtEl>
                      </p:cBhvr>
                    </p:animEffect>
                  </p:childTnLst>
                </p:cTn>
              </p:par>
            </p:tnLst>
          </p:tmpl>
        </p:tmplLst>
      </p:bldP>
      <p:bldP spid="61" grpId="0" build="p">
        <p:tmplLst>
          <p:tmpl lvl="1">
            <p:tnLst>
              <p:par>
                <p:cTn presetID="2" presetClass="entr" presetSubtype="1" decel="100000" fill="hold" nodeType="withEffect">
                  <p:stCondLst>
                    <p:cond delay="0"/>
                  </p:stCondLst>
                  <p:childTnLst>
                    <p:set>
                      <p:cBhvr>
                        <p:cTn dur="1" fill="hold">
                          <p:stCondLst>
                            <p:cond delay="0"/>
                          </p:stCondLst>
                        </p:cTn>
                        <p:tgtEl>
                          <p:spTgt spid="61"/>
                        </p:tgtEl>
                        <p:attrNameLst>
                          <p:attrName>style.visibility</p:attrName>
                        </p:attrNameLst>
                      </p:cBhvr>
                      <p:to>
                        <p:strVal val="visible"/>
                      </p:to>
                    </p:set>
                    <p:anim calcmode="lin" valueType="num">
                      <p:cBhvr additive="base">
                        <p:cTn dur="1250" fill="hold"/>
                        <p:tgtEl>
                          <p:spTgt spid="61"/>
                        </p:tgtEl>
                        <p:attrNameLst>
                          <p:attrName>ppt_x</p:attrName>
                        </p:attrNameLst>
                      </p:cBhvr>
                      <p:tavLst>
                        <p:tav tm="0">
                          <p:val>
                            <p:strVal val="#ppt_x"/>
                          </p:val>
                        </p:tav>
                        <p:tav tm="100000">
                          <p:val>
                            <p:strVal val="#ppt_x"/>
                          </p:val>
                        </p:tav>
                      </p:tavLst>
                    </p:anim>
                    <p:anim calcmode="lin" valueType="num">
                      <p:cBhvr additive="base">
                        <p:cTn dur="1250" fill="hold"/>
                        <p:tgtEl>
                          <p:spTgt spid="61"/>
                        </p:tgtEl>
                        <p:attrNameLst>
                          <p:attrName>ppt_y</p:attrName>
                        </p:attrNameLst>
                      </p:cBhvr>
                      <p:tavLst>
                        <p:tav tm="0">
                          <p:val>
                            <p:strVal val="0-#ppt_h/2"/>
                          </p:val>
                        </p:tav>
                        <p:tav tm="100000">
                          <p:val>
                            <p:strVal val="#ppt_y"/>
                          </p:val>
                        </p:tav>
                      </p:tavLst>
                    </p:anim>
                  </p:childTnLst>
                </p:cTn>
              </p:par>
            </p:tnLst>
          </p:tmpl>
        </p:tmplLst>
      </p:bldP>
      <p:bldP spid="61" grpId="1" build="p">
        <p:tmplLst>
          <p:tmpl lvl="1">
            <p:tnLst>
              <p:par>
                <p:cTn presetID="22" presetClass="entr" presetSubtype="2" fill="hold" nodeType="with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right)">
                      <p:cBhvr>
                        <p:cTn dur="1000"/>
                        <p:tgtEl>
                          <p:spTgt spid="61"/>
                        </p:tgtEl>
                      </p:cBhvr>
                    </p:animEffect>
                  </p:childTnLst>
                </p:cTn>
              </p:par>
            </p:tnLst>
          </p:tmpl>
        </p:tmplLst>
      </p:bldP>
      <p:bldP spid="62" grpId="0" build="p">
        <p:tmplLst>
          <p:tmpl lvl="1">
            <p:tnLst>
              <p:par>
                <p:cTn presetID="2" presetClass="entr" presetSubtype="1" decel="100000" fill="hold" nodeType="withEffect">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1250" fill="hold"/>
                        <p:tgtEl>
                          <p:spTgt spid="62"/>
                        </p:tgtEl>
                        <p:attrNameLst>
                          <p:attrName>ppt_x</p:attrName>
                        </p:attrNameLst>
                      </p:cBhvr>
                      <p:tavLst>
                        <p:tav tm="0">
                          <p:val>
                            <p:strVal val="#ppt_x"/>
                          </p:val>
                        </p:tav>
                        <p:tav tm="100000">
                          <p:val>
                            <p:strVal val="#ppt_x"/>
                          </p:val>
                        </p:tav>
                      </p:tavLst>
                    </p:anim>
                    <p:anim calcmode="lin" valueType="num">
                      <p:cBhvr additive="base">
                        <p:cTn dur="1250" fill="hold"/>
                        <p:tgtEl>
                          <p:spTgt spid="62"/>
                        </p:tgtEl>
                        <p:attrNameLst>
                          <p:attrName>ppt_y</p:attrName>
                        </p:attrNameLst>
                      </p:cBhvr>
                      <p:tavLst>
                        <p:tav tm="0">
                          <p:val>
                            <p:strVal val="0-#ppt_h/2"/>
                          </p:val>
                        </p:tav>
                        <p:tav tm="100000">
                          <p:val>
                            <p:strVal val="#ppt_y"/>
                          </p:val>
                        </p:tav>
                      </p:tavLst>
                    </p:anim>
                  </p:childTnLst>
                </p:cTn>
              </p:par>
            </p:tnLst>
          </p:tmpl>
        </p:tmplLst>
      </p:bldP>
      <p:bldP spid="62" grpId="1" build="p">
        <p:tmplLst>
          <p:tmpl lvl="1">
            <p:tnLst>
              <p:par>
                <p:cTn presetID="22" presetClass="entr" presetSubtype="2" fill="hold" nodeType="withEffect">
                  <p:stCondLst>
                    <p:cond delay="0"/>
                  </p:stCondLst>
                  <p:childTnLst>
                    <p:set>
                      <p:cBhvr>
                        <p:cTn dur="1" fill="hold">
                          <p:stCondLst>
                            <p:cond delay="0"/>
                          </p:stCondLst>
                        </p:cTn>
                        <p:tgtEl>
                          <p:spTgt spid="62"/>
                        </p:tgtEl>
                        <p:attrNameLst>
                          <p:attrName>style.visibility</p:attrName>
                        </p:attrNameLst>
                      </p:cBhvr>
                      <p:to>
                        <p:strVal val="visible"/>
                      </p:to>
                    </p:set>
                    <p:animEffect transition="in" filter="wipe(right)">
                      <p:cBhvr>
                        <p:cTn dur="1000"/>
                        <p:tgtEl>
                          <p:spTgt spid="62"/>
                        </p:tgtEl>
                      </p:cBhvr>
                    </p:animEffect>
                  </p:childTnLst>
                </p:cTn>
              </p:par>
            </p:tnLst>
          </p:tmpl>
        </p:tmplLst>
      </p:bldP>
      <p:bldP spid="64" grpId="0" build="p">
        <p:tmplLst>
          <p:tmpl lvl="1">
            <p:tnLst>
              <p:par>
                <p:cTn presetID="2" presetClass="entr" presetSubtype="1" decel="100000" fill="hold" nodeType="withEffect">
                  <p:stCondLst>
                    <p:cond delay="0"/>
                  </p:stCondLst>
                  <p:childTnLst>
                    <p:set>
                      <p:cBhvr>
                        <p:cTn dur="1" fill="hold">
                          <p:stCondLst>
                            <p:cond delay="0"/>
                          </p:stCondLst>
                        </p:cTn>
                        <p:tgtEl>
                          <p:spTgt spid="64"/>
                        </p:tgtEl>
                        <p:attrNameLst>
                          <p:attrName>style.visibility</p:attrName>
                        </p:attrNameLst>
                      </p:cBhvr>
                      <p:to>
                        <p:strVal val="visible"/>
                      </p:to>
                    </p:set>
                    <p:anim calcmode="lin" valueType="num">
                      <p:cBhvr additive="base">
                        <p:cTn dur="1250" fill="hold"/>
                        <p:tgtEl>
                          <p:spTgt spid="64"/>
                        </p:tgtEl>
                        <p:attrNameLst>
                          <p:attrName>ppt_x</p:attrName>
                        </p:attrNameLst>
                      </p:cBhvr>
                      <p:tavLst>
                        <p:tav tm="0">
                          <p:val>
                            <p:strVal val="#ppt_x"/>
                          </p:val>
                        </p:tav>
                        <p:tav tm="100000">
                          <p:val>
                            <p:strVal val="#ppt_x"/>
                          </p:val>
                        </p:tav>
                      </p:tavLst>
                    </p:anim>
                    <p:anim calcmode="lin" valueType="num">
                      <p:cBhvr additive="base">
                        <p:cTn dur="1250" fill="hold"/>
                        <p:tgtEl>
                          <p:spTgt spid="64"/>
                        </p:tgtEl>
                        <p:attrNameLst>
                          <p:attrName>ppt_y</p:attrName>
                        </p:attrNameLst>
                      </p:cBhvr>
                      <p:tavLst>
                        <p:tav tm="0">
                          <p:val>
                            <p:strVal val="0-#ppt_h/2"/>
                          </p:val>
                        </p:tav>
                        <p:tav tm="100000">
                          <p:val>
                            <p:strVal val="#ppt_y"/>
                          </p:val>
                        </p:tav>
                      </p:tavLst>
                    </p:anim>
                  </p:childTnLst>
                </p:cTn>
              </p:par>
            </p:tnLst>
          </p:tmpl>
        </p:tmplLst>
      </p:bldP>
      <p:bldP spid="64" grpId="1" build="p">
        <p:tmplLst>
          <p:tmpl lvl="1">
            <p:tnLst>
              <p:par>
                <p:cTn presetID="22" presetClass="entr" presetSubtype="2" fill="hold" nodeType="with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wipe(right)">
                      <p:cBhvr>
                        <p:cTn dur="1000"/>
                        <p:tgtEl>
                          <p:spTgt spid="64"/>
                        </p:tgtEl>
                      </p:cBhvr>
                    </p:animEffect>
                  </p:childTnLst>
                </p:cTn>
              </p:par>
            </p:tnLst>
          </p:tmpl>
        </p:tmplLst>
      </p:bldP>
      <p:bldP spid="15" grpId="0"/>
      <p:bldP spid="65" grpId="0"/>
      <p:bldP spid="67" grpId="0"/>
      <p:bldP spid="69" grpId="0"/>
      <p:bldP spid="70" grpId="0"/>
      <p:bldP spid="71" grpId="0"/>
      <p:bldP spid="72" grpId="0"/>
      <p:bldP spid="73" grpId="0"/>
      <p:bldP spid="74" grpId="0" build="p">
        <p:tmplLst>
          <p:tmpl lvl="1">
            <p:tnLst>
              <p:par>
                <p:cTn presetID="2" presetClass="entr" presetSubtype="2" decel="100000" fill="hold" nodeType="withEffect">
                  <p:stCondLst>
                    <p:cond delay="500"/>
                  </p:stCondLst>
                  <p:childTnLst>
                    <p:set>
                      <p:cBhvr>
                        <p:cTn dur="1" fill="hold">
                          <p:stCondLst>
                            <p:cond delay="0"/>
                          </p:stCondLst>
                        </p:cTn>
                        <p:tgtEl>
                          <p:spTgt spid="74"/>
                        </p:tgtEl>
                        <p:attrNameLst>
                          <p:attrName>style.visibility</p:attrName>
                        </p:attrNameLst>
                      </p:cBhvr>
                      <p:to>
                        <p:strVal val="visible"/>
                      </p:to>
                    </p:set>
                    <p:anim calcmode="lin" valueType="num">
                      <p:cBhvr additive="base">
                        <p:cTn dur="1000" fill="hold"/>
                        <p:tgtEl>
                          <p:spTgt spid="74"/>
                        </p:tgtEl>
                        <p:attrNameLst>
                          <p:attrName>ppt_x</p:attrName>
                        </p:attrNameLst>
                      </p:cBhvr>
                      <p:tavLst>
                        <p:tav tm="0">
                          <p:val>
                            <p:strVal val="1+#ppt_w/2"/>
                          </p:val>
                        </p:tav>
                        <p:tav tm="100000">
                          <p:val>
                            <p:strVal val="#ppt_x"/>
                          </p:val>
                        </p:tav>
                      </p:tavLst>
                    </p:anim>
                    <p:anim calcmode="lin" valueType="num">
                      <p:cBhvr additive="base">
                        <p:cTn dur="1000" fill="hold"/>
                        <p:tgtEl>
                          <p:spTgt spid="74"/>
                        </p:tgtEl>
                        <p:attrNameLst>
                          <p:attrName>ppt_y</p:attrName>
                        </p:attrNameLst>
                      </p:cBhvr>
                      <p:tavLst>
                        <p:tav tm="0">
                          <p:val>
                            <p:strVal val="#ppt_y"/>
                          </p:val>
                        </p:tav>
                        <p:tav tm="100000">
                          <p:val>
                            <p:strVal val="#ppt_y"/>
                          </p:val>
                        </p:tav>
                      </p:tavLst>
                    </p:anim>
                  </p:childTnLst>
                </p:cTn>
              </p:par>
            </p:tnLst>
          </p:tmpl>
        </p:tmplLst>
      </p:bldP>
      <p:bldP spid="75" grpId="0" build="p">
        <p:tmplLst>
          <p:tmpl lvl="1">
            <p:tnLst>
              <p:par>
                <p:cTn presetID="2" presetClass="entr" presetSubtype="2" decel="100000" fill="hold" nodeType="withEffect">
                  <p:stCondLst>
                    <p:cond delay="50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1000" fill="hold"/>
                        <p:tgtEl>
                          <p:spTgt spid="75"/>
                        </p:tgtEl>
                        <p:attrNameLst>
                          <p:attrName>ppt_x</p:attrName>
                        </p:attrNameLst>
                      </p:cBhvr>
                      <p:tavLst>
                        <p:tav tm="0">
                          <p:val>
                            <p:strVal val="1+#ppt_w/2"/>
                          </p:val>
                        </p:tav>
                        <p:tav tm="100000">
                          <p:val>
                            <p:strVal val="#ppt_x"/>
                          </p:val>
                        </p:tav>
                      </p:tavLst>
                    </p:anim>
                    <p:anim calcmode="lin" valueType="num">
                      <p:cBhvr additive="base">
                        <p:cTn dur="1000" fill="hold"/>
                        <p:tgtEl>
                          <p:spTgt spid="75"/>
                        </p:tgtEl>
                        <p:attrNameLst>
                          <p:attrName>ppt_y</p:attrName>
                        </p:attrNameLst>
                      </p:cBhvr>
                      <p:tavLst>
                        <p:tav tm="0">
                          <p:val>
                            <p:strVal val="#ppt_y"/>
                          </p:val>
                        </p:tav>
                        <p:tav tm="100000">
                          <p:val>
                            <p:strVal val="#ppt_y"/>
                          </p:val>
                        </p:tav>
                      </p:tavLst>
                    </p:anim>
                  </p:childTnLst>
                </p:cTn>
              </p:par>
            </p:tnLst>
          </p:tmpl>
        </p:tmplLst>
      </p:bldP>
      <p:bldP spid="76" grpId="0" build="p">
        <p:tmplLst>
          <p:tmpl lvl="1">
            <p:tnLst>
              <p:par>
                <p:cTn presetID="2" presetClass="entr" presetSubtype="2" decel="100000" fill="hold" nodeType="withEffect">
                  <p:stCondLst>
                    <p:cond delay="50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1000" fill="hold"/>
                        <p:tgtEl>
                          <p:spTgt spid="76"/>
                        </p:tgtEl>
                        <p:attrNameLst>
                          <p:attrName>ppt_x</p:attrName>
                        </p:attrNameLst>
                      </p:cBhvr>
                      <p:tavLst>
                        <p:tav tm="0">
                          <p:val>
                            <p:strVal val="1+#ppt_w/2"/>
                          </p:val>
                        </p:tav>
                        <p:tav tm="100000">
                          <p:val>
                            <p:strVal val="#ppt_x"/>
                          </p:val>
                        </p:tav>
                      </p:tavLst>
                    </p:anim>
                    <p:anim calcmode="lin" valueType="num">
                      <p:cBhvr additive="base">
                        <p:cTn dur="1000" fill="hold"/>
                        <p:tgtEl>
                          <p:spTgt spid="76"/>
                        </p:tgtEl>
                        <p:attrNameLst>
                          <p:attrName>ppt_y</p:attrName>
                        </p:attrNameLst>
                      </p:cBhvr>
                      <p:tavLst>
                        <p:tav tm="0">
                          <p:val>
                            <p:strVal val="#ppt_y"/>
                          </p:val>
                        </p:tav>
                        <p:tav tm="100000">
                          <p:val>
                            <p:strVal val="#ppt_y"/>
                          </p:val>
                        </p:tav>
                      </p:tavLst>
                    </p:anim>
                  </p:childTnLst>
                </p:cTn>
              </p:par>
            </p:tnLst>
          </p:tmpl>
        </p:tmplLst>
      </p:bldP>
      <p:bldP spid="77" grpId="0" build="p">
        <p:tmplLst>
          <p:tmpl lvl="1">
            <p:tnLst>
              <p:par>
                <p:cTn presetID="2" presetClass="entr" presetSubtype="2" decel="100000" fill="hold" nodeType="withEffect">
                  <p:stCondLst>
                    <p:cond delay="500"/>
                  </p:stCondLst>
                  <p:childTnLst>
                    <p:set>
                      <p:cBhvr>
                        <p:cTn dur="1" fill="hold">
                          <p:stCondLst>
                            <p:cond delay="0"/>
                          </p:stCondLst>
                        </p:cTn>
                        <p:tgtEl>
                          <p:spTgt spid="77"/>
                        </p:tgtEl>
                        <p:attrNameLst>
                          <p:attrName>style.visibility</p:attrName>
                        </p:attrNameLst>
                      </p:cBhvr>
                      <p:to>
                        <p:strVal val="visible"/>
                      </p:to>
                    </p:set>
                    <p:anim calcmode="lin" valueType="num">
                      <p:cBhvr additive="base">
                        <p:cTn dur="1000" fill="hold"/>
                        <p:tgtEl>
                          <p:spTgt spid="77"/>
                        </p:tgtEl>
                        <p:attrNameLst>
                          <p:attrName>ppt_x</p:attrName>
                        </p:attrNameLst>
                      </p:cBhvr>
                      <p:tavLst>
                        <p:tav tm="0">
                          <p:val>
                            <p:strVal val="1+#ppt_w/2"/>
                          </p:val>
                        </p:tav>
                        <p:tav tm="100000">
                          <p:val>
                            <p:strVal val="#ppt_x"/>
                          </p:val>
                        </p:tav>
                      </p:tavLst>
                    </p:anim>
                    <p:anim calcmode="lin" valueType="num">
                      <p:cBhvr additive="base">
                        <p:cTn dur="1000" fill="hold"/>
                        <p:tgtEl>
                          <p:spTgt spid="77"/>
                        </p:tgtEl>
                        <p:attrNameLst>
                          <p:attrName>ppt_y</p:attrName>
                        </p:attrNameLst>
                      </p:cBhvr>
                      <p:tavLst>
                        <p:tav tm="0">
                          <p:val>
                            <p:strVal val="#ppt_y"/>
                          </p:val>
                        </p:tav>
                        <p:tav tm="100000">
                          <p:val>
                            <p:strVal val="#ppt_y"/>
                          </p:val>
                        </p:tav>
                      </p:tavLst>
                    </p:anim>
                  </p:childTnLst>
                </p:cTn>
              </p:par>
            </p:tnLst>
          </p:tmpl>
        </p:tmplLst>
      </p:bldP>
      <p:bldP spid="82" grpId="0"/>
      <p:bldP spid="83" grpId="0" build="p">
        <p:tmplLst>
          <p:tmpl lvl="1">
            <p:tnLst>
              <p:par>
                <p:cTn presetID="22" presetClass="entr" presetSubtype="8" fill="hold" nodeType="withEffect">
                  <p:stCondLst>
                    <p:cond delay="0"/>
                  </p:stCondLst>
                  <p:childTnLst>
                    <p:set>
                      <p:cBhvr>
                        <p:cTn dur="1" fill="hold">
                          <p:stCondLst>
                            <p:cond delay="0"/>
                          </p:stCondLst>
                        </p:cTn>
                        <p:tgtEl>
                          <p:spTgt spid="83"/>
                        </p:tgtEl>
                        <p:attrNameLst>
                          <p:attrName>style.visibility</p:attrName>
                        </p:attrNameLst>
                      </p:cBhvr>
                      <p:to>
                        <p:strVal val="visible"/>
                      </p:to>
                    </p:set>
                    <p:animEffect transition="in" filter="wipe(left)">
                      <p:cBhvr>
                        <p:cTn dur="500"/>
                        <p:tgtEl>
                          <p:spTgt spid="83"/>
                        </p:tgtEl>
                      </p:cBhvr>
                    </p:animEffect>
                  </p:childTnLst>
                </p:cTn>
              </p:par>
            </p:tnLst>
          </p:tmpl>
        </p:tmplLst>
      </p:bldP>
      <p:bldP spid="84" grpId="0" animBg="1"/>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 Simple List">
    <p:spTree>
      <p:nvGrpSpPr>
        <p:cNvPr id="1" name=""/>
        <p:cNvGrpSpPr/>
        <p:nvPr/>
      </p:nvGrpSpPr>
      <p:grpSpPr>
        <a:xfrm>
          <a:off x="0" y="0"/>
          <a:ext cx="0" cy="0"/>
          <a:chOff x="0" y="0"/>
          <a:chExt cx="0" cy="0"/>
        </a:xfrm>
      </p:grpSpPr>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p:cNvSpPr/>
          <p:nvPr userDrawn="1"/>
        </p:nvSpPr>
        <p:spPr>
          <a:xfrm>
            <a:off x="2656478" y="2844325"/>
            <a:ext cx="659206" cy="6592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7" name="円/楕円 6"/>
          <p:cNvSpPr/>
          <p:nvPr userDrawn="1"/>
        </p:nvSpPr>
        <p:spPr>
          <a:xfrm>
            <a:off x="2656478" y="4184103"/>
            <a:ext cx="659206" cy="65920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p>
        </p:txBody>
      </p:sp>
      <p:sp>
        <p:nvSpPr>
          <p:cNvPr id="8" name="テキスト プレースホルダー 6"/>
          <p:cNvSpPr>
            <a:spLocks noGrp="1"/>
          </p:cNvSpPr>
          <p:nvPr>
            <p:ph type="body" sz="quarter" idx="28" hasCustomPrompt="1"/>
          </p:nvPr>
        </p:nvSpPr>
        <p:spPr>
          <a:xfrm>
            <a:off x="3562010" y="2735836"/>
            <a:ext cx="12310972"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9" name="テキスト プレースホルダー 6"/>
          <p:cNvSpPr>
            <a:spLocks noGrp="1"/>
          </p:cNvSpPr>
          <p:nvPr>
            <p:ph type="body" sz="quarter" idx="29" hasCustomPrompt="1"/>
          </p:nvPr>
        </p:nvSpPr>
        <p:spPr>
          <a:xfrm>
            <a:off x="3562010" y="4075614"/>
            <a:ext cx="12310972"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0" name="円/楕円 9"/>
          <p:cNvSpPr/>
          <p:nvPr userDrawn="1"/>
        </p:nvSpPr>
        <p:spPr>
          <a:xfrm>
            <a:off x="2656478" y="5523881"/>
            <a:ext cx="659206" cy="6592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11" name="テキスト プレースホルダー 6"/>
          <p:cNvSpPr>
            <a:spLocks noGrp="1"/>
          </p:cNvSpPr>
          <p:nvPr>
            <p:ph type="body" sz="quarter" idx="31" hasCustomPrompt="1"/>
          </p:nvPr>
        </p:nvSpPr>
        <p:spPr>
          <a:xfrm>
            <a:off x="3562010" y="5415392"/>
            <a:ext cx="12310972"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2" name="円/楕円 11"/>
          <p:cNvSpPr/>
          <p:nvPr userDrawn="1"/>
        </p:nvSpPr>
        <p:spPr>
          <a:xfrm>
            <a:off x="2656478" y="6863659"/>
            <a:ext cx="659206" cy="6592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p>
        </p:txBody>
      </p:sp>
      <p:sp>
        <p:nvSpPr>
          <p:cNvPr id="13" name="テキスト プレースホルダー 6"/>
          <p:cNvSpPr>
            <a:spLocks noGrp="1"/>
          </p:cNvSpPr>
          <p:nvPr>
            <p:ph type="body" sz="quarter" idx="33" hasCustomPrompt="1"/>
          </p:nvPr>
        </p:nvSpPr>
        <p:spPr>
          <a:xfrm>
            <a:off x="3562010" y="6755170"/>
            <a:ext cx="12310972"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4" name="円/楕円 13"/>
          <p:cNvSpPr/>
          <p:nvPr userDrawn="1"/>
        </p:nvSpPr>
        <p:spPr>
          <a:xfrm>
            <a:off x="2656478" y="8203437"/>
            <a:ext cx="659206" cy="65920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15" name="テキスト プレースホルダー 6"/>
          <p:cNvSpPr>
            <a:spLocks noGrp="1"/>
          </p:cNvSpPr>
          <p:nvPr>
            <p:ph type="body" sz="quarter" idx="35" hasCustomPrompt="1"/>
          </p:nvPr>
        </p:nvSpPr>
        <p:spPr>
          <a:xfrm>
            <a:off x="3562010" y="8094948"/>
            <a:ext cx="12310972"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6" name="正方形/長方形 15"/>
          <p:cNvSpPr/>
          <p:nvPr userDrawn="1"/>
        </p:nvSpPr>
        <p:spPr>
          <a:xfrm>
            <a:off x="0" y="0"/>
            <a:ext cx="18286413" cy="20174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タイトル 1"/>
          <p:cNvSpPr>
            <a:spLocks noGrp="1"/>
          </p:cNvSpPr>
          <p:nvPr>
            <p:ph type="title" hasCustomPrompt="1"/>
          </p:nvPr>
        </p:nvSpPr>
        <p:spPr>
          <a:xfrm>
            <a:off x="884799" y="457199"/>
            <a:ext cx="16516812" cy="1161143"/>
          </a:xfrm>
        </p:spPr>
        <p:txBody>
          <a:bodyPr>
            <a:noAutofit/>
          </a:bodyPr>
          <a:lstStyle>
            <a:lvl1pPr algn="ctr">
              <a:defRPr sz="6600">
                <a:solidFill>
                  <a:schemeClr val="bg1"/>
                </a:solidFill>
                <a:latin typeface="Route 159 UltraLight" pitchFamily="50" charset="0"/>
              </a:defRPr>
            </a:lvl1pPr>
          </a:lstStyle>
          <a:p>
            <a:r>
              <a:rPr kumimoji="1" lang="en-US" altLang="ja-JP" dirty="0"/>
              <a:t>Text</a:t>
            </a:r>
            <a:endParaRPr kumimoji="1" lang="ja-JP" altLang="en-US" dirty="0"/>
          </a:p>
        </p:txBody>
      </p:sp>
    </p:spTree>
    <p:extLst>
      <p:ext uri="{BB962C8B-B14F-4D97-AF65-F5344CB8AC3E}">
        <p14:creationId xmlns:p14="http://schemas.microsoft.com/office/powerpoint/2010/main" val="151640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1" decel="100000" fill="hold" grpId="0" nodeType="afterEffect">
                                  <p:stCondLst>
                                    <p:cond delay="5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Effect transition="in" filter="wipe(left)">
                                      <p:cBhvr>
                                        <p:cTn id="21" dur="500"/>
                                        <p:tgtEl>
                                          <p:spTgt spid="8">
                                            <p:txEl>
                                              <p:pRg st="0" end="0"/>
                                            </p:txEl>
                                          </p:spTgt>
                                        </p:tgtEl>
                                      </p:cBhvr>
                                    </p:animEffect>
                                  </p:childTnLst>
                                </p:cTn>
                              </p:par>
                            </p:childTnLst>
                          </p:cTn>
                        </p:par>
                        <p:par>
                          <p:cTn id="22" fill="hold">
                            <p:stCondLst>
                              <p:cond delay="2500"/>
                            </p:stCondLst>
                            <p:childTnLst>
                              <p:par>
                                <p:cTn id="23" presetID="2" presetClass="entr" presetSubtype="1" decel="10000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0-#ppt_h/2"/>
                                          </p:val>
                                        </p:tav>
                                        <p:tav tm="100000">
                                          <p:val>
                                            <p:strVal val="#ppt_y"/>
                                          </p:val>
                                        </p:tav>
                                      </p:tavLst>
                                    </p:anim>
                                  </p:childTnLst>
                                </p:cTn>
                              </p:par>
                            </p:childTnLst>
                          </p:cTn>
                        </p:par>
                        <p:par>
                          <p:cTn id="27" fill="hold">
                            <p:stCondLst>
                              <p:cond delay="3000"/>
                            </p:stCondLst>
                            <p:childTnLst>
                              <p:par>
                                <p:cTn id="28" presetID="22" presetClass="entr" presetSubtype="8" fill="hold" grpId="0" nodeType="afterEffect">
                                  <p:stCondLst>
                                    <p:cond delay="0"/>
                                  </p:st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wipe(left)">
                                      <p:cBhvr>
                                        <p:cTn id="30" dur="500"/>
                                        <p:tgtEl>
                                          <p:spTgt spid="9">
                                            <p:txEl>
                                              <p:pRg st="0" end="0"/>
                                            </p:txEl>
                                          </p:spTgt>
                                        </p:tgtEl>
                                      </p:cBhvr>
                                    </p:animEffect>
                                  </p:childTnLst>
                                </p:cTn>
                              </p:par>
                            </p:childTnLst>
                          </p:cTn>
                        </p:par>
                        <p:par>
                          <p:cTn id="31" fill="hold">
                            <p:stCondLst>
                              <p:cond delay="3500"/>
                            </p:stCondLst>
                            <p:childTnLst>
                              <p:par>
                                <p:cTn id="32" presetID="2" presetClass="entr" presetSubtype="1" decel="10000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0-#ppt_h/2"/>
                                          </p:val>
                                        </p:tav>
                                        <p:tav tm="100000">
                                          <p:val>
                                            <p:strVal val="#ppt_y"/>
                                          </p:val>
                                        </p:tav>
                                      </p:tavLst>
                                    </p:anim>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wipe(left)">
                                      <p:cBhvr>
                                        <p:cTn id="39" dur="500"/>
                                        <p:tgtEl>
                                          <p:spTgt spid="11">
                                            <p:txEl>
                                              <p:pRg st="0" end="0"/>
                                            </p:txEl>
                                          </p:spTgt>
                                        </p:tgtEl>
                                      </p:cBhvr>
                                    </p:animEffect>
                                  </p:childTnLst>
                                </p:cTn>
                              </p:par>
                            </p:childTnLst>
                          </p:cTn>
                        </p:par>
                        <p:par>
                          <p:cTn id="40" fill="hold">
                            <p:stCondLst>
                              <p:cond delay="4500"/>
                            </p:stCondLst>
                            <p:childTnLst>
                              <p:par>
                                <p:cTn id="41" presetID="2" presetClass="entr" presetSubtype="1" decel="10000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0-#ppt_h/2"/>
                                          </p:val>
                                        </p:tav>
                                        <p:tav tm="100000">
                                          <p:val>
                                            <p:strVal val="#ppt_y"/>
                                          </p:val>
                                        </p:tav>
                                      </p:tavLst>
                                    </p:anim>
                                  </p:childTnLst>
                                </p:cTn>
                              </p:par>
                            </p:childTnLst>
                          </p:cTn>
                        </p:par>
                        <p:par>
                          <p:cTn id="45" fill="hold">
                            <p:stCondLst>
                              <p:cond delay="5000"/>
                            </p:stCondLst>
                            <p:childTnLst>
                              <p:par>
                                <p:cTn id="46" presetID="22" presetClass="entr" presetSubtype="8" fill="hold" grpId="0" nodeType="after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Effect transition="in" filter="wipe(left)">
                                      <p:cBhvr>
                                        <p:cTn id="48" dur="500"/>
                                        <p:tgtEl>
                                          <p:spTgt spid="13">
                                            <p:txEl>
                                              <p:pRg st="0" end="0"/>
                                            </p:txEl>
                                          </p:spTgt>
                                        </p:tgtEl>
                                      </p:cBhvr>
                                    </p:animEffect>
                                  </p:childTnLst>
                                </p:cTn>
                              </p:par>
                            </p:childTnLst>
                          </p:cTn>
                        </p:par>
                        <p:par>
                          <p:cTn id="49" fill="hold">
                            <p:stCondLst>
                              <p:cond delay="5500"/>
                            </p:stCondLst>
                            <p:childTnLst>
                              <p:par>
                                <p:cTn id="50" presetID="2" presetClass="entr" presetSubtype="1" decel="100000"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ppt_x"/>
                                          </p:val>
                                        </p:tav>
                                        <p:tav tm="100000">
                                          <p:val>
                                            <p:strVal val="#ppt_x"/>
                                          </p:val>
                                        </p:tav>
                                      </p:tavLst>
                                    </p:anim>
                                    <p:anim calcmode="lin" valueType="num">
                                      <p:cBhvr additive="base">
                                        <p:cTn id="53" dur="500" fill="hold"/>
                                        <p:tgtEl>
                                          <p:spTgt spid="14"/>
                                        </p:tgtEl>
                                        <p:attrNameLst>
                                          <p:attrName>ppt_y</p:attrName>
                                        </p:attrNameLst>
                                      </p:cBhvr>
                                      <p:tavLst>
                                        <p:tav tm="0">
                                          <p:val>
                                            <p:strVal val="0-#ppt_h/2"/>
                                          </p:val>
                                        </p:tav>
                                        <p:tav tm="100000">
                                          <p:val>
                                            <p:strVal val="#ppt_y"/>
                                          </p:val>
                                        </p:tav>
                                      </p:tavLst>
                                    </p:anim>
                                  </p:childTnLst>
                                </p:cTn>
                              </p:par>
                            </p:childTnLst>
                          </p:cTn>
                        </p:par>
                        <p:par>
                          <p:cTn id="54" fill="hold">
                            <p:stCondLst>
                              <p:cond delay="6000"/>
                            </p:stCondLst>
                            <p:childTnLst>
                              <p:par>
                                <p:cTn id="55" presetID="22" presetClass="entr" presetSubtype="8" fill="hold" grpId="0" nodeType="afterEffect">
                                  <p:stCondLst>
                                    <p:cond delay="0"/>
                                  </p:stCondLst>
                                  <p:childTnLst>
                                    <p:set>
                                      <p:cBhvr>
                                        <p:cTn id="56" dur="1" fill="hold">
                                          <p:stCondLst>
                                            <p:cond delay="0"/>
                                          </p:stCondLst>
                                        </p:cTn>
                                        <p:tgtEl>
                                          <p:spTgt spid="15">
                                            <p:txEl>
                                              <p:pRg st="0" end="0"/>
                                            </p:txEl>
                                          </p:spTgt>
                                        </p:tgtEl>
                                        <p:attrNameLst>
                                          <p:attrName>style.visibility</p:attrName>
                                        </p:attrNameLst>
                                      </p:cBhvr>
                                      <p:to>
                                        <p:strVal val="visible"/>
                                      </p:to>
                                    </p:set>
                                    <p:animEffect transition="in" filter="wipe(left)">
                                      <p:cBhvr>
                                        <p:cTn id="5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build="p">
        <p:tmplLst>
          <p:tmpl lvl="1">
            <p:tnLst>
              <p:par>
                <p:cTn presetID="22" presetClass="entr" presetSubtype="8"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build="p">
        <p:tmplLst>
          <p:tmpl lvl="1">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0" grpId="0" animBg="1"/>
      <p:bldP spid="11" grpId="0" build="p">
        <p:tmplLst>
          <p:tmpl lvl="1">
            <p:tnLst>
              <p:par>
                <p:cTn presetID="22" presetClass="entr" presetSubtype="8"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2" grpId="0" animBg="1"/>
      <p:bldP spid="13" grpId="0" build="p">
        <p:tmplLst>
          <p:tmpl lvl="1">
            <p:tnLst>
              <p:par>
                <p:cTn presetID="22" presetClass="entr" presetSubtype="8"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4" grpId="0" animBg="1"/>
      <p:bldP spid="15" grpId="0" build="p">
        <p:tmplLst>
          <p:tmpl lvl="1">
            <p:tnLst>
              <p:par>
                <p:cTn presetID="22" presetClass="entr" presetSubtype="8"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left)">
                      <p:cBhvr>
                        <p:cTn dur="500"/>
                        <p:tgtEl>
                          <p:spTgt spid="15"/>
                        </p:tgtEl>
                      </p:cBhvr>
                    </p:animEffect>
                  </p:childTnLst>
                </p:cTn>
              </p:par>
            </p:tnLst>
          </p:tmpl>
        </p:tmplLst>
      </p:bldP>
      <p:bldP spid="16" grpId="0" animBg="1"/>
      <p:bldP spid="17" grpId="0"/>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No Contents">
    <p:spTree>
      <p:nvGrpSpPr>
        <p:cNvPr id="1" name=""/>
        <p:cNvGrpSpPr/>
        <p:nvPr/>
      </p:nvGrpSpPr>
      <p:grpSpPr>
        <a:xfrm>
          <a:off x="0" y="0"/>
          <a:ext cx="0" cy="0"/>
          <a:chOff x="0" y="0"/>
          <a:chExt cx="0" cy="0"/>
        </a:xfrm>
      </p:grpSpPr>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3715100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371481" y="3972857"/>
            <a:ext cx="15543451" cy="1585999"/>
          </a:xfrm>
        </p:spPr>
        <p:txBody>
          <a:bodyPr anchor="t">
            <a:noAutofit/>
          </a:bodyPr>
          <a:lstStyle>
            <a:lvl1pPr algn="ctr">
              <a:defRPr sz="9600" baseline="0">
                <a:solidFill>
                  <a:schemeClr val="accent1"/>
                </a:solidFill>
                <a:latin typeface="Route 159 UltraLight" pitchFamily="50" charset="0"/>
              </a:defRPr>
            </a:lvl1pPr>
          </a:lstStyle>
          <a:p>
            <a:r>
              <a:rPr kumimoji="1" lang="en-US" altLang="ja-JP" dirty="0"/>
              <a:t>YOUR TITLE GOES HERE</a:t>
            </a:r>
            <a:endParaRPr kumimoji="1" lang="ja-JP" altLang="en-US" dirty="0"/>
          </a:p>
        </p:txBody>
      </p:sp>
      <p:sp>
        <p:nvSpPr>
          <p:cNvPr id="3" name="サブタイトル 2"/>
          <p:cNvSpPr>
            <a:spLocks noGrp="1"/>
          </p:cNvSpPr>
          <p:nvPr>
            <p:ph type="subTitle" idx="1" hasCustomPrompt="1"/>
          </p:nvPr>
        </p:nvSpPr>
        <p:spPr>
          <a:xfrm>
            <a:off x="1366342" y="8527876"/>
            <a:ext cx="15553728" cy="1512168"/>
          </a:xfrm>
        </p:spPr>
        <p:txBody>
          <a:bodyPr>
            <a:normAutofit/>
          </a:bodyPr>
          <a:lstStyle>
            <a:lvl1pPr marL="0" indent="0" algn="ctr">
              <a:buNone/>
              <a:defRPr sz="2000">
                <a:solidFill>
                  <a:schemeClr val="tx1">
                    <a:tint val="75000"/>
                  </a:schemeClr>
                </a:solidFill>
                <a:latin typeface="+mj-lt"/>
              </a:defRPr>
            </a:lvl1pPr>
            <a:lvl2pPr marL="816376" indent="0" algn="ctr">
              <a:buNone/>
              <a:defRPr>
                <a:solidFill>
                  <a:schemeClr val="tx1">
                    <a:tint val="75000"/>
                  </a:schemeClr>
                </a:solidFill>
              </a:defRPr>
            </a:lvl2pPr>
            <a:lvl3pPr marL="1632753" indent="0" algn="ctr">
              <a:buNone/>
              <a:defRPr>
                <a:solidFill>
                  <a:schemeClr val="tx1">
                    <a:tint val="75000"/>
                  </a:schemeClr>
                </a:solidFill>
              </a:defRPr>
            </a:lvl3pPr>
            <a:lvl4pPr marL="2449129" indent="0" algn="ctr">
              <a:buNone/>
              <a:defRPr>
                <a:solidFill>
                  <a:schemeClr val="tx1">
                    <a:tint val="75000"/>
                  </a:schemeClr>
                </a:solidFill>
              </a:defRPr>
            </a:lvl4pPr>
            <a:lvl5pPr marL="3265505" indent="0" algn="ctr">
              <a:buNone/>
              <a:defRPr>
                <a:solidFill>
                  <a:schemeClr val="tx1">
                    <a:tint val="75000"/>
                  </a:schemeClr>
                </a:solidFill>
              </a:defRPr>
            </a:lvl5pPr>
            <a:lvl6pPr marL="4081882" indent="0" algn="ctr">
              <a:buNone/>
              <a:defRPr>
                <a:solidFill>
                  <a:schemeClr val="tx1">
                    <a:tint val="75000"/>
                  </a:schemeClr>
                </a:solidFill>
              </a:defRPr>
            </a:lvl6pPr>
            <a:lvl7pPr marL="4898258" indent="0" algn="ctr">
              <a:buNone/>
              <a:defRPr>
                <a:solidFill>
                  <a:schemeClr val="tx1">
                    <a:tint val="75000"/>
                  </a:schemeClr>
                </a:solidFill>
              </a:defRPr>
            </a:lvl7pPr>
            <a:lvl8pPr marL="5714634" indent="0" algn="ctr">
              <a:buNone/>
              <a:defRPr>
                <a:solidFill>
                  <a:schemeClr val="tx1">
                    <a:tint val="75000"/>
                  </a:schemeClr>
                </a:solidFill>
              </a:defRPr>
            </a:lvl8pPr>
            <a:lvl9pPr marL="6531011" indent="0" algn="ctr">
              <a:buNone/>
              <a:defRPr>
                <a:solidFill>
                  <a:schemeClr val="tx1">
                    <a:tint val="75000"/>
                  </a:schemeClr>
                </a:solidFill>
              </a:defRPr>
            </a:lvl9pPr>
          </a:lstStyle>
          <a:p>
            <a:r>
              <a:rPr kumimoji="1" lang="en-US" altLang="ja-JP" dirty="0"/>
              <a:t>Information</a:t>
            </a:r>
            <a:endParaRPr kumimoji="1" lang="ja-JP" altLang="en-US" dirty="0"/>
          </a:p>
        </p:txBody>
      </p:sp>
      <p:sp>
        <p:nvSpPr>
          <p:cNvPr id="9" name="テキスト プレースホルダー 8"/>
          <p:cNvSpPr>
            <a:spLocks noGrp="1"/>
          </p:cNvSpPr>
          <p:nvPr>
            <p:ph type="body" sz="quarter" idx="10" hasCustomPrompt="1"/>
          </p:nvPr>
        </p:nvSpPr>
        <p:spPr>
          <a:xfrm>
            <a:off x="1366342" y="5503590"/>
            <a:ext cx="15553728" cy="864046"/>
          </a:xfrm>
        </p:spPr>
        <p:txBody>
          <a:bodyPr anchor="b">
            <a:noAutofit/>
          </a:bodyPr>
          <a:lstStyle>
            <a:lvl1pPr algn="ctr">
              <a:defRPr sz="4000">
                <a:solidFill>
                  <a:schemeClr val="tx2"/>
                </a:solidFill>
                <a:latin typeface="Route 159 UltraLight" pitchFamily="50" charset="0"/>
              </a:defRPr>
            </a:lvl1pPr>
          </a:lstStyle>
          <a:p>
            <a:pPr lvl="0"/>
            <a:r>
              <a:rPr kumimoji="1" lang="en-US" altLang="ja-JP" dirty="0"/>
              <a:t>Subtitle goes here</a:t>
            </a:r>
            <a:endParaRPr kumimoji="1" lang="ja-JP" altLang="en-US" dirty="0"/>
          </a:p>
        </p:txBody>
      </p:sp>
      <p:grpSp>
        <p:nvGrpSpPr>
          <p:cNvPr id="6" name="グループ化 5"/>
          <p:cNvGrpSpPr/>
          <p:nvPr userDrawn="1"/>
        </p:nvGrpSpPr>
        <p:grpSpPr>
          <a:xfrm>
            <a:off x="8595214" y="8095828"/>
            <a:ext cx="1088138" cy="188527"/>
            <a:chOff x="8595214" y="6592642"/>
            <a:chExt cx="1088138" cy="188527"/>
          </a:xfrm>
        </p:grpSpPr>
        <p:sp>
          <p:nvSpPr>
            <p:cNvPr id="24" name="円/楕円 23"/>
            <p:cNvSpPr/>
            <p:nvPr userDrawn="1"/>
          </p:nvSpPr>
          <p:spPr>
            <a:xfrm>
              <a:off x="9048943"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5" name="円/楕円 24"/>
            <p:cNvSpPr/>
            <p:nvPr userDrawn="1"/>
          </p:nvSpPr>
          <p:spPr>
            <a:xfrm>
              <a:off x="8595214"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6" name="円/楕円 25"/>
            <p:cNvSpPr/>
            <p:nvPr userDrawn="1"/>
          </p:nvSpPr>
          <p:spPr>
            <a:xfrm>
              <a:off x="9494825"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sp>
        <p:nvSpPr>
          <p:cNvPr id="4" name="円/楕円 3"/>
          <p:cNvSpPr/>
          <p:nvPr userDrawn="1"/>
        </p:nvSpPr>
        <p:spPr>
          <a:xfrm>
            <a:off x="7039260" y="2492117"/>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2" name="円/楕円 11"/>
          <p:cNvSpPr/>
          <p:nvPr userDrawn="1"/>
        </p:nvSpPr>
        <p:spPr>
          <a:xfrm>
            <a:off x="8153859" y="2492117"/>
            <a:ext cx="864096" cy="864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3" name="円/楕円 12"/>
          <p:cNvSpPr/>
          <p:nvPr userDrawn="1"/>
        </p:nvSpPr>
        <p:spPr>
          <a:xfrm>
            <a:off x="9268458" y="2492117"/>
            <a:ext cx="864096" cy="8640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4" name="円/楕円 13"/>
          <p:cNvSpPr/>
          <p:nvPr userDrawn="1"/>
        </p:nvSpPr>
        <p:spPr>
          <a:xfrm>
            <a:off x="10383056" y="2492117"/>
            <a:ext cx="864096" cy="8640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Tree>
    <p:extLst>
      <p:ext uri="{BB962C8B-B14F-4D97-AF65-F5344CB8AC3E}">
        <p14:creationId xmlns:p14="http://schemas.microsoft.com/office/powerpoint/2010/main" val="3840663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150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par>
                          <p:cTn id="17" fill="hold">
                            <p:stCondLst>
                              <p:cond delay="2000"/>
                            </p:stCondLst>
                            <p:childTnLst>
                              <p:par>
                                <p:cTn id="18" presetID="2" presetClass="entr" presetSubtype="2" decel="100000" fill="hold" grpId="0" nodeType="afterEffect">
                                  <p:stCondLst>
                                    <p:cond delay="0"/>
                                  </p:stCondLst>
                                  <p:iterate type="wd">
                                    <p:tmPct val="10000"/>
                                  </p:iterate>
                                  <p:childTnLst>
                                    <p:set>
                                      <p:cBhvr>
                                        <p:cTn id="19" dur="1" fill="hold">
                                          <p:stCondLst>
                                            <p:cond delay="0"/>
                                          </p:stCondLst>
                                        </p:cTn>
                                        <p:tgtEl>
                                          <p:spTgt spid="9">
                                            <p:txEl>
                                              <p:pRg st="0" end="0"/>
                                            </p:txEl>
                                          </p:spTgt>
                                        </p:tgtEl>
                                        <p:attrNameLst>
                                          <p:attrName>style.visibility</p:attrName>
                                        </p:attrNameLst>
                                      </p:cBhvr>
                                      <p:to>
                                        <p:strVal val="visible"/>
                                      </p:to>
                                    </p:set>
                                    <p:anim calcmode="lin" valueType="num">
                                      <p:cBhvr additive="base">
                                        <p:cTn id="20" dur="75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21" dur="750" fill="hold"/>
                                        <p:tgtEl>
                                          <p:spTgt spid="9">
                                            <p:txEl>
                                              <p:pRg st="0" end="0"/>
                                            </p:txEl>
                                          </p:spTgt>
                                        </p:tgtEl>
                                        <p:attrNameLst>
                                          <p:attrName>ppt_y</p:attrName>
                                        </p:attrNameLst>
                                      </p:cBhvr>
                                      <p:tavLst>
                                        <p:tav tm="0">
                                          <p:val>
                                            <p:strVal val="#ppt_y"/>
                                          </p:val>
                                        </p:tav>
                                        <p:tav tm="100000">
                                          <p:val>
                                            <p:strVal val="#ppt_y"/>
                                          </p:val>
                                        </p:tav>
                                      </p:tavLst>
                                    </p:anim>
                                  </p:childTnLst>
                                </p:cTn>
                              </p:par>
                              <p:par>
                                <p:cTn id="22" presetID="2" presetClass="entr" presetSubtype="8" decel="100000" fill="hold" grpId="0" nodeType="withEffect">
                                  <p:stCondLst>
                                    <p:cond delay="0"/>
                                  </p:stCondLst>
                                  <p:iterate type="lt">
                                    <p:tmPct val="10000"/>
                                  </p:iterate>
                                  <p:childTnLst>
                                    <p:set>
                                      <p:cBhvr>
                                        <p:cTn id="23" dur="1" fill="hold">
                                          <p:stCondLst>
                                            <p:cond delay="0"/>
                                          </p:stCondLst>
                                        </p:cTn>
                                        <p:tgtEl>
                                          <p:spTgt spid="2"/>
                                        </p:tgtEl>
                                        <p:attrNameLst>
                                          <p:attrName>style.visibility</p:attrName>
                                        </p:attrNameLst>
                                      </p:cBhvr>
                                      <p:to>
                                        <p:strVal val="visible"/>
                                      </p:to>
                                    </p:set>
                                    <p:anim calcmode="lin" valueType="num">
                                      <p:cBhvr additive="base">
                                        <p:cTn id="24" dur="750" fill="hold"/>
                                        <p:tgtEl>
                                          <p:spTgt spid="2"/>
                                        </p:tgtEl>
                                        <p:attrNameLst>
                                          <p:attrName>ppt_x</p:attrName>
                                        </p:attrNameLst>
                                      </p:cBhvr>
                                      <p:tavLst>
                                        <p:tav tm="0">
                                          <p:val>
                                            <p:strVal val="0-#ppt_w/2"/>
                                          </p:val>
                                        </p:tav>
                                        <p:tav tm="100000">
                                          <p:val>
                                            <p:strVal val="#ppt_x"/>
                                          </p:val>
                                        </p:tav>
                                      </p:tavLst>
                                    </p:anim>
                                    <p:anim calcmode="lin" valueType="num">
                                      <p:cBhvr additive="base">
                                        <p:cTn id="25" dur="750" fill="hold"/>
                                        <p:tgtEl>
                                          <p:spTgt spid="2"/>
                                        </p:tgtEl>
                                        <p:attrNameLst>
                                          <p:attrName>ppt_y</p:attrName>
                                        </p:attrNameLst>
                                      </p:cBhvr>
                                      <p:tavLst>
                                        <p:tav tm="0">
                                          <p:val>
                                            <p:strVal val="#ppt_y"/>
                                          </p:val>
                                        </p:tav>
                                        <p:tav tm="100000">
                                          <p:val>
                                            <p:strVal val="#ppt_y"/>
                                          </p:val>
                                        </p:tav>
                                      </p:tavLst>
                                    </p:anim>
                                  </p:childTnLst>
                                </p:cTn>
                              </p:par>
                            </p:childTnLst>
                          </p:cTn>
                        </p:par>
                        <p:par>
                          <p:cTn id="26" fill="hold">
                            <p:stCondLst>
                              <p:cond delay="3950"/>
                            </p:stCondLst>
                            <p:childTnLst>
                              <p:par>
                                <p:cTn id="27" presetID="10" presetClass="entr" presetSubtype="0" fill="hold" nodeType="afterEffect">
                                  <p:stCondLst>
                                    <p:cond delay="50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par>
                          <p:cTn id="30" fill="hold">
                            <p:stCondLst>
                              <p:cond delay="4950"/>
                            </p:stCondLst>
                            <p:childTnLst>
                              <p:par>
                                <p:cTn id="31" presetID="10" presetClass="entr" presetSubtype="0" fill="hold" grpId="0" nodeType="after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fade">
                                      <p:cBhvr>
                                        <p:cTn id="3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9"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1+#ppt_w/2"/>
                          </p:val>
                        </p:tav>
                        <p:tav tm="100000">
                          <p:val>
                            <p:strVal val="#ppt_x"/>
                          </p:val>
                        </p:tav>
                      </p:tavLst>
                    </p:anim>
                    <p:anim calcmode="lin" valueType="num">
                      <p:cBhvr additive="base">
                        <p:cTn dur="750" fill="hold"/>
                        <p:tgtEl>
                          <p:spTgt spid="9"/>
                        </p:tgtEl>
                        <p:attrNameLst>
                          <p:attrName>ppt_y</p:attrName>
                        </p:attrNameLst>
                      </p:cBhvr>
                      <p:tavLst>
                        <p:tav tm="0">
                          <p:val>
                            <p:strVal val="#ppt_y"/>
                          </p:val>
                        </p:tav>
                        <p:tav tm="100000">
                          <p:val>
                            <p:strVal val="#ppt_y"/>
                          </p:val>
                        </p:tav>
                      </p:tavLst>
                    </p:anim>
                  </p:childTnLst>
                </p:cTn>
              </p:par>
            </p:tnLst>
          </p:tmpl>
        </p:tmplLst>
      </p:bldP>
      <p:bldP spid="4" grpId="0" animBg="1"/>
      <p:bldP spid="12" grpId="0" animBg="1"/>
      <p:bldP spid="13" grpId="0" animBg="1"/>
      <p:bldP spid="14" grpId="0" animBg="1"/>
    </p:bld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nimated Title">
    <p:spTree>
      <p:nvGrpSpPr>
        <p:cNvPr id="1" name=""/>
        <p:cNvGrpSpPr/>
        <p:nvPr/>
      </p:nvGrpSpPr>
      <p:grpSpPr>
        <a:xfrm>
          <a:off x="0" y="0"/>
          <a:ext cx="0" cy="0"/>
          <a:chOff x="0" y="0"/>
          <a:chExt cx="0" cy="0"/>
        </a:xfrm>
      </p:grpSpPr>
      <p:sp>
        <p:nvSpPr>
          <p:cNvPr id="4" name="正方形/長方形 3"/>
          <p:cNvSpPr/>
          <p:nvPr userDrawn="1"/>
        </p:nvSpPr>
        <p:spPr>
          <a:xfrm rot="21066044">
            <a:off x="-9553475" y="-4938712"/>
            <a:ext cx="35411092" cy="10287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p:cNvSpPr/>
          <p:nvPr userDrawn="1"/>
        </p:nvSpPr>
        <p:spPr>
          <a:xfrm rot="21066044">
            <a:off x="-7789278" y="5016998"/>
            <a:ext cx="35401862" cy="10287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userDrawn="1"/>
        </p:nvSpPr>
        <p:spPr>
          <a:xfrm rot="21066044">
            <a:off x="-9553475" y="-4938712"/>
            <a:ext cx="35411092" cy="10287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rot="21066044">
            <a:off x="-7789278" y="5016998"/>
            <a:ext cx="35401862" cy="10287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rot="21066044">
            <a:off x="-9553475" y="-4938712"/>
            <a:ext cx="35411092" cy="10287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rot="21066044">
            <a:off x="-7789278" y="5016998"/>
            <a:ext cx="35401862" cy="10287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userDrawn="1"/>
        </p:nvSpPr>
        <p:spPr>
          <a:xfrm rot="21066044">
            <a:off x="-9553475" y="-4938712"/>
            <a:ext cx="35411092" cy="10287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userDrawn="1"/>
        </p:nvSpPr>
        <p:spPr>
          <a:xfrm rot="21066044">
            <a:off x="-7789278" y="5016998"/>
            <a:ext cx="35401862" cy="10287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 name="グループ化 13"/>
          <p:cNvGrpSpPr/>
          <p:nvPr userDrawn="1"/>
        </p:nvGrpSpPr>
        <p:grpSpPr>
          <a:xfrm rot="17100000">
            <a:off x="6622413" y="2420092"/>
            <a:ext cx="5040000" cy="5040000"/>
            <a:chOff x="6682240" y="2680152"/>
            <a:chExt cx="5040000" cy="5040000"/>
          </a:xfrm>
        </p:grpSpPr>
        <p:sp>
          <p:nvSpPr>
            <p:cNvPr id="15" name="円/楕円 14"/>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アーチ 15"/>
            <p:cNvSpPr/>
            <p:nvPr userDrawn="1"/>
          </p:nvSpPr>
          <p:spPr>
            <a:xfrm>
              <a:off x="6682240" y="2680152"/>
              <a:ext cx="5040000" cy="5040000"/>
            </a:xfrm>
            <a:prstGeom prst="blockArc">
              <a:avLst>
                <a:gd name="adj1" fmla="val 10800000"/>
                <a:gd name="adj2" fmla="val 3801423"/>
                <a:gd name="adj3" fmla="val 14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17" name="グループ化 16"/>
          <p:cNvGrpSpPr>
            <a:grpSpLocks noChangeAspect="1"/>
          </p:cNvGrpSpPr>
          <p:nvPr userDrawn="1"/>
        </p:nvGrpSpPr>
        <p:grpSpPr>
          <a:xfrm rot="11994079">
            <a:off x="6442413" y="2240092"/>
            <a:ext cx="5400000" cy="5400000"/>
            <a:chOff x="6682240" y="2680152"/>
            <a:chExt cx="5040000" cy="5040000"/>
          </a:xfrm>
        </p:grpSpPr>
        <p:sp>
          <p:nvSpPr>
            <p:cNvPr id="18" name="円/楕円 17"/>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アーチ 18"/>
            <p:cNvSpPr/>
            <p:nvPr userDrawn="1"/>
          </p:nvSpPr>
          <p:spPr>
            <a:xfrm>
              <a:off x="6682240" y="2680152"/>
              <a:ext cx="5040000" cy="5040000"/>
            </a:xfrm>
            <a:prstGeom prst="blockArc">
              <a:avLst>
                <a:gd name="adj1" fmla="val 10800000"/>
                <a:gd name="adj2" fmla="val 3829372"/>
                <a:gd name="adj3" fmla="val 1485"/>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20" name="グループ化 19"/>
          <p:cNvGrpSpPr>
            <a:grpSpLocks noChangeAspect="1"/>
          </p:cNvGrpSpPr>
          <p:nvPr userDrawn="1"/>
        </p:nvGrpSpPr>
        <p:grpSpPr>
          <a:xfrm rot="3600000">
            <a:off x="6262413" y="2060092"/>
            <a:ext cx="5760000" cy="5760000"/>
            <a:chOff x="6682240" y="2680152"/>
            <a:chExt cx="5040000" cy="5040000"/>
          </a:xfrm>
        </p:grpSpPr>
        <p:sp>
          <p:nvSpPr>
            <p:cNvPr id="21" name="円/楕円 20"/>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アーチ 21"/>
            <p:cNvSpPr/>
            <p:nvPr userDrawn="1"/>
          </p:nvSpPr>
          <p:spPr>
            <a:xfrm>
              <a:off x="6682240" y="2680152"/>
              <a:ext cx="5040000" cy="5040000"/>
            </a:xfrm>
            <a:prstGeom prst="blockArc">
              <a:avLst>
                <a:gd name="adj1" fmla="val 10800000"/>
                <a:gd name="adj2" fmla="val 3790965"/>
                <a:gd name="adj3" fmla="val 141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23" name="グループ化 22"/>
          <p:cNvGrpSpPr>
            <a:grpSpLocks noChangeAspect="1"/>
          </p:cNvGrpSpPr>
          <p:nvPr userDrawn="1"/>
        </p:nvGrpSpPr>
        <p:grpSpPr>
          <a:xfrm rot="18000000">
            <a:off x="6082413" y="1880092"/>
            <a:ext cx="6120000" cy="6120000"/>
            <a:chOff x="6682240" y="2680152"/>
            <a:chExt cx="5040000" cy="5040000"/>
          </a:xfrm>
        </p:grpSpPr>
        <p:sp>
          <p:nvSpPr>
            <p:cNvPr id="24" name="円/楕円 23"/>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アーチ 24"/>
            <p:cNvSpPr/>
            <p:nvPr userDrawn="1"/>
          </p:nvSpPr>
          <p:spPr>
            <a:xfrm>
              <a:off x="6682240" y="2680152"/>
              <a:ext cx="5040000" cy="5040000"/>
            </a:xfrm>
            <a:prstGeom prst="blockArc">
              <a:avLst>
                <a:gd name="adj1" fmla="val 10800000"/>
                <a:gd name="adj2" fmla="val 3781764"/>
                <a:gd name="adj3" fmla="val 1346"/>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26" name="グループ化 25"/>
          <p:cNvGrpSpPr>
            <a:grpSpLocks noChangeAspect="1"/>
          </p:cNvGrpSpPr>
          <p:nvPr userDrawn="1"/>
        </p:nvGrpSpPr>
        <p:grpSpPr>
          <a:xfrm rot="7511662">
            <a:off x="5902413" y="1700092"/>
            <a:ext cx="6480000" cy="6480000"/>
            <a:chOff x="6682240" y="2680152"/>
            <a:chExt cx="5040000" cy="5040000"/>
          </a:xfrm>
        </p:grpSpPr>
        <p:sp>
          <p:nvSpPr>
            <p:cNvPr id="27" name="円/楕円 26"/>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アーチ 27"/>
            <p:cNvSpPr/>
            <p:nvPr userDrawn="1"/>
          </p:nvSpPr>
          <p:spPr>
            <a:xfrm>
              <a:off x="6682240" y="2680152"/>
              <a:ext cx="5040000" cy="5040000"/>
            </a:xfrm>
            <a:prstGeom prst="blockArc">
              <a:avLst>
                <a:gd name="adj1" fmla="val 10800000"/>
                <a:gd name="adj2" fmla="val 3755127"/>
                <a:gd name="adj3" fmla="val 124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29" name="グループ化 28"/>
          <p:cNvGrpSpPr>
            <a:grpSpLocks noChangeAspect="1"/>
          </p:cNvGrpSpPr>
          <p:nvPr userDrawn="1"/>
        </p:nvGrpSpPr>
        <p:grpSpPr>
          <a:xfrm rot="10993309">
            <a:off x="5722413" y="1520092"/>
            <a:ext cx="6840000" cy="6840000"/>
            <a:chOff x="6682240" y="2680152"/>
            <a:chExt cx="5040000" cy="5040000"/>
          </a:xfrm>
        </p:grpSpPr>
        <p:sp>
          <p:nvSpPr>
            <p:cNvPr id="30" name="円/楕円 29"/>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アーチ 30"/>
            <p:cNvSpPr/>
            <p:nvPr userDrawn="1"/>
          </p:nvSpPr>
          <p:spPr>
            <a:xfrm>
              <a:off x="6682240" y="2680152"/>
              <a:ext cx="5040000" cy="5040000"/>
            </a:xfrm>
            <a:prstGeom prst="blockArc">
              <a:avLst>
                <a:gd name="adj1" fmla="val 10800000"/>
                <a:gd name="adj2" fmla="val 3748913"/>
                <a:gd name="adj3" fmla="val 110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sp>
        <p:nvSpPr>
          <p:cNvPr id="32" name="タイトル 1"/>
          <p:cNvSpPr>
            <a:spLocks noGrp="1"/>
          </p:cNvSpPr>
          <p:nvPr>
            <p:ph type="ctrTitle" hasCustomPrompt="1"/>
          </p:nvPr>
        </p:nvSpPr>
        <p:spPr>
          <a:xfrm>
            <a:off x="1371481" y="3972857"/>
            <a:ext cx="15543451" cy="1585999"/>
          </a:xfrm>
        </p:spPr>
        <p:txBody>
          <a:bodyPr anchor="t">
            <a:noAutofit/>
          </a:bodyPr>
          <a:lstStyle>
            <a:lvl1pPr algn="ctr">
              <a:defRPr sz="9600" baseline="0">
                <a:solidFill>
                  <a:schemeClr val="accent1"/>
                </a:solidFill>
                <a:latin typeface="Route 159 UltraLight" pitchFamily="50" charset="0"/>
              </a:defRPr>
            </a:lvl1pPr>
          </a:lstStyle>
          <a:p>
            <a:r>
              <a:rPr kumimoji="1" lang="en-US" altLang="ja-JP" dirty="0"/>
              <a:t>YOUR TITLE GOES HERE</a:t>
            </a:r>
            <a:endParaRPr kumimoji="1" lang="ja-JP" altLang="en-US" dirty="0"/>
          </a:p>
        </p:txBody>
      </p:sp>
      <p:sp>
        <p:nvSpPr>
          <p:cNvPr id="33" name="テキスト プレースホルダー 8"/>
          <p:cNvSpPr>
            <a:spLocks noGrp="1"/>
          </p:cNvSpPr>
          <p:nvPr>
            <p:ph type="body" sz="quarter" idx="10" hasCustomPrompt="1"/>
          </p:nvPr>
        </p:nvSpPr>
        <p:spPr>
          <a:xfrm>
            <a:off x="1366342" y="5503590"/>
            <a:ext cx="15553728" cy="864046"/>
          </a:xfrm>
        </p:spPr>
        <p:txBody>
          <a:bodyPr anchor="b">
            <a:noAutofit/>
          </a:bodyPr>
          <a:lstStyle>
            <a:lvl1pPr algn="ctr">
              <a:defRPr sz="4000">
                <a:solidFill>
                  <a:schemeClr val="tx2"/>
                </a:solidFill>
                <a:latin typeface="Route 159 UltraLight" pitchFamily="50" charset="0"/>
              </a:defRPr>
            </a:lvl1pPr>
          </a:lstStyle>
          <a:p>
            <a:pPr lvl="0"/>
            <a:r>
              <a:rPr kumimoji="1" lang="en-US" altLang="ja-JP" dirty="0"/>
              <a:t>Subtitle goes here</a:t>
            </a:r>
            <a:endParaRPr kumimoji="1" lang="ja-JP" altLang="en-US" dirty="0"/>
          </a:p>
        </p:txBody>
      </p:sp>
      <p:sp>
        <p:nvSpPr>
          <p:cNvPr id="34" name="サブタイトル 2"/>
          <p:cNvSpPr>
            <a:spLocks noGrp="1"/>
          </p:cNvSpPr>
          <p:nvPr>
            <p:ph type="subTitle" idx="1" hasCustomPrompt="1"/>
          </p:nvPr>
        </p:nvSpPr>
        <p:spPr>
          <a:xfrm>
            <a:off x="1366342" y="8527876"/>
            <a:ext cx="15553728" cy="1512168"/>
          </a:xfrm>
        </p:spPr>
        <p:txBody>
          <a:bodyPr>
            <a:normAutofit/>
          </a:bodyPr>
          <a:lstStyle>
            <a:lvl1pPr marL="0" indent="0" algn="ctr">
              <a:buNone/>
              <a:defRPr sz="2000">
                <a:solidFill>
                  <a:schemeClr val="tx1">
                    <a:tint val="75000"/>
                  </a:schemeClr>
                </a:solidFill>
                <a:latin typeface="+mj-lt"/>
              </a:defRPr>
            </a:lvl1pPr>
            <a:lvl2pPr marL="816376" indent="0" algn="ctr">
              <a:buNone/>
              <a:defRPr>
                <a:solidFill>
                  <a:schemeClr val="tx1">
                    <a:tint val="75000"/>
                  </a:schemeClr>
                </a:solidFill>
              </a:defRPr>
            </a:lvl2pPr>
            <a:lvl3pPr marL="1632753" indent="0" algn="ctr">
              <a:buNone/>
              <a:defRPr>
                <a:solidFill>
                  <a:schemeClr val="tx1">
                    <a:tint val="75000"/>
                  </a:schemeClr>
                </a:solidFill>
              </a:defRPr>
            </a:lvl3pPr>
            <a:lvl4pPr marL="2449129" indent="0" algn="ctr">
              <a:buNone/>
              <a:defRPr>
                <a:solidFill>
                  <a:schemeClr val="tx1">
                    <a:tint val="75000"/>
                  </a:schemeClr>
                </a:solidFill>
              </a:defRPr>
            </a:lvl4pPr>
            <a:lvl5pPr marL="3265505" indent="0" algn="ctr">
              <a:buNone/>
              <a:defRPr>
                <a:solidFill>
                  <a:schemeClr val="tx1">
                    <a:tint val="75000"/>
                  </a:schemeClr>
                </a:solidFill>
              </a:defRPr>
            </a:lvl5pPr>
            <a:lvl6pPr marL="4081882" indent="0" algn="ctr">
              <a:buNone/>
              <a:defRPr>
                <a:solidFill>
                  <a:schemeClr val="tx1">
                    <a:tint val="75000"/>
                  </a:schemeClr>
                </a:solidFill>
              </a:defRPr>
            </a:lvl6pPr>
            <a:lvl7pPr marL="4898258" indent="0" algn="ctr">
              <a:buNone/>
              <a:defRPr>
                <a:solidFill>
                  <a:schemeClr val="tx1">
                    <a:tint val="75000"/>
                  </a:schemeClr>
                </a:solidFill>
              </a:defRPr>
            </a:lvl7pPr>
            <a:lvl8pPr marL="5714634" indent="0" algn="ctr">
              <a:buNone/>
              <a:defRPr>
                <a:solidFill>
                  <a:schemeClr val="tx1">
                    <a:tint val="75000"/>
                  </a:schemeClr>
                </a:solidFill>
              </a:defRPr>
            </a:lvl8pPr>
            <a:lvl9pPr marL="6531011" indent="0" algn="ctr">
              <a:buNone/>
              <a:defRPr>
                <a:solidFill>
                  <a:schemeClr val="tx1">
                    <a:tint val="75000"/>
                  </a:schemeClr>
                </a:solidFill>
              </a:defRPr>
            </a:lvl9pPr>
          </a:lstStyle>
          <a:p>
            <a:r>
              <a:rPr kumimoji="1" lang="en-US" altLang="ja-JP" dirty="0"/>
              <a:t>Information</a:t>
            </a:r>
            <a:endParaRPr kumimoji="1" lang="ja-JP" altLang="en-US" dirty="0"/>
          </a:p>
        </p:txBody>
      </p:sp>
      <p:grpSp>
        <p:nvGrpSpPr>
          <p:cNvPr id="35" name="グループ化 34"/>
          <p:cNvGrpSpPr/>
          <p:nvPr userDrawn="1"/>
        </p:nvGrpSpPr>
        <p:grpSpPr>
          <a:xfrm>
            <a:off x="8595214" y="8095828"/>
            <a:ext cx="1088138" cy="188527"/>
            <a:chOff x="8595214" y="6592642"/>
            <a:chExt cx="1088138" cy="188527"/>
          </a:xfrm>
        </p:grpSpPr>
        <p:sp>
          <p:nvSpPr>
            <p:cNvPr id="36" name="円/楕円 35"/>
            <p:cNvSpPr/>
            <p:nvPr userDrawn="1"/>
          </p:nvSpPr>
          <p:spPr>
            <a:xfrm>
              <a:off x="9048943"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円/楕円 36"/>
            <p:cNvSpPr/>
            <p:nvPr userDrawn="1"/>
          </p:nvSpPr>
          <p:spPr>
            <a:xfrm>
              <a:off x="8595214"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8" name="円/楕円 37"/>
            <p:cNvSpPr/>
            <p:nvPr userDrawn="1"/>
          </p:nvSpPr>
          <p:spPr>
            <a:xfrm>
              <a:off x="9494825"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sp>
        <p:nvSpPr>
          <p:cNvPr id="39" name="円/楕円 38"/>
          <p:cNvSpPr/>
          <p:nvPr userDrawn="1"/>
        </p:nvSpPr>
        <p:spPr>
          <a:xfrm>
            <a:off x="7039260" y="2492117"/>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0" name="円/楕円 39"/>
          <p:cNvSpPr/>
          <p:nvPr userDrawn="1"/>
        </p:nvSpPr>
        <p:spPr>
          <a:xfrm>
            <a:off x="8153859" y="2492117"/>
            <a:ext cx="864096" cy="864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1" name="円/楕円 40"/>
          <p:cNvSpPr/>
          <p:nvPr userDrawn="1"/>
        </p:nvSpPr>
        <p:spPr>
          <a:xfrm>
            <a:off x="9268458" y="2492117"/>
            <a:ext cx="864096" cy="8640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2" name="円/楕円 41"/>
          <p:cNvSpPr/>
          <p:nvPr userDrawn="1"/>
        </p:nvSpPr>
        <p:spPr>
          <a:xfrm>
            <a:off x="10383056" y="2492117"/>
            <a:ext cx="864096" cy="8640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Tree>
    <p:extLst>
      <p:ext uri="{BB962C8B-B14F-4D97-AF65-F5344CB8AC3E}">
        <p14:creationId xmlns:p14="http://schemas.microsoft.com/office/powerpoint/2010/main" val="231318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ac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0-#ppt_w/2"/>
                                          </p:val>
                                        </p:tav>
                                        <p:tav tm="100000">
                                          <p:val>
                                            <p:strVal val="#ppt_x"/>
                                          </p:val>
                                        </p:tav>
                                      </p:tavLst>
                                    </p:anim>
                                    <p:anim calcmode="lin" valueType="num">
                                      <p:cBhvr additive="base">
                                        <p:cTn id="8" dur="75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4" ac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9" accel="10000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750" fill="hold"/>
                                        <p:tgtEl>
                                          <p:spTgt spid="8"/>
                                        </p:tgtEl>
                                        <p:attrNameLst>
                                          <p:attrName>ppt_x</p:attrName>
                                        </p:attrNameLst>
                                      </p:cBhvr>
                                      <p:tavLst>
                                        <p:tav tm="0">
                                          <p:val>
                                            <p:strVal val="0-#ppt_w/2"/>
                                          </p:val>
                                        </p:tav>
                                        <p:tav tm="100000">
                                          <p:val>
                                            <p:strVal val="#ppt_x"/>
                                          </p:val>
                                        </p:tav>
                                      </p:tavLst>
                                    </p:anim>
                                    <p:anim calcmode="lin" valueType="num">
                                      <p:cBhvr additive="base">
                                        <p:cTn id="16" dur="750" fill="hold"/>
                                        <p:tgtEl>
                                          <p:spTgt spid="8"/>
                                        </p:tgtEl>
                                        <p:attrNameLst>
                                          <p:attrName>ppt_y</p:attrName>
                                        </p:attrNameLst>
                                      </p:cBhvr>
                                      <p:tavLst>
                                        <p:tav tm="0">
                                          <p:val>
                                            <p:strVal val="0-#ppt_h/2"/>
                                          </p:val>
                                        </p:tav>
                                        <p:tav tm="100000">
                                          <p:val>
                                            <p:strVal val="#ppt_y"/>
                                          </p:val>
                                        </p:tav>
                                      </p:tavLst>
                                    </p:anim>
                                  </p:childTnLst>
                                </p:cTn>
                              </p:par>
                              <p:par>
                                <p:cTn id="17" presetID="2" presetClass="entr" presetSubtype="4" accel="100000" fill="hold" grpId="0" nodeType="withEffect">
                                  <p:stCondLst>
                                    <p:cond delay="2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750" fill="hold"/>
                                        <p:tgtEl>
                                          <p:spTgt spid="9"/>
                                        </p:tgtEl>
                                        <p:attrNameLst>
                                          <p:attrName>ppt_x</p:attrName>
                                        </p:attrNameLst>
                                      </p:cBhvr>
                                      <p:tavLst>
                                        <p:tav tm="0">
                                          <p:val>
                                            <p:strVal val="#ppt_x"/>
                                          </p:val>
                                        </p:tav>
                                        <p:tav tm="100000">
                                          <p:val>
                                            <p:strVal val="#ppt_x"/>
                                          </p:val>
                                        </p:tav>
                                      </p:tavLst>
                                    </p:anim>
                                    <p:anim calcmode="lin" valueType="num">
                                      <p:cBhvr additive="base">
                                        <p:cTn id="20" dur="75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9" accel="100000" fill="hold" grpId="0" nodeType="withEffect">
                                  <p:stCondLst>
                                    <p:cond delay="50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750" fill="hold"/>
                                        <p:tgtEl>
                                          <p:spTgt spid="10"/>
                                        </p:tgtEl>
                                        <p:attrNameLst>
                                          <p:attrName>ppt_x</p:attrName>
                                        </p:attrNameLst>
                                      </p:cBhvr>
                                      <p:tavLst>
                                        <p:tav tm="0">
                                          <p:val>
                                            <p:strVal val="0-#ppt_w/2"/>
                                          </p:val>
                                        </p:tav>
                                        <p:tav tm="100000">
                                          <p:val>
                                            <p:strVal val="#ppt_x"/>
                                          </p:val>
                                        </p:tav>
                                      </p:tavLst>
                                    </p:anim>
                                    <p:anim calcmode="lin" valueType="num">
                                      <p:cBhvr additive="base">
                                        <p:cTn id="24" dur="750" fill="hold"/>
                                        <p:tgtEl>
                                          <p:spTgt spid="10"/>
                                        </p:tgtEl>
                                        <p:attrNameLst>
                                          <p:attrName>ppt_y</p:attrName>
                                        </p:attrNameLst>
                                      </p:cBhvr>
                                      <p:tavLst>
                                        <p:tav tm="0">
                                          <p:val>
                                            <p:strVal val="0-#ppt_h/2"/>
                                          </p:val>
                                        </p:tav>
                                        <p:tav tm="100000">
                                          <p:val>
                                            <p:strVal val="#ppt_y"/>
                                          </p:val>
                                        </p:tav>
                                      </p:tavLst>
                                    </p:anim>
                                  </p:childTnLst>
                                </p:cTn>
                              </p:par>
                              <p:par>
                                <p:cTn id="25" presetID="2" presetClass="entr" presetSubtype="4" accel="100000" fill="hold" grpId="0" nodeType="withEffect">
                                  <p:stCondLst>
                                    <p:cond delay="50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750" fill="hold"/>
                                        <p:tgtEl>
                                          <p:spTgt spid="11"/>
                                        </p:tgtEl>
                                        <p:attrNameLst>
                                          <p:attrName>ppt_x</p:attrName>
                                        </p:attrNameLst>
                                      </p:cBhvr>
                                      <p:tavLst>
                                        <p:tav tm="0">
                                          <p:val>
                                            <p:strVal val="#ppt_x"/>
                                          </p:val>
                                        </p:tav>
                                        <p:tav tm="100000">
                                          <p:val>
                                            <p:strVal val="#ppt_x"/>
                                          </p:val>
                                        </p:tav>
                                      </p:tavLst>
                                    </p:anim>
                                    <p:anim calcmode="lin" valueType="num">
                                      <p:cBhvr additive="base">
                                        <p:cTn id="28" dur="75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9" accel="100000" fill="hold" grpId="0" nodeType="withEffect">
                                  <p:stCondLst>
                                    <p:cond delay="75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750" fill="hold"/>
                                        <p:tgtEl>
                                          <p:spTgt spid="12"/>
                                        </p:tgtEl>
                                        <p:attrNameLst>
                                          <p:attrName>ppt_x</p:attrName>
                                        </p:attrNameLst>
                                      </p:cBhvr>
                                      <p:tavLst>
                                        <p:tav tm="0">
                                          <p:val>
                                            <p:strVal val="0-#ppt_w/2"/>
                                          </p:val>
                                        </p:tav>
                                        <p:tav tm="100000">
                                          <p:val>
                                            <p:strVal val="#ppt_x"/>
                                          </p:val>
                                        </p:tav>
                                      </p:tavLst>
                                    </p:anim>
                                    <p:anim calcmode="lin" valueType="num">
                                      <p:cBhvr additive="base">
                                        <p:cTn id="32" dur="750" fill="hold"/>
                                        <p:tgtEl>
                                          <p:spTgt spid="12"/>
                                        </p:tgtEl>
                                        <p:attrNameLst>
                                          <p:attrName>ppt_y</p:attrName>
                                        </p:attrNameLst>
                                      </p:cBhvr>
                                      <p:tavLst>
                                        <p:tav tm="0">
                                          <p:val>
                                            <p:strVal val="0-#ppt_h/2"/>
                                          </p:val>
                                        </p:tav>
                                        <p:tav tm="100000">
                                          <p:val>
                                            <p:strVal val="#ppt_y"/>
                                          </p:val>
                                        </p:tav>
                                      </p:tavLst>
                                    </p:anim>
                                  </p:childTnLst>
                                </p:cTn>
                              </p:par>
                              <p:par>
                                <p:cTn id="33" presetID="2" presetClass="entr" presetSubtype="4" accel="100000" fill="hold" grpId="0" nodeType="withEffect">
                                  <p:stCondLst>
                                    <p:cond delay="7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750" fill="hold"/>
                                        <p:tgtEl>
                                          <p:spTgt spid="13"/>
                                        </p:tgtEl>
                                        <p:attrNameLst>
                                          <p:attrName>ppt_x</p:attrName>
                                        </p:attrNameLst>
                                      </p:cBhvr>
                                      <p:tavLst>
                                        <p:tav tm="0">
                                          <p:val>
                                            <p:strVal val="#ppt_x"/>
                                          </p:val>
                                        </p:tav>
                                        <p:tav tm="100000">
                                          <p:val>
                                            <p:strVal val="#ppt_x"/>
                                          </p:val>
                                        </p:tav>
                                      </p:tavLst>
                                    </p:anim>
                                    <p:anim calcmode="lin" valueType="num">
                                      <p:cBhvr additive="base">
                                        <p:cTn id="36" dur="750" fill="hold"/>
                                        <p:tgtEl>
                                          <p:spTgt spid="13"/>
                                        </p:tgtEl>
                                        <p:attrNameLst>
                                          <p:attrName>ppt_y</p:attrName>
                                        </p:attrNameLst>
                                      </p:cBhvr>
                                      <p:tavLst>
                                        <p:tav tm="0">
                                          <p:val>
                                            <p:strVal val="1+#ppt_h/2"/>
                                          </p:val>
                                        </p:tav>
                                        <p:tav tm="100000">
                                          <p:val>
                                            <p:strVal val="#ppt_y"/>
                                          </p:val>
                                        </p:tav>
                                      </p:tavLst>
                                    </p:anim>
                                  </p:childTnLst>
                                </p:cTn>
                              </p:par>
                            </p:childTnLst>
                          </p:cTn>
                        </p:par>
                        <p:par>
                          <p:cTn id="37" fill="hold">
                            <p:stCondLst>
                              <p:cond delay="1500"/>
                            </p:stCondLst>
                            <p:childTnLst>
                              <p:par>
                                <p:cTn id="38" presetID="2" presetClass="entr" presetSubtype="4" decel="100000" fill="hold" nodeType="after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750" fill="hold"/>
                                        <p:tgtEl>
                                          <p:spTgt spid="14"/>
                                        </p:tgtEl>
                                        <p:attrNameLst>
                                          <p:attrName>ppt_x</p:attrName>
                                        </p:attrNameLst>
                                      </p:cBhvr>
                                      <p:tavLst>
                                        <p:tav tm="0">
                                          <p:val>
                                            <p:strVal val="#ppt_x"/>
                                          </p:val>
                                        </p:tav>
                                        <p:tav tm="100000">
                                          <p:val>
                                            <p:strVal val="#ppt_x"/>
                                          </p:val>
                                        </p:tav>
                                      </p:tavLst>
                                    </p:anim>
                                    <p:anim calcmode="lin" valueType="num">
                                      <p:cBhvr additive="base">
                                        <p:cTn id="41" dur="750" fill="hold"/>
                                        <p:tgtEl>
                                          <p:spTgt spid="14"/>
                                        </p:tgtEl>
                                        <p:attrNameLst>
                                          <p:attrName>ppt_y</p:attrName>
                                        </p:attrNameLst>
                                      </p:cBhvr>
                                      <p:tavLst>
                                        <p:tav tm="0">
                                          <p:val>
                                            <p:strVal val="1+#ppt_h/2"/>
                                          </p:val>
                                        </p:tav>
                                        <p:tav tm="100000">
                                          <p:val>
                                            <p:strVal val="#ppt_y"/>
                                          </p:val>
                                        </p:tav>
                                      </p:tavLst>
                                    </p:anim>
                                  </p:childTnLst>
                                </p:cTn>
                              </p:par>
                              <p:par>
                                <p:cTn id="42" presetID="2" presetClass="entr" presetSubtype="12" decel="100000" fill="hold" nodeType="withEffect">
                                  <p:stCondLst>
                                    <p:cond delay="10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750" fill="hold"/>
                                        <p:tgtEl>
                                          <p:spTgt spid="17"/>
                                        </p:tgtEl>
                                        <p:attrNameLst>
                                          <p:attrName>ppt_x</p:attrName>
                                        </p:attrNameLst>
                                      </p:cBhvr>
                                      <p:tavLst>
                                        <p:tav tm="0">
                                          <p:val>
                                            <p:strVal val="0-#ppt_w/2"/>
                                          </p:val>
                                        </p:tav>
                                        <p:tav tm="100000">
                                          <p:val>
                                            <p:strVal val="#ppt_x"/>
                                          </p:val>
                                        </p:tav>
                                      </p:tavLst>
                                    </p:anim>
                                    <p:anim calcmode="lin" valueType="num">
                                      <p:cBhvr additive="base">
                                        <p:cTn id="45" dur="750" fill="hold"/>
                                        <p:tgtEl>
                                          <p:spTgt spid="17"/>
                                        </p:tgtEl>
                                        <p:attrNameLst>
                                          <p:attrName>ppt_y</p:attrName>
                                        </p:attrNameLst>
                                      </p:cBhvr>
                                      <p:tavLst>
                                        <p:tav tm="0">
                                          <p:val>
                                            <p:strVal val="1+#ppt_h/2"/>
                                          </p:val>
                                        </p:tav>
                                        <p:tav tm="100000">
                                          <p:val>
                                            <p:strVal val="#ppt_y"/>
                                          </p:val>
                                        </p:tav>
                                      </p:tavLst>
                                    </p:anim>
                                  </p:childTnLst>
                                </p:cTn>
                              </p:par>
                              <p:par>
                                <p:cTn id="46" presetID="2" presetClass="entr" presetSubtype="8" decel="100000" fill="hold" nodeType="withEffect">
                                  <p:stCondLst>
                                    <p:cond delay="200"/>
                                  </p:stCondLst>
                                  <p:childTnLst>
                                    <p:set>
                                      <p:cBhvr>
                                        <p:cTn id="47" dur="1" fill="hold">
                                          <p:stCondLst>
                                            <p:cond delay="0"/>
                                          </p:stCondLst>
                                        </p:cTn>
                                        <p:tgtEl>
                                          <p:spTgt spid="20"/>
                                        </p:tgtEl>
                                        <p:attrNameLst>
                                          <p:attrName>style.visibility</p:attrName>
                                        </p:attrNameLst>
                                      </p:cBhvr>
                                      <p:to>
                                        <p:strVal val="visible"/>
                                      </p:to>
                                    </p:set>
                                    <p:anim calcmode="lin" valueType="num">
                                      <p:cBhvr additive="base">
                                        <p:cTn id="48" dur="750" fill="hold"/>
                                        <p:tgtEl>
                                          <p:spTgt spid="20"/>
                                        </p:tgtEl>
                                        <p:attrNameLst>
                                          <p:attrName>ppt_x</p:attrName>
                                        </p:attrNameLst>
                                      </p:cBhvr>
                                      <p:tavLst>
                                        <p:tav tm="0">
                                          <p:val>
                                            <p:strVal val="0-#ppt_w/2"/>
                                          </p:val>
                                        </p:tav>
                                        <p:tav tm="100000">
                                          <p:val>
                                            <p:strVal val="#ppt_x"/>
                                          </p:val>
                                        </p:tav>
                                      </p:tavLst>
                                    </p:anim>
                                    <p:anim calcmode="lin" valueType="num">
                                      <p:cBhvr additive="base">
                                        <p:cTn id="49" dur="750" fill="hold"/>
                                        <p:tgtEl>
                                          <p:spTgt spid="20"/>
                                        </p:tgtEl>
                                        <p:attrNameLst>
                                          <p:attrName>ppt_y</p:attrName>
                                        </p:attrNameLst>
                                      </p:cBhvr>
                                      <p:tavLst>
                                        <p:tav tm="0">
                                          <p:val>
                                            <p:strVal val="#ppt_y"/>
                                          </p:val>
                                        </p:tav>
                                        <p:tav tm="100000">
                                          <p:val>
                                            <p:strVal val="#ppt_y"/>
                                          </p:val>
                                        </p:tav>
                                      </p:tavLst>
                                    </p:anim>
                                  </p:childTnLst>
                                </p:cTn>
                              </p:par>
                              <p:par>
                                <p:cTn id="50" presetID="2" presetClass="entr" presetSubtype="3" decel="100000" fill="hold" nodeType="withEffect">
                                  <p:stCondLst>
                                    <p:cond delay="300"/>
                                  </p:stCondLst>
                                  <p:childTnLst>
                                    <p:set>
                                      <p:cBhvr>
                                        <p:cTn id="51" dur="1" fill="hold">
                                          <p:stCondLst>
                                            <p:cond delay="0"/>
                                          </p:stCondLst>
                                        </p:cTn>
                                        <p:tgtEl>
                                          <p:spTgt spid="23"/>
                                        </p:tgtEl>
                                        <p:attrNameLst>
                                          <p:attrName>style.visibility</p:attrName>
                                        </p:attrNameLst>
                                      </p:cBhvr>
                                      <p:to>
                                        <p:strVal val="visible"/>
                                      </p:to>
                                    </p:set>
                                    <p:anim calcmode="lin" valueType="num">
                                      <p:cBhvr additive="base">
                                        <p:cTn id="52" dur="750" fill="hold"/>
                                        <p:tgtEl>
                                          <p:spTgt spid="23"/>
                                        </p:tgtEl>
                                        <p:attrNameLst>
                                          <p:attrName>ppt_x</p:attrName>
                                        </p:attrNameLst>
                                      </p:cBhvr>
                                      <p:tavLst>
                                        <p:tav tm="0">
                                          <p:val>
                                            <p:strVal val="1+#ppt_w/2"/>
                                          </p:val>
                                        </p:tav>
                                        <p:tav tm="100000">
                                          <p:val>
                                            <p:strVal val="#ppt_x"/>
                                          </p:val>
                                        </p:tav>
                                      </p:tavLst>
                                    </p:anim>
                                    <p:anim calcmode="lin" valueType="num">
                                      <p:cBhvr additive="base">
                                        <p:cTn id="53" dur="750" fill="hold"/>
                                        <p:tgtEl>
                                          <p:spTgt spid="23"/>
                                        </p:tgtEl>
                                        <p:attrNameLst>
                                          <p:attrName>ppt_y</p:attrName>
                                        </p:attrNameLst>
                                      </p:cBhvr>
                                      <p:tavLst>
                                        <p:tav tm="0">
                                          <p:val>
                                            <p:strVal val="0-#ppt_h/2"/>
                                          </p:val>
                                        </p:tav>
                                        <p:tav tm="100000">
                                          <p:val>
                                            <p:strVal val="#ppt_y"/>
                                          </p:val>
                                        </p:tav>
                                      </p:tavLst>
                                    </p:anim>
                                  </p:childTnLst>
                                </p:cTn>
                              </p:par>
                              <p:par>
                                <p:cTn id="54" presetID="2" presetClass="entr" presetSubtype="6" decel="100000" fill="hold" nodeType="withEffect">
                                  <p:stCondLst>
                                    <p:cond delay="400"/>
                                  </p:stCondLst>
                                  <p:childTnLst>
                                    <p:set>
                                      <p:cBhvr>
                                        <p:cTn id="55" dur="1" fill="hold">
                                          <p:stCondLst>
                                            <p:cond delay="0"/>
                                          </p:stCondLst>
                                        </p:cTn>
                                        <p:tgtEl>
                                          <p:spTgt spid="26"/>
                                        </p:tgtEl>
                                        <p:attrNameLst>
                                          <p:attrName>style.visibility</p:attrName>
                                        </p:attrNameLst>
                                      </p:cBhvr>
                                      <p:to>
                                        <p:strVal val="visible"/>
                                      </p:to>
                                    </p:set>
                                    <p:anim calcmode="lin" valueType="num">
                                      <p:cBhvr additive="base">
                                        <p:cTn id="56" dur="750" fill="hold"/>
                                        <p:tgtEl>
                                          <p:spTgt spid="26"/>
                                        </p:tgtEl>
                                        <p:attrNameLst>
                                          <p:attrName>ppt_x</p:attrName>
                                        </p:attrNameLst>
                                      </p:cBhvr>
                                      <p:tavLst>
                                        <p:tav tm="0">
                                          <p:val>
                                            <p:strVal val="1+#ppt_w/2"/>
                                          </p:val>
                                        </p:tav>
                                        <p:tav tm="100000">
                                          <p:val>
                                            <p:strVal val="#ppt_x"/>
                                          </p:val>
                                        </p:tav>
                                      </p:tavLst>
                                    </p:anim>
                                    <p:anim calcmode="lin" valueType="num">
                                      <p:cBhvr additive="base">
                                        <p:cTn id="57" dur="750" fill="hold"/>
                                        <p:tgtEl>
                                          <p:spTgt spid="26"/>
                                        </p:tgtEl>
                                        <p:attrNameLst>
                                          <p:attrName>ppt_y</p:attrName>
                                        </p:attrNameLst>
                                      </p:cBhvr>
                                      <p:tavLst>
                                        <p:tav tm="0">
                                          <p:val>
                                            <p:strVal val="1+#ppt_h/2"/>
                                          </p:val>
                                        </p:tav>
                                        <p:tav tm="100000">
                                          <p:val>
                                            <p:strVal val="#ppt_y"/>
                                          </p:val>
                                        </p:tav>
                                      </p:tavLst>
                                    </p:anim>
                                  </p:childTnLst>
                                </p:cTn>
                              </p:par>
                              <p:par>
                                <p:cTn id="58" presetID="2" presetClass="entr" presetSubtype="2" decel="100000" fill="hold" nodeType="withEffect">
                                  <p:stCondLst>
                                    <p:cond delay="500"/>
                                  </p:stCondLst>
                                  <p:childTnLst>
                                    <p:set>
                                      <p:cBhvr>
                                        <p:cTn id="59" dur="1" fill="hold">
                                          <p:stCondLst>
                                            <p:cond delay="0"/>
                                          </p:stCondLst>
                                        </p:cTn>
                                        <p:tgtEl>
                                          <p:spTgt spid="29"/>
                                        </p:tgtEl>
                                        <p:attrNameLst>
                                          <p:attrName>style.visibility</p:attrName>
                                        </p:attrNameLst>
                                      </p:cBhvr>
                                      <p:to>
                                        <p:strVal val="visible"/>
                                      </p:to>
                                    </p:set>
                                    <p:anim calcmode="lin" valueType="num">
                                      <p:cBhvr additive="base">
                                        <p:cTn id="60" dur="750" fill="hold"/>
                                        <p:tgtEl>
                                          <p:spTgt spid="29"/>
                                        </p:tgtEl>
                                        <p:attrNameLst>
                                          <p:attrName>ppt_x</p:attrName>
                                        </p:attrNameLst>
                                      </p:cBhvr>
                                      <p:tavLst>
                                        <p:tav tm="0">
                                          <p:val>
                                            <p:strVal val="1+#ppt_w/2"/>
                                          </p:val>
                                        </p:tav>
                                        <p:tav tm="100000">
                                          <p:val>
                                            <p:strVal val="#ppt_x"/>
                                          </p:val>
                                        </p:tav>
                                      </p:tavLst>
                                    </p:anim>
                                    <p:anim calcmode="lin" valueType="num">
                                      <p:cBhvr additive="base">
                                        <p:cTn id="61" dur="750" fill="hold"/>
                                        <p:tgtEl>
                                          <p:spTgt spid="29"/>
                                        </p:tgtEl>
                                        <p:attrNameLst>
                                          <p:attrName>ppt_y</p:attrName>
                                        </p:attrNameLst>
                                      </p:cBhvr>
                                      <p:tavLst>
                                        <p:tav tm="0">
                                          <p:val>
                                            <p:strVal val="#ppt_y"/>
                                          </p:val>
                                        </p:tav>
                                        <p:tav tm="100000">
                                          <p:val>
                                            <p:strVal val="#ppt_y"/>
                                          </p:val>
                                        </p:tav>
                                      </p:tavLst>
                                    </p:anim>
                                  </p:childTnLst>
                                </p:cTn>
                              </p:par>
                              <p:par>
                                <p:cTn id="62" presetID="21" presetClass="entr" presetSubtype="1" fill="hold"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heel(1)">
                                      <p:cBhvr>
                                        <p:cTn id="64" dur="750"/>
                                        <p:tgtEl>
                                          <p:spTgt spid="14"/>
                                        </p:tgtEl>
                                      </p:cBhvr>
                                    </p:animEffect>
                                  </p:childTnLst>
                                </p:cTn>
                              </p:par>
                              <p:par>
                                <p:cTn id="65" presetID="21" presetClass="entr" presetSubtype="1" fill="hold" nodeType="withEffect">
                                  <p:stCondLst>
                                    <p:cond delay="100"/>
                                  </p:stCondLst>
                                  <p:childTnLst>
                                    <p:set>
                                      <p:cBhvr>
                                        <p:cTn id="66" dur="1" fill="hold">
                                          <p:stCondLst>
                                            <p:cond delay="0"/>
                                          </p:stCondLst>
                                        </p:cTn>
                                        <p:tgtEl>
                                          <p:spTgt spid="17"/>
                                        </p:tgtEl>
                                        <p:attrNameLst>
                                          <p:attrName>style.visibility</p:attrName>
                                        </p:attrNameLst>
                                      </p:cBhvr>
                                      <p:to>
                                        <p:strVal val="visible"/>
                                      </p:to>
                                    </p:set>
                                    <p:animEffect transition="in" filter="wheel(1)">
                                      <p:cBhvr>
                                        <p:cTn id="67" dur="750"/>
                                        <p:tgtEl>
                                          <p:spTgt spid="17"/>
                                        </p:tgtEl>
                                      </p:cBhvr>
                                    </p:animEffect>
                                  </p:childTnLst>
                                </p:cTn>
                              </p:par>
                              <p:par>
                                <p:cTn id="68" presetID="21" presetClass="entr" presetSubtype="1" fill="hold" nodeType="withEffect">
                                  <p:stCondLst>
                                    <p:cond delay="200"/>
                                  </p:stCondLst>
                                  <p:childTnLst>
                                    <p:set>
                                      <p:cBhvr>
                                        <p:cTn id="69" dur="1" fill="hold">
                                          <p:stCondLst>
                                            <p:cond delay="0"/>
                                          </p:stCondLst>
                                        </p:cTn>
                                        <p:tgtEl>
                                          <p:spTgt spid="20"/>
                                        </p:tgtEl>
                                        <p:attrNameLst>
                                          <p:attrName>style.visibility</p:attrName>
                                        </p:attrNameLst>
                                      </p:cBhvr>
                                      <p:to>
                                        <p:strVal val="visible"/>
                                      </p:to>
                                    </p:set>
                                    <p:animEffect transition="in" filter="wheel(1)">
                                      <p:cBhvr>
                                        <p:cTn id="70" dur="750"/>
                                        <p:tgtEl>
                                          <p:spTgt spid="20"/>
                                        </p:tgtEl>
                                      </p:cBhvr>
                                    </p:animEffect>
                                  </p:childTnLst>
                                </p:cTn>
                              </p:par>
                              <p:par>
                                <p:cTn id="71" presetID="21" presetClass="entr" presetSubtype="1" fill="hold" nodeType="withEffect">
                                  <p:stCondLst>
                                    <p:cond delay="300"/>
                                  </p:stCondLst>
                                  <p:childTnLst>
                                    <p:set>
                                      <p:cBhvr>
                                        <p:cTn id="72" dur="1" fill="hold">
                                          <p:stCondLst>
                                            <p:cond delay="0"/>
                                          </p:stCondLst>
                                        </p:cTn>
                                        <p:tgtEl>
                                          <p:spTgt spid="23"/>
                                        </p:tgtEl>
                                        <p:attrNameLst>
                                          <p:attrName>style.visibility</p:attrName>
                                        </p:attrNameLst>
                                      </p:cBhvr>
                                      <p:to>
                                        <p:strVal val="visible"/>
                                      </p:to>
                                    </p:set>
                                    <p:animEffect transition="in" filter="wheel(1)">
                                      <p:cBhvr>
                                        <p:cTn id="73" dur="750"/>
                                        <p:tgtEl>
                                          <p:spTgt spid="23"/>
                                        </p:tgtEl>
                                      </p:cBhvr>
                                    </p:animEffect>
                                  </p:childTnLst>
                                </p:cTn>
                              </p:par>
                              <p:par>
                                <p:cTn id="74" presetID="21" presetClass="entr" presetSubtype="1" fill="hold" nodeType="withEffect">
                                  <p:stCondLst>
                                    <p:cond delay="400"/>
                                  </p:stCondLst>
                                  <p:childTnLst>
                                    <p:set>
                                      <p:cBhvr>
                                        <p:cTn id="75" dur="1" fill="hold">
                                          <p:stCondLst>
                                            <p:cond delay="0"/>
                                          </p:stCondLst>
                                        </p:cTn>
                                        <p:tgtEl>
                                          <p:spTgt spid="26"/>
                                        </p:tgtEl>
                                        <p:attrNameLst>
                                          <p:attrName>style.visibility</p:attrName>
                                        </p:attrNameLst>
                                      </p:cBhvr>
                                      <p:to>
                                        <p:strVal val="visible"/>
                                      </p:to>
                                    </p:set>
                                    <p:animEffect transition="in" filter="wheel(1)">
                                      <p:cBhvr>
                                        <p:cTn id="76" dur="750"/>
                                        <p:tgtEl>
                                          <p:spTgt spid="26"/>
                                        </p:tgtEl>
                                      </p:cBhvr>
                                    </p:animEffect>
                                  </p:childTnLst>
                                </p:cTn>
                              </p:par>
                              <p:par>
                                <p:cTn id="77" presetID="21" presetClass="entr" presetSubtype="1" fill="hold" nodeType="withEffect">
                                  <p:stCondLst>
                                    <p:cond delay="500"/>
                                  </p:stCondLst>
                                  <p:childTnLst>
                                    <p:set>
                                      <p:cBhvr>
                                        <p:cTn id="78" dur="1" fill="hold">
                                          <p:stCondLst>
                                            <p:cond delay="0"/>
                                          </p:stCondLst>
                                        </p:cTn>
                                        <p:tgtEl>
                                          <p:spTgt spid="29"/>
                                        </p:tgtEl>
                                        <p:attrNameLst>
                                          <p:attrName>style.visibility</p:attrName>
                                        </p:attrNameLst>
                                      </p:cBhvr>
                                      <p:to>
                                        <p:strVal val="visible"/>
                                      </p:to>
                                    </p:set>
                                    <p:animEffect transition="in" filter="wheel(1)">
                                      <p:cBhvr>
                                        <p:cTn id="79" dur="750"/>
                                        <p:tgtEl>
                                          <p:spTgt spid="29"/>
                                        </p:tgtEl>
                                      </p:cBhvr>
                                    </p:animEffect>
                                  </p:childTnLst>
                                </p:cTn>
                              </p:par>
                              <p:par>
                                <p:cTn id="80" presetID="49" presetClass="entr" presetSubtype="0" decel="100000" fill="hold" nodeType="withEffect">
                                  <p:stCondLst>
                                    <p:cond delay="0"/>
                                  </p:stCondLst>
                                  <p:childTnLst>
                                    <p:set>
                                      <p:cBhvr>
                                        <p:cTn id="81" dur="1" fill="hold">
                                          <p:stCondLst>
                                            <p:cond delay="0"/>
                                          </p:stCondLst>
                                        </p:cTn>
                                        <p:tgtEl>
                                          <p:spTgt spid="14"/>
                                        </p:tgtEl>
                                        <p:attrNameLst>
                                          <p:attrName>style.visibility</p:attrName>
                                        </p:attrNameLst>
                                      </p:cBhvr>
                                      <p:to>
                                        <p:strVal val="visible"/>
                                      </p:to>
                                    </p:set>
                                    <p:anim calcmode="lin" valueType="num">
                                      <p:cBhvr>
                                        <p:cTn id="82" dur="750" fill="hold"/>
                                        <p:tgtEl>
                                          <p:spTgt spid="14"/>
                                        </p:tgtEl>
                                        <p:attrNameLst>
                                          <p:attrName>ppt_w</p:attrName>
                                        </p:attrNameLst>
                                      </p:cBhvr>
                                      <p:tavLst>
                                        <p:tav tm="0">
                                          <p:val>
                                            <p:fltVal val="0"/>
                                          </p:val>
                                        </p:tav>
                                        <p:tav tm="100000">
                                          <p:val>
                                            <p:strVal val="#ppt_w"/>
                                          </p:val>
                                        </p:tav>
                                      </p:tavLst>
                                    </p:anim>
                                    <p:anim calcmode="lin" valueType="num">
                                      <p:cBhvr>
                                        <p:cTn id="83" dur="750" fill="hold"/>
                                        <p:tgtEl>
                                          <p:spTgt spid="14"/>
                                        </p:tgtEl>
                                        <p:attrNameLst>
                                          <p:attrName>ppt_h</p:attrName>
                                        </p:attrNameLst>
                                      </p:cBhvr>
                                      <p:tavLst>
                                        <p:tav tm="0">
                                          <p:val>
                                            <p:fltVal val="0"/>
                                          </p:val>
                                        </p:tav>
                                        <p:tav tm="100000">
                                          <p:val>
                                            <p:strVal val="#ppt_h"/>
                                          </p:val>
                                        </p:tav>
                                      </p:tavLst>
                                    </p:anim>
                                    <p:anim calcmode="lin" valueType="num">
                                      <p:cBhvr>
                                        <p:cTn id="84" dur="750" fill="hold"/>
                                        <p:tgtEl>
                                          <p:spTgt spid="14"/>
                                        </p:tgtEl>
                                        <p:attrNameLst>
                                          <p:attrName>style.rotation</p:attrName>
                                        </p:attrNameLst>
                                      </p:cBhvr>
                                      <p:tavLst>
                                        <p:tav tm="0">
                                          <p:val>
                                            <p:fltVal val="360"/>
                                          </p:val>
                                        </p:tav>
                                        <p:tav tm="100000">
                                          <p:val>
                                            <p:fltVal val="0"/>
                                          </p:val>
                                        </p:tav>
                                      </p:tavLst>
                                    </p:anim>
                                    <p:animEffect transition="in" filter="fade">
                                      <p:cBhvr>
                                        <p:cTn id="85" dur="750"/>
                                        <p:tgtEl>
                                          <p:spTgt spid="14"/>
                                        </p:tgtEl>
                                      </p:cBhvr>
                                    </p:animEffect>
                                  </p:childTnLst>
                                </p:cTn>
                              </p:par>
                              <p:par>
                                <p:cTn id="86" presetID="49" presetClass="entr" presetSubtype="0" decel="100000" fill="hold" nodeType="withEffect">
                                  <p:stCondLst>
                                    <p:cond delay="100"/>
                                  </p:stCondLst>
                                  <p:childTnLst>
                                    <p:set>
                                      <p:cBhvr>
                                        <p:cTn id="87" dur="1" fill="hold">
                                          <p:stCondLst>
                                            <p:cond delay="0"/>
                                          </p:stCondLst>
                                        </p:cTn>
                                        <p:tgtEl>
                                          <p:spTgt spid="17"/>
                                        </p:tgtEl>
                                        <p:attrNameLst>
                                          <p:attrName>style.visibility</p:attrName>
                                        </p:attrNameLst>
                                      </p:cBhvr>
                                      <p:to>
                                        <p:strVal val="visible"/>
                                      </p:to>
                                    </p:set>
                                    <p:anim calcmode="lin" valueType="num">
                                      <p:cBhvr>
                                        <p:cTn id="88" dur="750" fill="hold"/>
                                        <p:tgtEl>
                                          <p:spTgt spid="17"/>
                                        </p:tgtEl>
                                        <p:attrNameLst>
                                          <p:attrName>ppt_w</p:attrName>
                                        </p:attrNameLst>
                                      </p:cBhvr>
                                      <p:tavLst>
                                        <p:tav tm="0">
                                          <p:val>
                                            <p:fltVal val="0"/>
                                          </p:val>
                                        </p:tav>
                                        <p:tav tm="100000">
                                          <p:val>
                                            <p:strVal val="#ppt_w"/>
                                          </p:val>
                                        </p:tav>
                                      </p:tavLst>
                                    </p:anim>
                                    <p:anim calcmode="lin" valueType="num">
                                      <p:cBhvr>
                                        <p:cTn id="89" dur="750" fill="hold"/>
                                        <p:tgtEl>
                                          <p:spTgt spid="17"/>
                                        </p:tgtEl>
                                        <p:attrNameLst>
                                          <p:attrName>ppt_h</p:attrName>
                                        </p:attrNameLst>
                                      </p:cBhvr>
                                      <p:tavLst>
                                        <p:tav tm="0">
                                          <p:val>
                                            <p:fltVal val="0"/>
                                          </p:val>
                                        </p:tav>
                                        <p:tav tm="100000">
                                          <p:val>
                                            <p:strVal val="#ppt_h"/>
                                          </p:val>
                                        </p:tav>
                                      </p:tavLst>
                                    </p:anim>
                                    <p:anim calcmode="lin" valueType="num">
                                      <p:cBhvr>
                                        <p:cTn id="90" dur="750" fill="hold"/>
                                        <p:tgtEl>
                                          <p:spTgt spid="17"/>
                                        </p:tgtEl>
                                        <p:attrNameLst>
                                          <p:attrName>style.rotation</p:attrName>
                                        </p:attrNameLst>
                                      </p:cBhvr>
                                      <p:tavLst>
                                        <p:tav tm="0">
                                          <p:val>
                                            <p:fltVal val="360"/>
                                          </p:val>
                                        </p:tav>
                                        <p:tav tm="100000">
                                          <p:val>
                                            <p:fltVal val="0"/>
                                          </p:val>
                                        </p:tav>
                                      </p:tavLst>
                                    </p:anim>
                                    <p:animEffect transition="in" filter="fade">
                                      <p:cBhvr>
                                        <p:cTn id="91" dur="750"/>
                                        <p:tgtEl>
                                          <p:spTgt spid="17"/>
                                        </p:tgtEl>
                                      </p:cBhvr>
                                    </p:animEffect>
                                  </p:childTnLst>
                                </p:cTn>
                              </p:par>
                              <p:par>
                                <p:cTn id="92" presetID="49" presetClass="entr" presetSubtype="0" decel="100000" fill="hold" nodeType="withEffect">
                                  <p:stCondLst>
                                    <p:cond delay="200"/>
                                  </p:stCondLst>
                                  <p:childTnLst>
                                    <p:set>
                                      <p:cBhvr>
                                        <p:cTn id="93" dur="1" fill="hold">
                                          <p:stCondLst>
                                            <p:cond delay="0"/>
                                          </p:stCondLst>
                                        </p:cTn>
                                        <p:tgtEl>
                                          <p:spTgt spid="20"/>
                                        </p:tgtEl>
                                        <p:attrNameLst>
                                          <p:attrName>style.visibility</p:attrName>
                                        </p:attrNameLst>
                                      </p:cBhvr>
                                      <p:to>
                                        <p:strVal val="visible"/>
                                      </p:to>
                                    </p:set>
                                    <p:anim calcmode="lin" valueType="num">
                                      <p:cBhvr>
                                        <p:cTn id="94" dur="750" fill="hold"/>
                                        <p:tgtEl>
                                          <p:spTgt spid="20"/>
                                        </p:tgtEl>
                                        <p:attrNameLst>
                                          <p:attrName>ppt_w</p:attrName>
                                        </p:attrNameLst>
                                      </p:cBhvr>
                                      <p:tavLst>
                                        <p:tav tm="0">
                                          <p:val>
                                            <p:fltVal val="0"/>
                                          </p:val>
                                        </p:tav>
                                        <p:tav tm="100000">
                                          <p:val>
                                            <p:strVal val="#ppt_w"/>
                                          </p:val>
                                        </p:tav>
                                      </p:tavLst>
                                    </p:anim>
                                    <p:anim calcmode="lin" valueType="num">
                                      <p:cBhvr>
                                        <p:cTn id="95" dur="750" fill="hold"/>
                                        <p:tgtEl>
                                          <p:spTgt spid="20"/>
                                        </p:tgtEl>
                                        <p:attrNameLst>
                                          <p:attrName>ppt_h</p:attrName>
                                        </p:attrNameLst>
                                      </p:cBhvr>
                                      <p:tavLst>
                                        <p:tav tm="0">
                                          <p:val>
                                            <p:fltVal val="0"/>
                                          </p:val>
                                        </p:tav>
                                        <p:tav tm="100000">
                                          <p:val>
                                            <p:strVal val="#ppt_h"/>
                                          </p:val>
                                        </p:tav>
                                      </p:tavLst>
                                    </p:anim>
                                    <p:anim calcmode="lin" valueType="num">
                                      <p:cBhvr>
                                        <p:cTn id="96" dur="750" fill="hold"/>
                                        <p:tgtEl>
                                          <p:spTgt spid="20"/>
                                        </p:tgtEl>
                                        <p:attrNameLst>
                                          <p:attrName>style.rotation</p:attrName>
                                        </p:attrNameLst>
                                      </p:cBhvr>
                                      <p:tavLst>
                                        <p:tav tm="0">
                                          <p:val>
                                            <p:fltVal val="360"/>
                                          </p:val>
                                        </p:tav>
                                        <p:tav tm="100000">
                                          <p:val>
                                            <p:fltVal val="0"/>
                                          </p:val>
                                        </p:tav>
                                      </p:tavLst>
                                    </p:anim>
                                    <p:animEffect transition="in" filter="fade">
                                      <p:cBhvr>
                                        <p:cTn id="97" dur="750"/>
                                        <p:tgtEl>
                                          <p:spTgt spid="20"/>
                                        </p:tgtEl>
                                      </p:cBhvr>
                                    </p:animEffect>
                                  </p:childTnLst>
                                </p:cTn>
                              </p:par>
                              <p:par>
                                <p:cTn id="98" presetID="49" presetClass="entr" presetSubtype="0" decel="100000" fill="hold" nodeType="withEffect">
                                  <p:stCondLst>
                                    <p:cond delay="30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750" fill="hold"/>
                                        <p:tgtEl>
                                          <p:spTgt spid="23"/>
                                        </p:tgtEl>
                                        <p:attrNameLst>
                                          <p:attrName>ppt_w</p:attrName>
                                        </p:attrNameLst>
                                      </p:cBhvr>
                                      <p:tavLst>
                                        <p:tav tm="0">
                                          <p:val>
                                            <p:fltVal val="0"/>
                                          </p:val>
                                        </p:tav>
                                        <p:tav tm="100000">
                                          <p:val>
                                            <p:strVal val="#ppt_w"/>
                                          </p:val>
                                        </p:tav>
                                      </p:tavLst>
                                    </p:anim>
                                    <p:anim calcmode="lin" valueType="num">
                                      <p:cBhvr>
                                        <p:cTn id="101" dur="750" fill="hold"/>
                                        <p:tgtEl>
                                          <p:spTgt spid="23"/>
                                        </p:tgtEl>
                                        <p:attrNameLst>
                                          <p:attrName>ppt_h</p:attrName>
                                        </p:attrNameLst>
                                      </p:cBhvr>
                                      <p:tavLst>
                                        <p:tav tm="0">
                                          <p:val>
                                            <p:fltVal val="0"/>
                                          </p:val>
                                        </p:tav>
                                        <p:tav tm="100000">
                                          <p:val>
                                            <p:strVal val="#ppt_h"/>
                                          </p:val>
                                        </p:tav>
                                      </p:tavLst>
                                    </p:anim>
                                    <p:anim calcmode="lin" valueType="num">
                                      <p:cBhvr>
                                        <p:cTn id="102" dur="750" fill="hold"/>
                                        <p:tgtEl>
                                          <p:spTgt spid="23"/>
                                        </p:tgtEl>
                                        <p:attrNameLst>
                                          <p:attrName>style.rotation</p:attrName>
                                        </p:attrNameLst>
                                      </p:cBhvr>
                                      <p:tavLst>
                                        <p:tav tm="0">
                                          <p:val>
                                            <p:fltVal val="360"/>
                                          </p:val>
                                        </p:tav>
                                        <p:tav tm="100000">
                                          <p:val>
                                            <p:fltVal val="0"/>
                                          </p:val>
                                        </p:tav>
                                      </p:tavLst>
                                    </p:anim>
                                    <p:animEffect transition="in" filter="fade">
                                      <p:cBhvr>
                                        <p:cTn id="103" dur="750"/>
                                        <p:tgtEl>
                                          <p:spTgt spid="23"/>
                                        </p:tgtEl>
                                      </p:cBhvr>
                                    </p:animEffect>
                                  </p:childTnLst>
                                </p:cTn>
                              </p:par>
                              <p:par>
                                <p:cTn id="104" presetID="49" presetClass="entr" presetSubtype="0" decel="100000" fill="hold" nodeType="withEffect">
                                  <p:stCondLst>
                                    <p:cond delay="400"/>
                                  </p:stCondLst>
                                  <p:childTnLst>
                                    <p:set>
                                      <p:cBhvr>
                                        <p:cTn id="105" dur="1" fill="hold">
                                          <p:stCondLst>
                                            <p:cond delay="0"/>
                                          </p:stCondLst>
                                        </p:cTn>
                                        <p:tgtEl>
                                          <p:spTgt spid="26"/>
                                        </p:tgtEl>
                                        <p:attrNameLst>
                                          <p:attrName>style.visibility</p:attrName>
                                        </p:attrNameLst>
                                      </p:cBhvr>
                                      <p:to>
                                        <p:strVal val="visible"/>
                                      </p:to>
                                    </p:set>
                                    <p:anim calcmode="lin" valueType="num">
                                      <p:cBhvr>
                                        <p:cTn id="106" dur="750" fill="hold"/>
                                        <p:tgtEl>
                                          <p:spTgt spid="26"/>
                                        </p:tgtEl>
                                        <p:attrNameLst>
                                          <p:attrName>ppt_w</p:attrName>
                                        </p:attrNameLst>
                                      </p:cBhvr>
                                      <p:tavLst>
                                        <p:tav tm="0">
                                          <p:val>
                                            <p:fltVal val="0"/>
                                          </p:val>
                                        </p:tav>
                                        <p:tav tm="100000">
                                          <p:val>
                                            <p:strVal val="#ppt_w"/>
                                          </p:val>
                                        </p:tav>
                                      </p:tavLst>
                                    </p:anim>
                                    <p:anim calcmode="lin" valueType="num">
                                      <p:cBhvr>
                                        <p:cTn id="107" dur="750" fill="hold"/>
                                        <p:tgtEl>
                                          <p:spTgt spid="26"/>
                                        </p:tgtEl>
                                        <p:attrNameLst>
                                          <p:attrName>ppt_h</p:attrName>
                                        </p:attrNameLst>
                                      </p:cBhvr>
                                      <p:tavLst>
                                        <p:tav tm="0">
                                          <p:val>
                                            <p:fltVal val="0"/>
                                          </p:val>
                                        </p:tav>
                                        <p:tav tm="100000">
                                          <p:val>
                                            <p:strVal val="#ppt_h"/>
                                          </p:val>
                                        </p:tav>
                                      </p:tavLst>
                                    </p:anim>
                                    <p:anim calcmode="lin" valueType="num">
                                      <p:cBhvr>
                                        <p:cTn id="108" dur="750" fill="hold"/>
                                        <p:tgtEl>
                                          <p:spTgt spid="26"/>
                                        </p:tgtEl>
                                        <p:attrNameLst>
                                          <p:attrName>style.rotation</p:attrName>
                                        </p:attrNameLst>
                                      </p:cBhvr>
                                      <p:tavLst>
                                        <p:tav tm="0">
                                          <p:val>
                                            <p:fltVal val="360"/>
                                          </p:val>
                                        </p:tav>
                                        <p:tav tm="100000">
                                          <p:val>
                                            <p:fltVal val="0"/>
                                          </p:val>
                                        </p:tav>
                                      </p:tavLst>
                                    </p:anim>
                                    <p:animEffect transition="in" filter="fade">
                                      <p:cBhvr>
                                        <p:cTn id="109" dur="750"/>
                                        <p:tgtEl>
                                          <p:spTgt spid="26"/>
                                        </p:tgtEl>
                                      </p:cBhvr>
                                    </p:animEffect>
                                  </p:childTnLst>
                                </p:cTn>
                              </p:par>
                              <p:par>
                                <p:cTn id="110" presetID="49" presetClass="entr" presetSubtype="0" decel="100000" fill="hold" nodeType="withEffect">
                                  <p:stCondLst>
                                    <p:cond delay="500"/>
                                  </p:stCondLst>
                                  <p:childTnLst>
                                    <p:set>
                                      <p:cBhvr>
                                        <p:cTn id="111" dur="1" fill="hold">
                                          <p:stCondLst>
                                            <p:cond delay="0"/>
                                          </p:stCondLst>
                                        </p:cTn>
                                        <p:tgtEl>
                                          <p:spTgt spid="29"/>
                                        </p:tgtEl>
                                        <p:attrNameLst>
                                          <p:attrName>style.visibility</p:attrName>
                                        </p:attrNameLst>
                                      </p:cBhvr>
                                      <p:to>
                                        <p:strVal val="visible"/>
                                      </p:to>
                                    </p:set>
                                    <p:anim calcmode="lin" valueType="num">
                                      <p:cBhvr>
                                        <p:cTn id="112" dur="750" fill="hold"/>
                                        <p:tgtEl>
                                          <p:spTgt spid="29"/>
                                        </p:tgtEl>
                                        <p:attrNameLst>
                                          <p:attrName>ppt_w</p:attrName>
                                        </p:attrNameLst>
                                      </p:cBhvr>
                                      <p:tavLst>
                                        <p:tav tm="0">
                                          <p:val>
                                            <p:fltVal val="0"/>
                                          </p:val>
                                        </p:tav>
                                        <p:tav tm="100000">
                                          <p:val>
                                            <p:strVal val="#ppt_w"/>
                                          </p:val>
                                        </p:tav>
                                      </p:tavLst>
                                    </p:anim>
                                    <p:anim calcmode="lin" valueType="num">
                                      <p:cBhvr>
                                        <p:cTn id="113" dur="750" fill="hold"/>
                                        <p:tgtEl>
                                          <p:spTgt spid="29"/>
                                        </p:tgtEl>
                                        <p:attrNameLst>
                                          <p:attrName>ppt_h</p:attrName>
                                        </p:attrNameLst>
                                      </p:cBhvr>
                                      <p:tavLst>
                                        <p:tav tm="0">
                                          <p:val>
                                            <p:fltVal val="0"/>
                                          </p:val>
                                        </p:tav>
                                        <p:tav tm="100000">
                                          <p:val>
                                            <p:strVal val="#ppt_h"/>
                                          </p:val>
                                        </p:tav>
                                      </p:tavLst>
                                    </p:anim>
                                    <p:anim calcmode="lin" valueType="num">
                                      <p:cBhvr>
                                        <p:cTn id="114" dur="750" fill="hold"/>
                                        <p:tgtEl>
                                          <p:spTgt spid="29"/>
                                        </p:tgtEl>
                                        <p:attrNameLst>
                                          <p:attrName>style.rotation</p:attrName>
                                        </p:attrNameLst>
                                      </p:cBhvr>
                                      <p:tavLst>
                                        <p:tav tm="0">
                                          <p:val>
                                            <p:fltVal val="360"/>
                                          </p:val>
                                        </p:tav>
                                        <p:tav tm="100000">
                                          <p:val>
                                            <p:fltVal val="0"/>
                                          </p:val>
                                        </p:tav>
                                      </p:tavLst>
                                    </p:anim>
                                    <p:animEffect transition="in" filter="fade">
                                      <p:cBhvr>
                                        <p:cTn id="115" dur="750"/>
                                        <p:tgtEl>
                                          <p:spTgt spid="29"/>
                                        </p:tgtEl>
                                      </p:cBhvr>
                                    </p:animEffect>
                                  </p:childTnLst>
                                </p:cTn>
                              </p:par>
                              <p:par>
                                <p:cTn id="116" presetID="45" presetClass="exit" presetSubtype="0" fill="hold" nodeType="withEffect">
                                  <p:stCondLst>
                                    <p:cond delay="1000"/>
                                  </p:stCondLst>
                                  <p:childTnLst>
                                    <p:animEffect transition="out" filter="fade">
                                      <p:cBhvr>
                                        <p:cTn id="117" dur="750"/>
                                        <p:tgtEl>
                                          <p:spTgt spid="14"/>
                                        </p:tgtEl>
                                      </p:cBhvr>
                                    </p:animEffect>
                                    <p:anim calcmode="lin" valueType="num">
                                      <p:cBhvr>
                                        <p:cTn id="118" dur="750"/>
                                        <p:tgtEl>
                                          <p:spTgt spid="1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19" dur="750"/>
                                        <p:tgtEl>
                                          <p:spTgt spid="14"/>
                                        </p:tgtEl>
                                        <p:attrNameLst>
                                          <p:attrName>ppt_h</p:attrName>
                                        </p:attrNameLst>
                                      </p:cBhvr>
                                      <p:tavLst>
                                        <p:tav tm="0">
                                          <p:val>
                                            <p:strVal val="ppt_h"/>
                                          </p:val>
                                        </p:tav>
                                        <p:tav tm="100000">
                                          <p:val>
                                            <p:strVal val="ppt_h"/>
                                          </p:val>
                                        </p:tav>
                                      </p:tavLst>
                                    </p:anim>
                                    <p:set>
                                      <p:cBhvr>
                                        <p:cTn id="120" dur="1" fill="hold">
                                          <p:stCondLst>
                                            <p:cond delay="749"/>
                                          </p:stCondLst>
                                        </p:cTn>
                                        <p:tgtEl>
                                          <p:spTgt spid="14"/>
                                        </p:tgtEl>
                                        <p:attrNameLst>
                                          <p:attrName>style.visibility</p:attrName>
                                        </p:attrNameLst>
                                      </p:cBhvr>
                                      <p:to>
                                        <p:strVal val="hidden"/>
                                      </p:to>
                                    </p:set>
                                  </p:childTnLst>
                                </p:cTn>
                              </p:par>
                              <p:par>
                                <p:cTn id="121" presetID="45" presetClass="exit" presetSubtype="0" fill="hold" nodeType="withEffect">
                                  <p:stCondLst>
                                    <p:cond delay="1100"/>
                                  </p:stCondLst>
                                  <p:childTnLst>
                                    <p:animEffect transition="out" filter="fade">
                                      <p:cBhvr>
                                        <p:cTn id="122" dur="750"/>
                                        <p:tgtEl>
                                          <p:spTgt spid="17"/>
                                        </p:tgtEl>
                                      </p:cBhvr>
                                    </p:animEffect>
                                    <p:anim calcmode="lin" valueType="num">
                                      <p:cBhvr>
                                        <p:cTn id="123" dur="750"/>
                                        <p:tgtEl>
                                          <p:spTgt spid="17"/>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24" dur="750"/>
                                        <p:tgtEl>
                                          <p:spTgt spid="17"/>
                                        </p:tgtEl>
                                        <p:attrNameLst>
                                          <p:attrName>ppt_h</p:attrName>
                                        </p:attrNameLst>
                                      </p:cBhvr>
                                      <p:tavLst>
                                        <p:tav tm="0">
                                          <p:val>
                                            <p:strVal val="ppt_h"/>
                                          </p:val>
                                        </p:tav>
                                        <p:tav tm="100000">
                                          <p:val>
                                            <p:strVal val="ppt_h"/>
                                          </p:val>
                                        </p:tav>
                                      </p:tavLst>
                                    </p:anim>
                                    <p:set>
                                      <p:cBhvr>
                                        <p:cTn id="125" dur="1" fill="hold">
                                          <p:stCondLst>
                                            <p:cond delay="749"/>
                                          </p:stCondLst>
                                        </p:cTn>
                                        <p:tgtEl>
                                          <p:spTgt spid="17"/>
                                        </p:tgtEl>
                                        <p:attrNameLst>
                                          <p:attrName>style.visibility</p:attrName>
                                        </p:attrNameLst>
                                      </p:cBhvr>
                                      <p:to>
                                        <p:strVal val="hidden"/>
                                      </p:to>
                                    </p:set>
                                  </p:childTnLst>
                                </p:cTn>
                              </p:par>
                              <p:par>
                                <p:cTn id="126" presetID="45" presetClass="exit" presetSubtype="0" fill="hold" nodeType="withEffect">
                                  <p:stCondLst>
                                    <p:cond delay="1200"/>
                                  </p:stCondLst>
                                  <p:childTnLst>
                                    <p:animEffect transition="out" filter="fade">
                                      <p:cBhvr>
                                        <p:cTn id="127" dur="750"/>
                                        <p:tgtEl>
                                          <p:spTgt spid="20"/>
                                        </p:tgtEl>
                                      </p:cBhvr>
                                    </p:animEffect>
                                    <p:anim calcmode="lin" valueType="num">
                                      <p:cBhvr>
                                        <p:cTn id="128" dur="750"/>
                                        <p:tgtEl>
                                          <p:spTgt spid="2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29" dur="750"/>
                                        <p:tgtEl>
                                          <p:spTgt spid="20"/>
                                        </p:tgtEl>
                                        <p:attrNameLst>
                                          <p:attrName>ppt_h</p:attrName>
                                        </p:attrNameLst>
                                      </p:cBhvr>
                                      <p:tavLst>
                                        <p:tav tm="0">
                                          <p:val>
                                            <p:strVal val="ppt_h"/>
                                          </p:val>
                                        </p:tav>
                                        <p:tav tm="100000">
                                          <p:val>
                                            <p:strVal val="ppt_h"/>
                                          </p:val>
                                        </p:tav>
                                      </p:tavLst>
                                    </p:anim>
                                    <p:set>
                                      <p:cBhvr>
                                        <p:cTn id="130" dur="1" fill="hold">
                                          <p:stCondLst>
                                            <p:cond delay="749"/>
                                          </p:stCondLst>
                                        </p:cTn>
                                        <p:tgtEl>
                                          <p:spTgt spid="20"/>
                                        </p:tgtEl>
                                        <p:attrNameLst>
                                          <p:attrName>style.visibility</p:attrName>
                                        </p:attrNameLst>
                                      </p:cBhvr>
                                      <p:to>
                                        <p:strVal val="hidden"/>
                                      </p:to>
                                    </p:set>
                                  </p:childTnLst>
                                </p:cTn>
                              </p:par>
                              <p:par>
                                <p:cTn id="131" presetID="45" presetClass="exit" presetSubtype="0" fill="hold" nodeType="withEffect">
                                  <p:stCondLst>
                                    <p:cond delay="1300"/>
                                  </p:stCondLst>
                                  <p:childTnLst>
                                    <p:animEffect transition="out" filter="fade">
                                      <p:cBhvr>
                                        <p:cTn id="132" dur="750"/>
                                        <p:tgtEl>
                                          <p:spTgt spid="23"/>
                                        </p:tgtEl>
                                      </p:cBhvr>
                                    </p:animEffect>
                                    <p:anim calcmode="lin" valueType="num">
                                      <p:cBhvr>
                                        <p:cTn id="133" dur="750"/>
                                        <p:tgtEl>
                                          <p:spTgt spid="23"/>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34" dur="750"/>
                                        <p:tgtEl>
                                          <p:spTgt spid="23"/>
                                        </p:tgtEl>
                                        <p:attrNameLst>
                                          <p:attrName>ppt_h</p:attrName>
                                        </p:attrNameLst>
                                      </p:cBhvr>
                                      <p:tavLst>
                                        <p:tav tm="0">
                                          <p:val>
                                            <p:strVal val="ppt_h"/>
                                          </p:val>
                                        </p:tav>
                                        <p:tav tm="100000">
                                          <p:val>
                                            <p:strVal val="ppt_h"/>
                                          </p:val>
                                        </p:tav>
                                      </p:tavLst>
                                    </p:anim>
                                    <p:set>
                                      <p:cBhvr>
                                        <p:cTn id="135" dur="1" fill="hold">
                                          <p:stCondLst>
                                            <p:cond delay="749"/>
                                          </p:stCondLst>
                                        </p:cTn>
                                        <p:tgtEl>
                                          <p:spTgt spid="23"/>
                                        </p:tgtEl>
                                        <p:attrNameLst>
                                          <p:attrName>style.visibility</p:attrName>
                                        </p:attrNameLst>
                                      </p:cBhvr>
                                      <p:to>
                                        <p:strVal val="hidden"/>
                                      </p:to>
                                    </p:set>
                                  </p:childTnLst>
                                </p:cTn>
                              </p:par>
                              <p:par>
                                <p:cTn id="136" presetID="45" presetClass="exit" presetSubtype="0" fill="hold" nodeType="withEffect">
                                  <p:stCondLst>
                                    <p:cond delay="1400"/>
                                  </p:stCondLst>
                                  <p:childTnLst>
                                    <p:animEffect transition="out" filter="fade">
                                      <p:cBhvr>
                                        <p:cTn id="137" dur="750"/>
                                        <p:tgtEl>
                                          <p:spTgt spid="26"/>
                                        </p:tgtEl>
                                      </p:cBhvr>
                                    </p:animEffect>
                                    <p:anim calcmode="lin" valueType="num">
                                      <p:cBhvr>
                                        <p:cTn id="138" dur="750"/>
                                        <p:tgtEl>
                                          <p:spTgt spid="2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39" dur="750"/>
                                        <p:tgtEl>
                                          <p:spTgt spid="26"/>
                                        </p:tgtEl>
                                        <p:attrNameLst>
                                          <p:attrName>ppt_h</p:attrName>
                                        </p:attrNameLst>
                                      </p:cBhvr>
                                      <p:tavLst>
                                        <p:tav tm="0">
                                          <p:val>
                                            <p:strVal val="ppt_h"/>
                                          </p:val>
                                        </p:tav>
                                        <p:tav tm="100000">
                                          <p:val>
                                            <p:strVal val="ppt_h"/>
                                          </p:val>
                                        </p:tav>
                                      </p:tavLst>
                                    </p:anim>
                                    <p:set>
                                      <p:cBhvr>
                                        <p:cTn id="140" dur="1" fill="hold">
                                          <p:stCondLst>
                                            <p:cond delay="749"/>
                                          </p:stCondLst>
                                        </p:cTn>
                                        <p:tgtEl>
                                          <p:spTgt spid="26"/>
                                        </p:tgtEl>
                                        <p:attrNameLst>
                                          <p:attrName>style.visibility</p:attrName>
                                        </p:attrNameLst>
                                      </p:cBhvr>
                                      <p:to>
                                        <p:strVal val="hidden"/>
                                      </p:to>
                                    </p:set>
                                  </p:childTnLst>
                                </p:cTn>
                              </p:par>
                              <p:par>
                                <p:cTn id="141" presetID="45" presetClass="exit" presetSubtype="0" fill="hold" nodeType="withEffect">
                                  <p:stCondLst>
                                    <p:cond delay="1500"/>
                                  </p:stCondLst>
                                  <p:childTnLst>
                                    <p:animEffect transition="out" filter="fade">
                                      <p:cBhvr>
                                        <p:cTn id="142" dur="750"/>
                                        <p:tgtEl>
                                          <p:spTgt spid="29"/>
                                        </p:tgtEl>
                                      </p:cBhvr>
                                    </p:animEffect>
                                    <p:anim calcmode="lin" valueType="num">
                                      <p:cBhvr>
                                        <p:cTn id="143" dur="750"/>
                                        <p:tgtEl>
                                          <p:spTgt spid="29"/>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44" dur="750"/>
                                        <p:tgtEl>
                                          <p:spTgt spid="29"/>
                                        </p:tgtEl>
                                        <p:attrNameLst>
                                          <p:attrName>ppt_h</p:attrName>
                                        </p:attrNameLst>
                                      </p:cBhvr>
                                      <p:tavLst>
                                        <p:tav tm="0">
                                          <p:val>
                                            <p:strVal val="ppt_h"/>
                                          </p:val>
                                        </p:tav>
                                        <p:tav tm="100000">
                                          <p:val>
                                            <p:strVal val="ppt_h"/>
                                          </p:val>
                                        </p:tav>
                                      </p:tavLst>
                                    </p:anim>
                                    <p:set>
                                      <p:cBhvr>
                                        <p:cTn id="145" dur="1" fill="hold">
                                          <p:stCondLst>
                                            <p:cond delay="749"/>
                                          </p:stCondLst>
                                        </p:cTn>
                                        <p:tgtEl>
                                          <p:spTgt spid="29"/>
                                        </p:tgtEl>
                                        <p:attrNameLst>
                                          <p:attrName>style.visibility</p:attrName>
                                        </p:attrNameLst>
                                      </p:cBhvr>
                                      <p:to>
                                        <p:strVal val="hidden"/>
                                      </p:to>
                                    </p:set>
                                  </p:childTnLst>
                                </p:cTn>
                              </p:par>
                              <p:par>
                                <p:cTn id="146" presetID="2" presetClass="entr" presetSubtype="2" decel="100000" fill="hold" grpId="0" nodeType="withEffect">
                                  <p:stCondLst>
                                    <p:cond delay="1500"/>
                                  </p:stCondLst>
                                  <p:iterate type="wd">
                                    <p:tmPct val="10000"/>
                                  </p:iterate>
                                  <p:childTnLst>
                                    <p:set>
                                      <p:cBhvr>
                                        <p:cTn id="147" dur="1" fill="hold">
                                          <p:stCondLst>
                                            <p:cond delay="0"/>
                                          </p:stCondLst>
                                        </p:cTn>
                                        <p:tgtEl>
                                          <p:spTgt spid="33">
                                            <p:txEl>
                                              <p:pRg st="0" end="0"/>
                                            </p:txEl>
                                          </p:spTgt>
                                        </p:tgtEl>
                                        <p:attrNameLst>
                                          <p:attrName>style.visibility</p:attrName>
                                        </p:attrNameLst>
                                      </p:cBhvr>
                                      <p:to>
                                        <p:strVal val="visible"/>
                                      </p:to>
                                    </p:set>
                                    <p:anim calcmode="lin" valueType="num">
                                      <p:cBhvr additive="base">
                                        <p:cTn id="148" dur="750" fill="hold"/>
                                        <p:tgtEl>
                                          <p:spTgt spid="33">
                                            <p:txEl>
                                              <p:pRg st="0" end="0"/>
                                            </p:txEl>
                                          </p:spTgt>
                                        </p:tgtEl>
                                        <p:attrNameLst>
                                          <p:attrName>ppt_x</p:attrName>
                                        </p:attrNameLst>
                                      </p:cBhvr>
                                      <p:tavLst>
                                        <p:tav tm="0">
                                          <p:val>
                                            <p:strVal val="1+#ppt_w/2"/>
                                          </p:val>
                                        </p:tav>
                                        <p:tav tm="100000">
                                          <p:val>
                                            <p:strVal val="#ppt_x"/>
                                          </p:val>
                                        </p:tav>
                                      </p:tavLst>
                                    </p:anim>
                                    <p:anim calcmode="lin" valueType="num">
                                      <p:cBhvr additive="base">
                                        <p:cTn id="149" dur="750" fill="hold"/>
                                        <p:tgtEl>
                                          <p:spTgt spid="33">
                                            <p:txEl>
                                              <p:pRg st="0" end="0"/>
                                            </p:txEl>
                                          </p:spTgt>
                                        </p:tgtEl>
                                        <p:attrNameLst>
                                          <p:attrName>ppt_y</p:attrName>
                                        </p:attrNameLst>
                                      </p:cBhvr>
                                      <p:tavLst>
                                        <p:tav tm="0">
                                          <p:val>
                                            <p:strVal val="#ppt_y"/>
                                          </p:val>
                                        </p:tav>
                                        <p:tav tm="100000">
                                          <p:val>
                                            <p:strVal val="#ppt_y"/>
                                          </p:val>
                                        </p:tav>
                                      </p:tavLst>
                                    </p:anim>
                                  </p:childTnLst>
                                </p:cTn>
                              </p:par>
                              <p:par>
                                <p:cTn id="150" presetID="2" presetClass="entr" presetSubtype="8" decel="100000" fill="hold" grpId="0" nodeType="withEffect">
                                  <p:stCondLst>
                                    <p:cond delay="1500"/>
                                  </p:stCondLst>
                                  <p:iterate type="lt">
                                    <p:tmPct val="10000"/>
                                  </p:iterate>
                                  <p:childTnLst>
                                    <p:set>
                                      <p:cBhvr>
                                        <p:cTn id="151" dur="1" fill="hold">
                                          <p:stCondLst>
                                            <p:cond delay="0"/>
                                          </p:stCondLst>
                                        </p:cTn>
                                        <p:tgtEl>
                                          <p:spTgt spid="32"/>
                                        </p:tgtEl>
                                        <p:attrNameLst>
                                          <p:attrName>style.visibility</p:attrName>
                                        </p:attrNameLst>
                                      </p:cBhvr>
                                      <p:to>
                                        <p:strVal val="visible"/>
                                      </p:to>
                                    </p:set>
                                    <p:anim calcmode="lin" valueType="num">
                                      <p:cBhvr additive="base">
                                        <p:cTn id="152" dur="500" fill="hold"/>
                                        <p:tgtEl>
                                          <p:spTgt spid="32"/>
                                        </p:tgtEl>
                                        <p:attrNameLst>
                                          <p:attrName>ppt_x</p:attrName>
                                        </p:attrNameLst>
                                      </p:cBhvr>
                                      <p:tavLst>
                                        <p:tav tm="0">
                                          <p:val>
                                            <p:strVal val="0-#ppt_w/2"/>
                                          </p:val>
                                        </p:tav>
                                        <p:tav tm="100000">
                                          <p:val>
                                            <p:strVal val="#ppt_x"/>
                                          </p:val>
                                        </p:tav>
                                      </p:tavLst>
                                    </p:anim>
                                    <p:anim calcmode="lin" valueType="num">
                                      <p:cBhvr additive="base">
                                        <p:cTn id="153" dur="500" fill="hold"/>
                                        <p:tgtEl>
                                          <p:spTgt spid="32"/>
                                        </p:tgtEl>
                                        <p:attrNameLst>
                                          <p:attrName>ppt_y</p:attrName>
                                        </p:attrNameLst>
                                      </p:cBhvr>
                                      <p:tavLst>
                                        <p:tav tm="0">
                                          <p:val>
                                            <p:strVal val="#ppt_y"/>
                                          </p:val>
                                        </p:tav>
                                        <p:tav tm="100000">
                                          <p:val>
                                            <p:strVal val="#ppt_y"/>
                                          </p:val>
                                        </p:tav>
                                      </p:tavLst>
                                    </p:anim>
                                  </p:childTnLst>
                                </p:cTn>
                              </p:par>
                              <p:par>
                                <p:cTn id="154" presetID="2" presetClass="entr" presetSubtype="1" decel="100000" fill="hold" grpId="0" nodeType="withEffect">
                                  <p:stCondLst>
                                    <p:cond delay="1500"/>
                                  </p:stCondLst>
                                  <p:childTnLst>
                                    <p:set>
                                      <p:cBhvr>
                                        <p:cTn id="155" dur="1" fill="hold">
                                          <p:stCondLst>
                                            <p:cond delay="0"/>
                                          </p:stCondLst>
                                        </p:cTn>
                                        <p:tgtEl>
                                          <p:spTgt spid="39"/>
                                        </p:tgtEl>
                                        <p:attrNameLst>
                                          <p:attrName>style.visibility</p:attrName>
                                        </p:attrNameLst>
                                      </p:cBhvr>
                                      <p:to>
                                        <p:strVal val="visible"/>
                                      </p:to>
                                    </p:set>
                                    <p:anim calcmode="lin" valueType="num">
                                      <p:cBhvr additive="base">
                                        <p:cTn id="156" dur="750" fill="hold"/>
                                        <p:tgtEl>
                                          <p:spTgt spid="39"/>
                                        </p:tgtEl>
                                        <p:attrNameLst>
                                          <p:attrName>ppt_x</p:attrName>
                                        </p:attrNameLst>
                                      </p:cBhvr>
                                      <p:tavLst>
                                        <p:tav tm="0">
                                          <p:val>
                                            <p:strVal val="#ppt_x"/>
                                          </p:val>
                                        </p:tav>
                                        <p:tav tm="100000">
                                          <p:val>
                                            <p:strVal val="#ppt_x"/>
                                          </p:val>
                                        </p:tav>
                                      </p:tavLst>
                                    </p:anim>
                                    <p:anim calcmode="lin" valueType="num">
                                      <p:cBhvr additive="base">
                                        <p:cTn id="157" dur="750" fill="hold"/>
                                        <p:tgtEl>
                                          <p:spTgt spid="39"/>
                                        </p:tgtEl>
                                        <p:attrNameLst>
                                          <p:attrName>ppt_y</p:attrName>
                                        </p:attrNameLst>
                                      </p:cBhvr>
                                      <p:tavLst>
                                        <p:tav tm="0">
                                          <p:val>
                                            <p:strVal val="0-#ppt_h/2"/>
                                          </p:val>
                                        </p:tav>
                                        <p:tav tm="100000">
                                          <p:val>
                                            <p:strVal val="#ppt_y"/>
                                          </p:val>
                                        </p:tav>
                                      </p:tavLst>
                                    </p:anim>
                                  </p:childTnLst>
                                </p:cTn>
                              </p:par>
                              <p:par>
                                <p:cTn id="158" presetID="2" presetClass="entr" presetSubtype="1" decel="100000" fill="hold" grpId="0" nodeType="withEffect">
                                  <p:stCondLst>
                                    <p:cond delay="1600"/>
                                  </p:stCondLst>
                                  <p:childTnLst>
                                    <p:set>
                                      <p:cBhvr>
                                        <p:cTn id="159" dur="1" fill="hold">
                                          <p:stCondLst>
                                            <p:cond delay="0"/>
                                          </p:stCondLst>
                                        </p:cTn>
                                        <p:tgtEl>
                                          <p:spTgt spid="40"/>
                                        </p:tgtEl>
                                        <p:attrNameLst>
                                          <p:attrName>style.visibility</p:attrName>
                                        </p:attrNameLst>
                                      </p:cBhvr>
                                      <p:to>
                                        <p:strVal val="visible"/>
                                      </p:to>
                                    </p:set>
                                    <p:anim calcmode="lin" valueType="num">
                                      <p:cBhvr additive="base">
                                        <p:cTn id="160" dur="750" fill="hold"/>
                                        <p:tgtEl>
                                          <p:spTgt spid="40"/>
                                        </p:tgtEl>
                                        <p:attrNameLst>
                                          <p:attrName>ppt_x</p:attrName>
                                        </p:attrNameLst>
                                      </p:cBhvr>
                                      <p:tavLst>
                                        <p:tav tm="0">
                                          <p:val>
                                            <p:strVal val="#ppt_x"/>
                                          </p:val>
                                        </p:tav>
                                        <p:tav tm="100000">
                                          <p:val>
                                            <p:strVal val="#ppt_x"/>
                                          </p:val>
                                        </p:tav>
                                      </p:tavLst>
                                    </p:anim>
                                    <p:anim calcmode="lin" valueType="num">
                                      <p:cBhvr additive="base">
                                        <p:cTn id="161" dur="750" fill="hold"/>
                                        <p:tgtEl>
                                          <p:spTgt spid="40"/>
                                        </p:tgtEl>
                                        <p:attrNameLst>
                                          <p:attrName>ppt_y</p:attrName>
                                        </p:attrNameLst>
                                      </p:cBhvr>
                                      <p:tavLst>
                                        <p:tav tm="0">
                                          <p:val>
                                            <p:strVal val="0-#ppt_h/2"/>
                                          </p:val>
                                        </p:tav>
                                        <p:tav tm="100000">
                                          <p:val>
                                            <p:strVal val="#ppt_y"/>
                                          </p:val>
                                        </p:tav>
                                      </p:tavLst>
                                    </p:anim>
                                  </p:childTnLst>
                                </p:cTn>
                              </p:par>
                              <p:par>
                                <p:cTn id="162" presetID="2" presetClass="entr" presetSubtype="1" decel="100000" fill="hold" grpId="0" nodeType="withEffect">
                                  <p:stCondLst>
                                    <p:cond delay="1700"/>
                                  </p:stCondLst>
                                  <p:childTnLst>
                                    <p:set>
                                      <p:cBhvr>
                                        <p:cTn id="163" dur="1" fill="hold">
                                          <p:stCondLst>
                                            <p:cond delay="0"/>
                                          </p:stCondLst>
                                        </p:cTn>
                                        <p:tgtEl>
                                          <p:spTgt spid="41"/>
                                        </p:tgtEl>
                                        <p:attrNameLst>
                                          <p:attrName>style.visibility</p:attrName>
                                        </p:attrNameLst>
                                      </p:cBhvr>
                                      <p:to>
                                        <p:strVal val="visible"/>
                                      </p:to>
                                    </p:set>
                                    <p:anim calcmode="lin" valueType="num">
                                      <p:cBhvr additive="base">
                                        <p:cTn id="164" dur="750" fill="hold"/>
                                        <p:tgtEl>
                                          <p:spTgt spid="41"/>
                                        </p:tgtEl>
                                        <p:attrNameLst>
                                          <p:attrName>ppt_x</p:attrName>
                                        </p:attrNameLst>
                                      </p:cBhvr>
                                      <p:tavLst>
                                        <p:tav tm="0">
                                          <p:val>
                                            <p:strVal val="#ppt_x"/>
                                          </p:val>
                                        </p:tav>
                                        <p:tav tm="100000">
                                          <p:val>
                                            <p:strVal val="#ppt_x"/>
                                          </p:val>
                                        </p:tav>
                                      </p:tavLst>
                                    </p:anim>
                                    <p:anim calcmode="lin" valueType="num">
                                      <p:cBhvr additive="base">
                                        <p:cTn id="165" dur="750" fill="hold"/>
                                        <p:tgtEl>
                                          <p:spTgt spid="41"/>
                                        </p:tgtEl>
                                        <p:attrNameLst>
                                          <p:attrName>ppt_y</p:attrName>
                                        </p:attrNameLst>
                                      </p:cBhvr>
                                      <p:tavLst>
                                        <p:tav tm="0">
                                          <p:val>
                                            <p:strVal val="0-#ppt_h/2"/>
                                          </p:val>
                                        </p:tav>
                                        <p:tav tm="100000">
                                          <p:val>
                                            <p:strVal val="#ppt_y"/>
                                          </p:val>
                                        </p:tav>
                                      </p:tavLst>
                                    </p:anim>
                                  </p:childTnLst>
                                </p:cTn>
                              </p:par>
                              <p:par>
                                <p:cTn id="166" presetID="2" presetClass="entr" presetSubtype="1" decel="100000" fill="hold" grpId="0" nodeType="withEffect">
                                  <p:stCondLst>
                                    <p:cond delay="1800"/>
                                  </p:stCondLst>
                                  <p:childTnLst>
                                    <p:set>
                                      <p:cBhvr>
                                        <p:cTn id="167" dur="1" fill="hold">
                                          <p:stCondLst>
                                            <p:cond delay="0"/>
                                          </p:stCondLst>
                                        </p:cTn>
                                        <p:tgtEl>
                                          <p:spTgt spid="42"/>
                                        </p:tgtEl>
                                        <p:attrNameLst>
                                          <p:attrName>style.visibility</p:attrName>
                                        </p:attrNameLst>
                                      </p:cBhvr>
                                      <p:to>
                                        <p:strVal val="visible"/>
                                      </p:to>
                                    </p:set>
                                    <p:anim calcmode="lin" valueType="num">
                                      <p:cBhvr additive="base">
                                        <p:cTn id="168" dur="750" fill="hold"/>
                                        <p:tgtEl>
                                          <p:spTgt spid="42"/>
                                        </p:tgtEl>
                                        <p:attrNameLst>
                                          <p:attrName>ppt_x</p:attrName>
                                        </p:attrNameLst>
                                      </p:cBhvr>
                                      <p:tavLst>
                                        <p:tav tm="0">
                                          <p:val>
                                            <p:strVal val="#ppt_x"/>
                                          </p:val>
                                        </p:tav>
                                        <p:tav tm="100000">
                                          <p:val>
                                            <p:strVal val="#ppt_x"/>
                                          </p:val>
                                        </p:tav>
                                      </p:tavLst>
                                    </p:anim>
                                    <p:anim calcmode="lin" valueType="num">
                                      <p:cBhvr additive="base">
                                        <p:cTn id="169" dur="750" fill="hold"/>
                                        <p:tgtEl>
                                          <p:spTgt spid="42"/>
                                        </p:tgtEl>
                                        <p:attrNameLst>
                                          <p:attrName>ppt_y</p:attrName>
                                        </p:attrNameLst>
                                      </p:cBhvr>
                                      <p:tavLst>
                                        <p:tav tm="0">
                                          <p:val>
                                            <p:strVal val="0-#ppt_h/2"/>
                                          </p:val>
                                        </p:tav>
                                        <p:tav tm="100000">
                                          <p:val>
                                            <p:strVal val="#ppt_y"/>
                                          </p:val>
                                        </p:tav>
                                      </p:tavLst>
                                    </p:anim>
                                  </p:childTnLst>
                                </p:cTn>
                              </p:par>
                              <p:par>
                                <p:cTn id="170" presetID="45" presetClass="entr" presetSubtype="0" fill="hold" grpId="1" nodeType="withEffect">
                                  <p:stCondLst>
                                    <p:cond delay="150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750"/>
                                        <p:tgtEl>
                                          <p:spTgt spid="39"/>
                                        </p:tgtEl>
                                      </p:cBhvr>
                                    </p:animEffect>
                                    <p:anim calcmode="lin" valueType="num">
                                      <p:cBhvr>
                                        <p:cTn id="173" dur="750" fill="hold"/>
                                        <p:tgtEl>
                                          <p:spTgt spid="39"/>
                                        </p:tgtEl>
                                        <p:attrNameLst>
                                          <p:attrName>ppt_w</p:attrName>
                                        </p:attrNameLst>
                                      </p:cBhvr>
                                      <p:tavLst>
                                        <p:tav tm="0" fmla="#ppt_w*sin(2.5*pi*$)">
                                          <p:val>
                                            <p:fltVal val="0"/>
                                          </p:val>
                                        </p:tav>
                                        <p:tav tm="100000">
                                          <p:val>
                                            <p:fltVal val="1"/>
                                          </p:val>
                                        </p:tav>
                                      </p:tavLst>
                                    </p:anim>
                                    <p:anim calcmode="lin" valueType="num">
                                      <p:cBhvr>
                                        <p:cTn id="174" dur="750" fill="hold"/>
                                        <p:tgtEl>
                                          <p:spTgt spid="39"/>
                                        </p:tgtEl>
                                        <p:attrNameLst>
                                          <p:attrName>ppt_h</p:attrName>
                                        </p:attrNameLst>
                                      </p:cBhvr>
                                      <p:tavLst>
                                        <p:tav tm="0">
                                          <p:val>
                                            <p:strVal val="#ppt_h"/>
                                          </p:val>
                                        </p:tav>
                                        <p:tav tm="100000">
                                          <p:val>
                                            <p:strVal val="#ppt_h"/>
                                          </p:val>
                                        </p:tav>
                                      </p:tavLst>
                                    </p:anim>
                                  </p:childTnLst>
                                </p:cTn>
                              </p:par>
                              <p:par>
                                <p:cTn id="175" presetID="45" presetClass="entr" presetSubtype="0" fill="hold" grpId="1" nodeType="withEffect">
                                  <p:stCondLst>
                                    <p:cond delay="1600"/>
                                  </p:stCondLst>
                                  <p:childTnLst>
                                    <p:set>
                                      <p:cBhvr>
                                        <p:cTn id="176" dur="1" fill="hold">
                                          <p:stCondLst>
                                            <p:cond delay="0"/>
                                          </p:stCondLst>
                                        </p:cTn>
                                        <p:tgtEl>
                                          <p:spTgt spid="40"/>
                                        </p:tgtEl>
                                        <p:attrNameLst>
                                          <p:attrName>style.visibility</p:attrName>
                                        </p:attrNameLst>
                                      </p:cBhvr>
                                      <p:to>
                                        <p:strVal val="visible"/>
                                      </p:to>
                                    </p:set>
                                    <p:animEffect transition="in" filter="fade">
                                      <p:cBhvr>
                                        <p:cTn id="177" dur="750"/>
                                        <p:tgtEl>
                                          <p:spTgt spid="40"/>
                                        </p:tgtEl>
                                      </p:cBhvr>
                                    </p:animEffect>
                                    <p:anim calcmode="lin" valueType="num">
                                      <p:cBhvr>
                                        <p:cTn id="178" dur="750" fill="hold"/>
                                        <p:tgtEl>
                                          <p:spTgt spid="40"/>
                                        </p:tgtEl>
                                        <p:attrNameLst>
                                          <p:attrName>ppt_w</p:attrName>
                                        </p:attrNameLst>
                                      </p:cBhvr>
                                      <p:tavLst>
                                        <p:tav tm="0" fmla="#ppt_w*sin(2.5*pi*$)">
                                          <p:val>
                                            <p:fltVal val="0"/>
                                          </p:val>
                                        </p:tav>
                                        <p:tav tm="100000">
                                          <p:val>
                                            <p:fltVal val="1"/>
                                          </p:val>
                                        </p:tav>
                                      </p:tavLst>
                                    </p:anim>
                                    <p:anim calcmode="lin" valueType="num">
                                      <p:cBhvr>
                                        <p:cTn id="179" dur="750" fill="hold"/>
                                        <p:tgtEl>
                                          <p:spTgt spid="40"/>
                                        </p:tgtEl>
                                        <p:attrNameLst>
                                          <p:attrName>ppt_h</p:attrName>
                                        </p:attrNameLst>
                                      </p:cBhvr>
                                      <p:tavLst>
                                        <p:tav tm="0">
                                          <p:val>
                                            <p:strVal val="#ppt_h"/>
                                          </p:val>
                                        </p:tav>
                                        <p:tav tm="100000">
                                          <p:val>
                                            <p:strVal val="#ppt_h"/>
                                          </p:val>
                                        </p:tav>
                                      </p:tavLst>
                                    </p:anim>
                                  </p:childTnLst>
                                </p:cTn>
                              </p:par>
                              <p:par>
                                <p:cTn id="180" presetID="45" presetClass="entr" presetSubtype="0" fill="hold" grpId="1" nodeType="withEffect">
                                  <p:stCondLst>
                                    <p:cond delay="1700"/>
                                  </p:stCondLst>
                                  <p:childTnLst>
                                    <p:set>
                                      <p:cBhvr>
                                        <p:cTn id="181" dur="1" fill="hold">
                                          <p:stCondLst>
                                            <p:cond delay="0"/>
                                          </p:stCondLst>
                                        </p:cTn>
                                        <p:tgtEl>
                                          <p:spTgt spid="41"/>
                                        </p:tgtEl>
                                        <p:attrNameLst>
                                          <p:attrName>style.visibility</p:attrName>
                                        </p:attrNameLst>
                                      </p:cBhvr>
                                      <p:to>
                                        <p:strVal val="visible"/>
                                      </p:to>
                                    </p:set>
                                    <p:animEffect transition="in" filter="fade">
                                      <p:cBhvr>
                                        <p:cTn id="182" dur="750"/>
                                        <p:tgtEl>
                                          <p:spTgt spid="41"/>
                                        </p:tgtEl>
                                      </p:cBhvr>
                                    </p:animEffect>
                                    <p:anim calcmode="lin" valueType="num">
                                      <p:cBhvr>
                                        <p:cTn id="183" dur="750" fill="hold"/>
                                        <p:tgtEl>
                                          <p:spTgt spid="41"/>
                                        </p:tgtEl>
                                        <p:attrNameLst>
                                          <p:attrName>ppt_w</p:attrName>
                                        </p:attrNameLst>
                                      </p:cBhvr>
                                      <p:tavLst>
                                        <p:tav tm="0" fmla="#ppt_w*sin(2.5*pi*$)">
                                          <p:val>
                                            <p:fltVal val="0"/>
                                          </p:val>
                                        </p:tav>
                                        <p:tav tm="100000">
                                          <p:val>
                                            <p:fltVal val="1"/>
                                          </p:val>
                                        </p:tav>
                                      </p:tavLst>
                                    </p:anim>
                                    <p:anim calcmode="lin" valueType="num">
                                      <p:cBhvr>
                                        <p:cTn id="184" dur="750" fill="hold"/>
                                        <p:tgtEl>
                                          <p:spTgt spid="41"/>
                                        </p:tgtEl>
                                        <p:attrNameLst>
                                          <p:attrName>ppt_h</p:attrName>
                                        </p:attrNameLst>
                                      </p:cBhvr>
                                      <p:tavLst>
                                        <p:tav tm="0">
                                          <p:val>
                                            <p:strVal val="#ppt_h"/>
                                          </p:val>
                                        </p:tav>
                                        <p:tav tm="100000">
                                          <p:val>
                                            <p:strVal val="#ppt_h"/>
                                          </p:val>
                                        </p:tav>
                                      </p:tavLst>
                                    </p:anim>
                                  </p:childTnLst>
                                </p:cTn>
                              </p:par>
                              <p:par>
                                <p:cTn id="185" presetID="45" presetClass="entr" presetSubtype="0" fill="hold" grpId="1" nodeType="withEffect">
                                  <p:stCondLst>
                                    <p:cond delay="1800"/>
                                  </p:stCondLst>
                                  <p:childTnLst>
                                    <p:set>
                                      <p:cBhvr>
                                        <p:cTn id="186" dur="1" fill="hold">
                                          <p:stCondLst>
                                            <p:cond delay="0"/>
                                          </p:stCondLst>
                                        </p:cTn>
                                        <p:tgtEl>
                                          <p:spTgt spid="42"/>
                                        </p:tgtEl>
                                        <p:attrNameLst>
                                          <p:attrName>style.visibility</p:attrName>
                                        </p:attrNameLst>
                                      </p:cBhvr>
                                      <p:to>
                                        <p:strVal val="visible"/>
                                      </p:to>
                                    </p:set>
                                    <p:animEffect transition="in" filter="fade">
                                      <p:cBhvr>
                                        <p:cTn id="187" dur="750"/>
                                        <p:tgtEl>
                                          <p:spTgt spid="42"/>
                                        </p:tgtEl>
                                      </p:cBhvr>
                                    </p:animEffect>
                                    <p:anim calcmode="lin" valueType="num">
                                      <p:cBhvr>
                                        <p:cTn id="188" dur="750" fill="hold"/>
                                        <p:tgtEl>
                                          <p:spTgt spid="42"/>
                                        </p:tgtEl>
                                        <p:attrNameLst>
                                          <p:attrName>ppt_w</p:attrName>
                                        </p:attrNameLst>
                                      </p:cBhvr>
                                      <p:tavLst>
                                        <p:tav tm="0" fmla="#ppt_w*sin(2.5*pi*$)">
                                          <p:val>
                                            <p:fltVal val="0"/>
                                          </p:val>
                                        </p:tav>
                                        <p:tav tm="100000">
                                          <p:val>
                                            <p:fltVal val="1"/>
                                          </p:val>
                                        </p:tav>
                                      </p:tavLst>
                                    </p:anim>
                                    <p:anim calcmode="lin" valueType="num">
                                      <p:cBhvr>
                                        <p:cTn id="189" dur="750" fill="hold"/>
                                        <p:tgtEl>
                                          <p:spTgt spid="42"/>
                                        </p:tgtEl>
                                        <p:attrNameLst>
                                          <p:attrName>ppt_h</p:attrName>
                                        </p:attrNameLst>
                                      </p:cBhvr>
                                      <p:tavLst>
                                        <p:tav tm="0">
                                          <p:val>
                                            <p:strVal val="#ppt_h"/>
                                          </p:val>
                                        </p:tav>
                                        <p:tav tm="100000">
                                          <p:val>
                                            <p:strVal val="#ppt_h"/>
                                          </p:val>
                                        </p:tav>
                                      </p:tavLst>
                                    </p:anim>
                                  </p:childTnLst>
                                </p:cTn>
                              </p:par>
                            </p:childTnLst>
                          </p:cTn>
                        </p:par>
                        <p:par>
                          <p:cTn id="190" fill="hold">
                            <p:stCondLst>
                              <p:cond delay="4300"/>
                            </p:stCondLst>
                            <p:childTnLst>
                              <p:par>
                                <p:cTn id="191" presetID="10" presetClass="entr" presetSubtype="0" fill="hold" nodeType="afterEffect">
                                  <p:stCondLst>
                                    <p:cond delay="500"/>
                                  </p:stCondLst>
                                  <p:childTnLst>
                                    <p:set>
                                      <p:cBhvr>
                                        <p:cTn id="192" dur="1" fill="hold">
                                          <p:stCondLst>
                                            <p:cond delay="0"/>
                                          </p:stCondLst>
                                        </p:cTn>
                                        <p:tgtEl>
                                          <p:spTgt spid="35"/>
                                        </p:tgtEl>
                                        <p:attrNameLst>
                                          <p:attrName>style.visibility</p:attrName>
                                        </p:attrNameLst>
                                      </p:cBhvr>
                                      <p:to>
                                        <p:strVal val="visible"/>
                                      </p:to>
                                    </p:set>
                                    <p:animEffect transition="in" filter="fade">
                                      <p:cBhvr>
                                        <p:cTn id="193" dur="500"/>
                                        <p:tgtEl>
                                          <p:spTgt spid="35"/>
                                        </p:tgtEl>
                                      </p:cBhvr>
                                    </p:animEffect>
                                  </p:childTnLst>
                                </p:cTn>
                              </p:par>
                            </p:childTnLst>
                          </p:cTn>
                        </p:par>
                        <p:par>
                          <p:cTn id="194" fill="hold">
                            <p:stCondLst>
                              <p:cond delay="5300"/>
                            </p:stCondLst>
                            <p:childTnLst>
                              <p:par>
                                <p:cTn id="195" presetID="10" presetClass="entr" presetSubtype="0" fill="hold" grpId="0" nodeType="afterEffect">
                                  <p:stCondLst>
                                    <p:cond delay="0"/>
                                  </p:stCondLst>
                                  <p:childTnLst>
                                    <p:set>
                                      <p:cBhvr>
                                        <p:cTn id="196" dur="1" fill="hold">
                                          <p:stCondLst>
                                            <p:cond delay="0"/>
                                          </p:stCondLst>
                                        </p:cTn>
                                        <p:tgtEl>
                                          <p:spTgt spid="34">
                                            <p:txEl>
                                              <p:pRg st="0" end="0"/>
                                            </p:txEl>
                                          </p:spTgt>
                                        </p:tgtEl>
                                        <p:attrNameLst>
                                          <p:attrName>style.visibility</p:attrName>
                                        </p:attrNameLst>
                                      </p:cBhvr>
                                      <p:to>
                                        <p:strVal val="visible"/>
                                      </p:to>
                                    </p:set>
                                    <p:animEffect transition="in" filter="fade">
                                      <p:cBhvr>
                                        <p:cTn id="197"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32" grpId="0"/>
      <p:bldP spid="33" grpId="0" build="p">
        <p:tmplLst>
          <p:tmpl lvl="1">
            <p:tnLst>
              <p:par>
                <p:cTn presetID="2" presetClass="entr" presetSubtype="2" decel="100000" fill="hold" nodeType="withEffect">
                  <p:stCondLst>
                    <p:cond delay="1500"/>
                  </p:stCondLst>
                  <p:iterate type="wd">
                    <p:tmPct val="10000"/>
                  </p:iterate>
                  <p:childTnLst>
                    <p:set>
                      <p:cBhvr>
                        <p:cTn dur="1" fill="hold">
                          <p:stCondLst>
                            <p:cond delay="0"/>
                          </p:stCondLst>
                        </p:cTn>
                        <p:tgtEl>
                          <p:spTgt spid="33"/>
                        </p:tgtEl>
                        <p:attrNameLst>
                          <p:attrName>style.visibility</p:attrName>
                        </p:attrNameLst>
                      </p:cBhvr>
                      <p:to>
                        <p:strVal val="visible"/>
                      </p:to>
                    </p:set>
                    <p:anim calcmode="lin" valueType="num">
                      <p:cBhvr additive="base">
                        <p:cTn dur="750" fill="hold"/>
                        <p:tgtEl>
                          <p:spTgt spid="33"/>
                        </p:tgtEl>
                        <p:attrNameLst>
                          <p:attrName>ppt_x</p:attrName>
                        </p:attrNameLst>
                      </p:cBhvr>
                      <p:tavLst>
                        <p:tav tm="0">
                          <p:val>
                            <p:strVal val="1+#ppt_w/2"/>
                          </p:val>
                        </p:tav>
                        <p:tav tm="100000">
                          <p:val>
                            <p:strVal val="#ppt_x"/>
                          </p:val>
                        </p:tav>
                      </p:tavLst>
                    </p:anim>
                    <p:anim calcmode="lin" valueType="num">
                      <p:cBhvr additive="base">
                        <p:cTn dur="750" fill="hold"/>
                        <p:tgtEl>
                          <p:spTgt spid="33"/>
                        </p:tgtEl>
                        <p:attrNameLst>
                          <p:attrName>ppt_y</p:attrName>
                        </p:attrNameLst>
                      </p:cBhvr>
                      <p:tavLst>
                        <p:tav tm="0">
                          <p:val>
                            <p:strVal val="#ppt_y"/>
                          </p:val>
                        </p:tav>
                        <p:tav tm="100000">
                          <p:val>
                            <p:strVal val="#ppt_y"/>
                          </p:val>
                        </p:tav>
                      </p:tavLst>
                    </p:anim>
                  </p:childTnLst>
                </p:cTn>
              </p:par>
            </p:tnLst>
          </p:tmpl>
        </p:tmplLst>
      </p:bldP>
      <p:bldP spid="34" grpId="0" build="p">
        <p:tmplLst>
          <p:tmpl lvl="1">
            <p:tnLst>
              <p:par>
                <p:cTn presetID="10" presetClass="entr" presetSubtype="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9" grpId="0" animBg="1"/>
      <p:bldP spid="39" grpId="1" animBg="1"/>
      <p:bldP spid="40" grpId="0" animBg="1"/>
      <p:bldP spid="40" grpId="1" animBg="1"/>
      <p:bldP spid="41" grpId="0" animBg="1"/>
      <p:bldP spid="41" grpId="1" animBg="1"/>
      <p:bldP spid="42" grpId="0" animBg="1"/>
      <p:bldP spid="42" grpId="1" animBg="1"/>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371481" y="3972857"/>
            <a:ext cx="15543451" cy="1585999"/>
          </a:xfrm>
        </p:spPr>
        <p:txBody>
          <a:bodyPr anchor="t">
            <a:noAutofit/>
          </a:bodyPr>
          <a:lstStyle>
            <a:lvl1pPr algn="ctr">
              <a:defRPr sz="9600" baseline="0">
                <a:solidFill>
                  <a:schemeClr val="accent3"/>
                </a:solidFill>
                <a:latin typeface="Route 159 UltraLight" pitchFamily="50" charset="0"/>
              </a:defRPr>
            </a:lvl1pPr>
          </a:lstStyle>
          <a:p>
            <a:r>
              <a:rPr kumimoji="1" lang="en-US" altLang="ja-JP" dirty="0"/>
              <a:t>TEXT GOES HERE</a:t>
            </a:r>
            <a:endParaRPr kumimoji="1" lang="ja-JP" altLang="en-US" dirty="0"/>
          </a:p>
        </p:txBody>
      </p:sp>
      <p:sp>
        <p:nvSpPr>
          <p:cNvPr id="3" name="サブタイトル 2"/>
          <p:cNvSpPr>
            <a:spLocks noGrp="1"/>
          </p:cNvSpPr>
          <p:nvPr>
            <p:ph type="subTitle" idx="1" hasCustomPrompt="1"/>
          </p:nvPr>
        </p:nvSpPr>
        <p:spPr>
          <a:xfrm>
            <a:off x="1366342" y="7112000"/>
            <a:ext cx="15553728" cy="2928044"/>
          </a:xfrm>
        </p:spPr>
        <p:txBody>
          <a:bodyPr anchor="b">
            <a:normAutofit/>
          </a:bodyPr>
          <a:lstStyle>
            <a:lvl1pPr marL="0" indent="0" algn="ctr">
              <a:buNone/>
              <a:defRPr sz="2000">
                <a:solidFill>
                  <a:schemeClr val="tx1">
                    <a:tint val="75000"/>
                  </a:schemeClr>
                </a:solidFill>
                <a:latin typeface="Open Sans Light" panose="020B0306030504020204" pitchFamily="34" charset="0"/>
                <a:cs typeface="Open Sans Light" panose="020B0306030504020204" pitchFamily="34" charset="0"/>
              </a:defRPr>
            </a:lvl1pPr>
            <a:lvl2pPr marL="816376" indent="0" algn="ctr">
              <a:buNone/>
              <a:defRPr>
                <a:solidFill>
                  <a:schemeClr val="tx1">
                    <a:tint val="75000"/>
                  </a:schemeClr>
                </a:solidFill>
              </a:defRPr>
            </a:lvl2pPr>
            <a:lvl3pPr marL="1632753" indent="0" algn="ctr">
              <a:buNone/>
              <a:defRPr>
                <a:solidFill>
                  <a:schemeClr val="tx1">
                    <a:tint val="75000"/>
                  </a:schemeClr>
                </a:solidFill>
              </a:defRPr>
            </a:lvl3pPr>
            <a:lvl4pPr marL="2449129" indent="0" algn="ctr">
              <a:buNone/>
              <a:defRPr>
                <a:solidFill>
                  <a:schemeClr val="tx1">
                    <a:tint val="75000"/>
                  </a:schemeClr>
                </a:solidFill>
              </a:defRPr>
            </a:lvl4pPr>
            <a:lvl5pPr marL="3265505" indent="0" algn="ctr">
              <a:buNone/>
              <a:defRPr>
                <a:solidFill>
                  <a:schemeClr val="tx1">
                    <a:tint val="75000"/>
                  </a:schemeClr>
                </a:solidFill>
              </a:defRPr>
            </a:lvl5pPr>
            <a:lvl6pPr marL="4081882" indent="0" algn="ctr">
              <a:buNone/>
              <a:defRPr>
                <a:solidFill>
                  <a:schemeClr val="tx1">
                    <a:tint val="75000"/>
                  </a:schemeClr>
                </a:solidFill>
              </a:defRPr>
            </a:lvl6pPr>
            <a:lvl7pPr marL="4898258" indent="0" algn="ctr">
              <a:buNone/>
              <a:defRPr>
                <a:solidFill>
                  <a:schemeClr val="tx1">
                    <a:tint val="75000"/>
                  </a:schemeClr>
                </a:solidFill>
              </a:defRPr>
            </a:lvl7pPr>
            <a:lvl8pPr marL="5714634" indent="0" algn="ctr">
              <a:buNone/>
              <a:defRPr>
                <a:solidFill>
                  <a:schemeClr val="tx1">
                    <a:tint val="75000"/>
                  </a:schemeClr>
                </a:solidFill>
              </a:defRPr>
            </a:lvl8pPr>
            <a:lvl9pPr marL="6531011" indent="0" algn="ctr">
              <a:buNone/>
              <a:defRPr>
                <a:solidFill>
                  <a:schemeClr val="tx1">
                    <a:tint val="75000"/>
                  </a:schemeClr>
                </a:solidFill>
              </a:defRPr>
            </a:lvl9pPr>
          </a:lstStyle>
          <a:p>
            <a:r>
              <a:rPr kumimoji="1" lang="en-US" altLang="ja-JP" dirty="0"/>
              <a:t>Information</a:t>
            </a:r>
            <a:endParaRPr kumimoji="1" lang="ja-JP" altLang="en-US" dirty="0"/>
          </a:p>
        </p:txBody>
      </p:sp>
      <p:sp>
        <p:nvSpPr>
          <p:cNvPr id="9" name="テキスト プレースホルダー 8"/>
          <p:cNvSpPr>
            <a:spLocks noGrp="1"/>
          </p:cNvSpPr>
          <p:nvPr>
            <p:ph type="body" sz="quarter" idx="10" hasCustomPrompt="1"/>
          </p:nvPr>
        </p:nvSpPr>
        <p:spPr>
          <a:xfrm>
            <a:off x="1366342" y="5503590"/>
            <a:ext cx="15553728" cy="864046"/>
          </a:xfrm>
        </p:spPr>
        <p:txBody>
          <a:bodyPr anchor="b">
            <a:noAutofit/>
          </a:bodyPr>
          <a:lstStyle>
            <a:lvl1pPr algn="ctr">
              <a:defRPr sz="4000">
                <a:solidFill>
                  <a:schemeClr val="tx2"/>
                </a:solidFill>
                <a:latin typeface="Route 159 UltraLight" pitchFamily="50" charset="0"/>
              </a:defRPr>
            </a:lvl1pPr>
          </a:lstStyle>
          <a:p>
            <a:pPr lvl="0"/>
            <a:r>
              <a:rPr kumimoji="1" lang="en-US" altLang="ja-JP" dirty="0"/>
              <a:t>Subtitle goes here</a:t>
            </a:r>
            <a:endParaRPr kumimoji="1" lang="ja-JP" altLang="en-US" dirty="0"/>
          </a:p>
        </p:txBody>
      </p:sp>
      <p:grpSp>
        <p:nvGrpSpPr>
          <p:cNvPr id="6" name="グループ化 5"/>
          <p:cNvGrpSpPr/>
          <p:nvPr userDrawn="1"/>
        </p:nvGrpSpPr>
        <p:grpSpPr>
          <a:xfrm>
            <a:off x="8595214" y="6644399"/>
            <a:ext cx="1088138" cy="188527"/>
            <a:chOff x="8595214" y="6592642"/>
            <a:chExt cx="1088138" cy="188527"/>
          </a:xfrm>
        </p:grpSpPr>
        <p:sp>
          <p:nvSpPr>
            <p:cNvPr id="24" name="円/楕円 23"/>
            <p:cNvSpPr/>
            <p:nvPr userDrawn="1"/>
          </p:nvSpPr>
          <p:spPr>
            <a:xfrm>
              <a:off x="9048943"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5" name="円/楕円 24"/>
            <p:cNvSpPr/>
            <p:nvPr userDrawn="1"/>
          </p:nvSpPr>
          <p:spPr>
            <a:xfrm>
              <a:off x="8595214"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6" name="円/楕円 25"/>
            <p:cNvSpPr/>
            <p:nvPr userDrawn="1"/>
          </p:nvSpPr>
          <p:spPr>
            <a:xfrm>
              <a:off x="9494825"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spTree>
    <p:extLst>
      <p:ext uri="{BB962C8B-B14F-4D97-AF65-F5344CB8AC3E}">
        <p14:creationId xmlns:p14="http://schemas.microsoft.com/office/powerpoint/2010/main" val="144291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iterate type="wd">
                                    <p:tmPct val="10000"/>
                                  </p:iterate>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75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3" decel="100000" fill="hold" grpId="0" nodeType="withEffect">
                                  <p:stCondLst>
                                    <p:cond delay="0"/>
                                  </p:stCondLst>
                                  <p:iterate type="wd">
                                    <p:tmPct val="10000"/>
                                  </p:iterate>
                                  <p:childTnLst>
                                    <p:set>
                                      <p:cBhvr>
                                        <p:cTn id="10" dur="1" fill="hold">
                                          <p:stCondLst>
                                            <p:cond delay="0"/>
                                          </p:stCondLst>
                                        </p:cTn>
                                        <p:tgtEl>
                                          <p:spTgt spid="2"/>
                                        </p:tgtEl>
                                        <p:attrNameLst>
                                          <p:attrName>style.visibility</p:attrName>
                                        </p:attrNameLst>
                                      </p:cBhvr>
                                      <p:to>
                                        <p:strVal val="visible"/>
                                      </p:to>
                                    </p:set>
                                    <p:anim calcmode="lin" valueType="num">
                                      <p:cBhvr additive="base">
                                        <p:cTn id="11" dur="750" fill="hold"/>
                                        <p:tgtEl>
                                          <p:spTgt spid="2"/>
                                        </p:tgtEl>
                                        <p:attrNameLst>
                                          <p:attrName>ppt_x</p:attrName>
                                        </p:attrNameLst>
                                      </p:cBhvr>
                                      <p:tavLst>
                                        <p:tav tm="0">
                                          <p:val>
                                            <p:strVal val="1+#ppt_w/2"/>
                                          </p:val>
                                        </p:tav>
                                        <p:tav tm="100000">
                                          <p:val>
                                            <p:strVal val="#ppt_x"/>
                                          </p:val>
                                        </p:tav>
                                      </p:tavLst>
                                    </p:anim>
                                    <p:anim calcmode="lin" valueType="num">
                                      <p:cBhvr additive="base">
                                        <p:cTn id="12" dur="750" fill="hold"/>
                                        <p:tgtEl>
                                          <p:spTgt spid="2"/>
                                        </p:tgtEl>
                                        <p:attrNameLst>
                                          <p:attrName>ppt_y</p:attrName>
                                        </p:attrNameLst>
                                      </p:cBhvr>
                                      <p:tavLst>
                                        <p:tav tm="0">
                                          <p:val>
                                            <p:strVal val="0-#ppt_h/2"/>
                                          </p:val>
                                        </p:tav>
                                        <p:tav tm="100000">
                                          <p:val>
                                            <p:strVal val="#ppt_y"/>
                                          </p:val>
                                        </p:tav>
                                      </p:tavLst>
                                    </p:anim>
                                  </p:childTnLst>
                                </p:cTn>
                              </p:par>
                            </p:childTnLst>
                          </p:cTn>
                        </p:par>
                        <p:par>
                          <p:cTn id="13" fill="hold">
                            <p:stCondLst>
                              <p:cond delay="900"/>
                            </p:stCondLst>
                            <p:childTnLst>
                              <p:par>
                                <p:cTn id="14" presetID="10" presetClass="entr" presetSubtype="0" fill="hold" nodeType="after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1900"/>
                            </p:stCondLst>
                            <p:childTnLst>
                              <p:par>
                                <p:cTn id="18" presetID="10" presetClass="entr" presetSubtype="0" fill="hold" grpId="0"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fade">
                                      <p:cBhvr>
                                        <p:cTn id="2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9"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1+#ppt_w/2"/>
                          </p:val>
                        </p:tav>
                        <p:tav tm="100000">
                          <p:val>
                            <p:strVal val="#ppt_x"/>
                          </p:val>
                        </p:tav>
                      </p:tavLst>
                    </p:anim>
                    <p:anim calcmode="lin" valueType="num">
                      <p:cBhvr additive="base">
                        <p:cTn dur="750" fill="hold"/>
                        <p:tgtEl>
                          <p:spTgt spid="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18286413" cy="10287000"/>
          </a:xfrm>
          <a:solidFill>
            <a:schemeClr val="bg1">
              <a:lumMod val="95000"/>
            </a:schemeClr>
          </a:solidFill>
        </p:spPr>
        <p:txBody>
          <a:bodyPr/>
          <a:lstStyle>
            <a:lvl1pPr>
              <a:defRPr/>
            </a:lvl1pPr>
          </a:lstStyle>
          <a:p>
            <a:r>
              <a:rPr kumimoji="1" lang="en-US" altLang="ja-JP" dirty="0"/>
              <a:t>Add an image</a:t>
            </a:r>
            <a:endParaRPr kumimoji="1" lang="ja-JP" altLang="en-US" dirty="0"/>
          </a:p>
        </p:txBody>
      </p:sp>
      <p:sp>
        <p:nvSpPr>
          <p:cNvPr id="6" name="テキスト プレースホルダー 5"/>
          <p:cNvSpPr>
            <a:spLocks noGrp="1"/>
          </p:cNvSpPr>
          <p:nvPr>
            <p:ph type="body" sz="quarter" idx="11" hasCustomPrompt="1"/>
          </p:nvPr>
        </p:nvSpPr>
        <p:spPr>
          <a:xfrm>
            <a:off x="649736" y="2911252"/>
            <a:ext cx="6768554" cy="6768554"/>
          </a:xfrm>
          <a:prstGeom prst="ellipse">
            <a:avLst/>
          </a:prstGeom>
          <a:solidFill>
            <a:schemeClr val="accent1">
              <a:alpha val="80000"/>
            </a:schemeClr>
          </a:solidFill>
        </p:spPr>
        <p:txBody>
          <a:bodyPr/>
          <a:lstStyle/>
          <a:p>
            <a:pPr lvl="0"/>
            <a:r>
              <a:rPr kumimoji="1" lang="en-US" altLang="ja-JP" dirty="0"/>
              <a:t> </a:t>
            </a:r>
            <a:endParaRPr kumimoji="1" lang="ja-JP" altLang="en-US" dirty="0"/>
          </a:p>
        </p:txBody>
      </p:sp>
      <p:sp>
        <p:nvSpPr>
          <p:cNvPr id="7" name="テキスト プレースホルダー 5"/>
          <p:cNvSpPr>
            <a:spLocks noGrp="1"/>
          </p:cNvSpPr>
          <p:nvPr>
            <p:ph type="body" sz="quarter" idx="12" hasCustomPrompt="1"/>
          </p:nvPr>
        </p:nvSpPr>
        <p:spPr>
          <a:xfrm>
            <a:off x="502246" y="2263180"/>
            <a:ext cx="1440160" cy="1440160"/>
          </a:xfrm>
          <a:prstGeom prst="ellipse">
            <a:avLst/>
          </a:prstGeom>
          <a:solidFill>
            <a:schemeClr val="accent3">
              <a:alpha val="80000"/>
            </a:schemeClr>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8" name="テキスト プレースホルダー 5"/>
          <p:cNvSpPr>
            <a:spLocks noGrp="1"/>
          </p:cNvSpPr>
          <p:nvPr>
            <p:ph type="body" sz="quarter" idx="13" hasCustomPrompt="1"/>
          </p:nvPr>
        </p:nvSpPr>
        <p:spPr>
          <a:xfrm>
            <a:off x="7594055" y="6766640"/>
            <a:ext cx="936104" cy="936104"/>
          </a:xfrm>
          <a:prstGeom prst="ellipse">
            <a:avLst/>
          </a:prstGeom>
          <a:solidFill>
            <a:schemeClr val="accent2">
              <a:alpha val="80000"/>
            </a:schemeClr>
          </a:solidFill>
        </p:spPr>
        <p:txBody>
          <a:bodyPr/>
          <a:lstStyle/>
          <a:p>
            <a:pPr lvl="0"/>
            <a:r>
              <a:rPr kumimoji="1" lang="en-US" altLang="ja-JP" dirty="0"/>
              <a:t> </a:t>
            </a:r>
            <a:endParaRPr kumimoji="1" lang="ja-JP" altLang="en-US" dirty="0"/>
          </a:p>
        </p:txBody>
      </p:sp>
      <p:sp>
        <p:nvSpPr>
          <p:cNvPr id="9" name="テキスト プレースホルダー 5"/>
          <p:cNvSpPr>
            <a:spLocks noGrp="1"/>
          </p:cNvSpPr>
          <p:nvPr>
            <p:ph type="body" sz="quarter" idx="14" hasCustomPrompt="1"/>
          </p:nvPr>
        </p:nvSpPr>
        <p:spPr>
          <a:xfrm>
            <a:off x="7577521" y="7951812"/>
            <a:ext cx="1403177" cy="1403177"/>
          </a:xfrm>
          <a:prstGeom prst="ellipse">
            <a:avLst/>
          </a:prstGeom>
          <a:solidFill>
            <a:schemeClr val="accent5">
              <a:alpha val="80000"/>
            </a:schemeClr>
          </a:solidFill>
        </p:spPr>
        <p:txBody>
          <a:bodyPr/>
          <a:lstStyle/>
          <a:p>
            <a:pPr lvl="0"/>
            <a:r>
              <a:rPr kumimoji="1" lang="en-US" altLang="ja-JP" dirty="0"/>
              <a:t> </a:t>
            </a:r>
            <a:endParaRPr kumimoji="1" lang="ja-JP" altLang="en-US" dirty="0"/>
          </a:p>
        </p:txBody>
      </p:sp>
      <p:sp>
        <p:nvSpPr>
          <p:cNvPr id="11" name="テキスト プレースホルダー 10"/>
          <p:cNvSpPr>
            <a:spLocks noGrp="1"/>
          </p:cNvSpPr>
          <p:nvPr>
            <p:ph type="body" sz="quarter" idx="15" hasCustomPrompt="1"/>
          </p:nvPr>
        </p:nvSpPr>
        <p:spPr>
          <a:xfrm>
            <a:off x="610258" y="2263180"/>
            <a:ext cx="1224136" cy="1440160"/>
          </a:xfrm>
        </p:spPr>
        <p:txBody>
          <a:bodyPr anchor="ctr">
            <a:noAutofit/>
          </a:bodyPr>
          <a:lstStyle>
            <a:lvl1pPr algn="ctr">
              <a:defRPr sz="540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9</a:t>
            </a:r>
            <a:endParaRPr kumimoji="1" lang="ja-JP" altLang="en-US" dirty="0"/>
          </a:p>
        </p:txBody>
      </p:sp>
      <p:sp>
        <p:nvSpPr>
          <p:cNvPr id="13" name="図プレースホルダー 12"/>
          <p:cNvSpPr>
            <a:spLocks noGrp="1"/>
          </p:cNvSpPr>
          <p:nvPr>
            <p:ph type="pic" sz="quarter" idx="16" hasCustomPrompt="1"/>
          </p:nvPr>
        </p:nvSpPr>
        <p:spPr>
          <a:xfrm>
            <a:off x="3457832" y="5143872"/>
            <a:ext cx="1152363" cy="1152363"/>
          </a:xfrm>
        </p:spPr>
        <p:txBody>
          <a:bodyPr/>
          <a:lstStyle>
            <a:lvl1pPr>
              <a:defRPr/>
            </a:lvl1pPr>
          </a:lstStyle>
          <a:p>
            <a:r>
              <a:rPr kumimoji="1" lang="en-US" altLang="ja-JP" dirty="0"/>
              <a:t>Icon</a:t>
            </a:r>
            <a:endParaRPr kumimoji="1" lang="ja-JP" altLang="en-US" dirty="0"/>
          </a:p>
        </p:txBody>
      </p:sp>
      <p:sp>
        <p:nvSpPr>
          <p:cNvPr id="14" name="テキスト プレースホルダー 6"/>
          <p:cNvSpPr>
            <a:spLocks noGrp="1"/>
          </p:cNvSpPr>
          <p:nvPr>
            <p:ph type="body" sz="quarter" idx="17" hasCustomPrompt="1"/>
          </p:nvPr>
        </p:nvSpPr>
        <p:spPr>
          <a:xfrm>
            <a:off x="865661" y="6439644"/>
            <a:ext cx="6336704" cy="1008112"/>
          </a:xfrm>
        </p:spPr>
        <p:txBody>
          <a:bodyPr anchor="ctr">
            <a:normAutofit/>
          </a:bodyPr>
          <a:lstStyle>
            <a:lvl1pPr algn="ctr">
              <a:defRPr sz="4400" baseline="0">
                <a:solidFill>
                  <a:schemeClr val="bg1"/>
                </a:solidFill>
                <a:latin typeface="Route 159 Light" pitchFamily="50" charset="0"/>
              </a:defRPr>
            </a:lvl1pPr>
          </a:lstStyle>
          <a:p>
            <a:pPr lvl="0"/>
            <a:r>
              <a:rPr kumimoji="1" lang="en-US" altLang="ja-JP" dirty="0"/>
              <a:t>Text goes here</a:t>
            </a:r>
            <a:endParaRPr kumimoji="1" lang="ja-JP" altLang="en-US" dirty="0"/>
          </a:p>
        </p:txBody>
      </p:sp>
      <p:sp>
        <p:nvSpPr>
          <p:cNvPr id="16" name="テキスト プレースホルダー 5"/>
          <p:cNvSpPr>
            <a:spLocks noGrp="1"/>
          </p:cNvSpPr>
          <p:nvPr>
            <p:ph type="body" sz="quarter" idx="18" hasCustomPrompt="1"/>
          </p:nvPr>
        </p:nvSpPr>
        <p:spPr>
          <a:xfrm>
            <a:off x="9431238" y="8298184"/>
            <a:ext cx="1185172" cy="1185172"/>
          </a:xfrm>
          <a:prstGeom prst="ellipse">
            <a:avLst/>
          </a:prstGeom>
          <a:solidFill>
            <a:schemeClr val="accent6">
              <a:alpha val="80000"/>
            </a:schemeClr>
          </a:solidFill>
        </p:spPr>
        <p:txBody>
          <a:bodyPr/>
          <a:lstStyle/>
          <a:p>
            <a:pPr lvl="0"/>
            <a:r>
              <a:rPr kumimoji="1" lang="en-US" altLang="ja-JP" dirty="0"/>
              <a:t> </a:t>
            </a:r>
            <a:endParaRPr kumimoji="1" lang="ja-JP" altLang="en-US" dirty="0"/>
          </a:p>
        </p:txBody>
      </p:sp>
      <p:sp>
        <p:nvSpPr>
          <p:cNvPr id="17" name="テキスト プレースホルダー 5"/>
          <p:cNvSpPr>
            <a:spLocks noGrp="1"/>
          </p:cNvSpPr>
          <p:nvPr>
            <p:ph type="body" sz="quarter" idx="19" hasCustomPrompt="1"/>
          </p:nvPr>
        </p:nvSpPr>
        <p:spPr>
          <a:xfrm>
            <a:off x="2086422" y="1872979"/>
            <a:ext cx="792087" cy="792087"/>
          </a:xfrm>
          <a:prstGeom prst="ellipse">
            <a:avLst/>
          </a:prstGeom>
          <a:solidFill>
            <a:schemeClr val="accent4">
              <a:alpha val="8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407293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 presetClass="entr" presetSubtype="12" decel="10000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0-#ppt_w/2"/>
                                          </p:val>
                                        </p:tav>
                                        <p:tav tm="100000">
                                          <p:val>
                                            <p:strVal val="#ppt_x"/>
                                          </p:val>
                                        </p:tav>
                                      </p:tavLst>
                                    </p:anim>
                                    <p:anim calcmode="lin" valueType="num">
                                      <p:cBhvr additive="base">
                                        <p:cTn id="12" dur="750" fill="hold"/>
                                        <p:tgtEl>
                                          <p:spTgt spid="17"/>
                                        </p:tgtEl>
                                        <p:attrNameLst>
                                          <p:attrName>ppt_y</p:attrName>
                                        </p:attrNameLst>
                                      </p:cBhvr>
                                      <p:tavLst>
                                        <p:tav tm="0">
                                          <p:val>
                                            <p:strVal val="1+#ppt_h/2"/>
                                          </p:val>
                                        </p:tav>
                                        <p:tav tm="100000">
                                          <p:val>
                                            <p:strVal val="#ppt_y"/>
                                          </p:val>
                                        </p:tav>
                                      </p:tavLst>
                                    </p:anim>
                                  </p:childTnLst>
                                </p:cTn>
                              </p:par>
                              <p:par>
                                <p:cTn id="13" presetID="45" presetClass="entr" presetSubtype="0" fill="hold" grpId="1"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750"/>
                                        <p:tgtEl>
                                          <p:spTgt spid="17"/>
                                        </p:tgtEl>
                                      </p:cBhvr>
                                    </p:animEffect>
                                    <p:anim calcmode="lin" valueType="num">
                                      <p:cBhvr>
                                        <p:cTn id="16" dur="750" fill="hold"/>
                                        <p:tgtEl>
                                          <p:spTgt spid="17"/>
                                        </p:tgtEl>
                                        <p:attrNameLst>
                                          <p:attrName>ppt_w</p:attrName>
                                        </p:attrNameLst>
                                      </p:cBhvr>
                                      <p:tavLst>
                                        <p:tav tm="0" fmla="#ppt_w*sin(2.5*pi*$)">
                                          <p:val>
                                            <p:fltVal val="0"/>
                                          </p:val>
                                        </p:tav>
                                        <p:tav tm="100000">
                                          <p:val>
                                            <p:fltVal val="1"/>
                                          </p:val>
                                        </p:tav>
                                      </p:tavLst>
                                    </p:anim>
                                    <p:anim calcmode="lin" valueType="num">
                                      <p:cBhvr>
                                        <p:cTn id="17" dur="750" fill="hold"/>
                                        <p:tgtEl>
                                          <p:spTgt spid="17"/>
                                        </p:tgtEl>
                                        <p:attrNameLst>
                                          <p:attrName>ppt_h</p:attrName>
                                        </p:attrNameLst>
                                      </p:cBhvr>
                                      <p:tavLst>
                                        <p:tav tm="0">
                                          <p:val>
                                            <p:strVal val="#ppt_h"/>
                                          </p:val>
                                        </p:tav>
                                        <p:tav tm="100000">
                                          <p:val>
                                            <p:strVal val="#ppt_h"/>
                                          </p:val>
                                        </p:tav>
                                      </p:tavLst>
                                    </p:anim>
                                  </p:childTnLst>
                                </p:cTn>
                              </p:par>
                              <p:par>
                                <p:cTn id="18" presetID="2" presetClass="entr" presetSubtype="12" decel="100000" fill="hold" grpId="0" nodeType="withEffect">
                                  <p:stCondLst>
                                    <p:cond delay="10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750" fill="hold"/>
                                        <p:tgtEl>
                                          <p:spTgt spid="7"/>
                                        </p:tgtEl>
                                        <p:attrNameLst>
                                          <p:attrName>ppt_x</p:attrName>
                                        </p:attrNameLst>
                                      </p:cBhvr>
                                      <p:tavLst>
                                        <p:tav tm="0">
                                          <p:val>
                                            <p:strVal val="0-#ppt_w/2"/>
                                          </p:val>
                                        </p:tav>
                                        <p:tav tm="100000">
                                          <p:val>
                                            <p:strVal val="#ppt_x"/>
                                          </p:val>
                                        </p:tav>
                                      </p:tavLst>
                                    </p:anim>
                                    <p:anim calcmode="lin" valueType="num">
                                      <p:cBhvr additive="base">
                                        <p:cTn id="21" dur="750" fill="hold"/>
                                        <p:tgtEl>
                                          <p:spTgt spid="7"/>
                                        </p:tgtEl>
                                        <p:attrNameLst>
                                          <p:attrName>ppt_y</p:attrName>
                                        </p:attrNameLst>
                                      </p:cBhvr>
                                      <p:tavLst>
                                        <p:tav tm="0">
                                          <p:val>
                                            <p:strVal val="1+#ppt_h/2"/>
                                          </p:val>
                                        </p:tav>
                                        <p:tav tm="100000">
                                          <p:val>
                                            <p:strVal val="#ppt_y"/>
                                          </p:val>
                                        </p:tav>
                                      </p:tavLst>
                                    </p:anim>
                                  </p:childTnLst>
                                </p:cTn>
                              </p:par>
                              <p:par>
                                <p:cTn id="22" presetID="45" presetClass="entr" presetSubtype="0" fill="hold" grpId="1" nodeType="withEffect">
                                  <p:stCondLst>
                                    <p:cond delay="1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750"/>
                                        <p:tgtEl>
                                          <p:spTgt spid="7"/>
                                        </p:tgtEl>
                                      </p:cBhvr>
                                    </p:animEffect>
                                    <p:anim calcmode="lin" valueType="num">
                                      <p:cBhvr>
                                        <p:cTn id="25" dur="750" fill="hold"/>
                                        <p:tgtEl>
                                          <p:spTgt spid="7"/>
                                        </p:tgtEl>
                                        <p:attrNameLst>
                                          <p:attrName>ppt_w</p:attrName>
                                        </p:attrNameLst>
                                      </p:cBhvr>
                                      <p:tavLst>
                                        <p:tav tm="0" fmla="#ppt_w*sin(2.5*pi*$)">
                                          <p:val>
                                            <p:fltVal val="0"/>
                                          </p:val>
                                        </p:tav>
                                        <p:tav tm="100000">
                                          <p:val>
                                            <p:fltVal val="1"/>
                                          </p:val>
                                        </p:tav>
                                      </p:tavLst>
                                    </p:anim>
                                    <p:anim calcmode="lin" valueType="num">
                                      <p:cBhvr>
                                        <p:cTn id="26" dur="750" fill="hold"/>
                                        <p:tgtEl>
                                          <p:spTgt spid="7"/>
                                        </p:tgtEl>
                                        <p:attrNameLst>
                                          <p:attrName>ppt_h</p:attrName>
                                        </p:attrNameLst>
                                      </p:cBhvr>
                                      <p:tavLst>
                                        <p:tav tm="0">
                                          <p:val>
                                            <p:strVal val="#ppt_h"/>
                                          </p:val>
                                        </p:tav>
                                        <p:tav tm="100000">
                                          <p:val>
                                            <p:strVal val="#ppt_h"/>
                                          </p:val>
                                        </p:tav>
                                      </p:tavLst>
                                    </p:anim>
                                  </p:childTnLst>
                                </p:cTn>
                              </p:par>
                              <p:par>
                                <p:cTn id="27" presetID="2" presetClass="entr" presetSubtype="12" decel="100000" fill="hold" grpId="0" nodeType="withEffect">
                                  <p:stCondLst>
                                    <p:cond delay="10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750" fill="hold"/>
                                        <p:tgtEl>
                                          <p:spTgt spid="11"/>
                                        </p:tgtEl>
                                        <p:attrNameLst>
                                          <p:attrName>ppt_x</p:attrName>
                                        </p:attrNameLst>
                                      </p:cBhvr>
                                      <p:tavLst>
                                        <p:tav tm="0">
                                          <p:val>
                                            <p:strVal val="0-#ppt_w/2"/>
                                          </p:val>
                                        </p:tav>
                                        <p:tav tm="100000">
                                          <p:val>
                                            <p:strVal val="#ppt_x"/>
                                          </p:val>
                                        </p:tav>
                                      </p:tavLst>
                                    </p:anim>
                                    <p:anim calcmode="lin" valueType="num">
                                      <p:cBhvr additive="base">
                                        <p:cTn id="30" dur="750" fill="hold"/>
                                        <p:tgtEl>
                                          <p:spTgt spid="11"/>
                                        </p:tgtEl>
                                        <p:attrNameLst>
                                          <p:attrName>ppt_y</p:attrName>
                                        </p:attrNameLst>
                                      </p:cBhvr>
                                      <p:tavLst>
                                        <p:tav tm="0">
                                          <p:val>
                                            <p:strVal val="1+#ppt_h/2"/>
                                          </p:val>
                                        </p:tav>
                                        <p:tav tm="100000">
                                          <p:val>
                                            <p:strVal val="#ppt_y"/>
                                          </p:val>
                                        </p:tav>
                                      </p:tavLst>
                                    </p:anim>
                                  </p:childTnLst>
                                </p:cTn>
                              </p:par>
                              <p:par>
                                <p:cTn id="31" presetID="45" presetClass="entr" presetSubtype="0" fill="hold" grpId="1" nodeType="withEffect">
                                  <p:stCondLst>
                                    <p:cond delay="2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50"/>
                                        <p:tgtEl>
                                          <p:spTgt spid="8"/>
                                        </p:tgtEl>
                                      </p:cBhvr>
                                    </p:animEffect>
                                    <p:anim calcmode="lin" valueType="num">
                                      <p:cBhvr>
                                        <p:cTn id="34" dur="750" fill="hold"/>
                                        <p:tgtEl>
                                          <p:spTgt spid="8"/>
                                        </p:tgtEl>
                                        <p:attrNameLst>
                                          <p:attrName>ppt_w</p:attrName>
                                        </p:attrNameLst>
                                      </p:cBhvr>
                                      <p:tavLst>
                                        <p:tav tm="0" fmla="#ppt_w*sin(2.5*pi*$)">
                                          <p:val>
                                            <p:fltVal val="0"/>
                                          </p:val>
                                        </p:tav>
                                        <p:tav tm="100000">
                                          <p:val>
                                            <p:fltVal val="1"/>
                                          </p:val>
                                        </p:tav>
                                      </p:tavLst>
                                    </p:anim>
                                    <p:anim calcmode="lin" valueType="num">
                                      <p:cBhvr>
                                        <p:cTn id="35" dur="750" fill="hold"/>
                                        <p:tgtEl>
                                          <p:spTgt spid="8"/>
                                        </p:tgtEl>
                                        <p:attrNameLst>
                                          <p:attrName>ppt_h</p:attrName>
                                        </p:attrNameLst>
                                      </p:cBhvr>
                                      <p:tavLst>
                                        <p:tav tm="0">
                                          <p:val>
                                            <p:strVal val="#ppt_h"/>
                                          </p:val>
                                        </p:tav>
                                        <p:tav tm="100000">
                                          <p:val>
                                            <p:strVal val="#ppt_h"/>
                                          </p:val>
                                        </p:tav>
                                      </p:tavLst>
                                    </p:anim>
                                  </p:childTnLst>
                                </p:cTn>
                              </p:par>
                              <p:par>
                                <p:cTn id="36" presetID="2" presetClass="entr" presetSubtype="12" decel="100000" fill="hold" grpId="0" nodeType="withEffect">
                                  <p:stCondLst>
                                    <p:cond delay="20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750" fill="hold"/>
                                        <p:tgtEl>
                                          <p:spTgt spid="8"/>
                                        </p:tgtEl>
                                        <p:attrNameLst>
                                          <p:attrName>ppt_x</p:attrName>
                                        </p:attrNameLst>
                                      </p:cBhvr>
                                      <p:tavLst>
                                        <p:tav tm="0">
                                          <p:val>
                                            <p:strVal val="0-#ppt_w/2"/>
                                          </p:val>
                                        </p:tav>
                                        <p:tav tm="100000">
                                          <p:val>
                                            <p:strVal val="#ppt_x"/>
                                          </p:val>
                                        </p:tav>
                                      </p:tavLst>
                                    </p:anim>
                                    <p:anim calcmode="lin" valueType="num">
                                      <p:cBhvr additive="base">
                                        <p:cTn id="39" dur="750" fill="hold"/>
                                        <p:tgtEl>
                                          <p:spTgt spid="8"/>
                                        </p:tgtEl>
                                        <p:attrNameLst>
                                          <p:attrName>ppt_y</p:attrName>
                                        </p:attrNameLst>
                                      </p:cBhvr>
                                      <p:tavLst>
                                        <p:tav tm="0">
                                          <p:val>
                                            <p:strVal val="1+#ppt_h/2"/>
                                          </p:val>
                                        </p:tav>
                                        <p:tav tm="100000">
                                          <p:val>
                                            <p:strVal val="#ppt_y"/>
                                          </p:val>
                                        </p:tav>
                                      </p:tavLst>
                                    </p:anim>
                                  </p:childTnLst>
                                </p:cTn>
                              </p:par>
                              <p:par>
                                <p:cTn id="40" presetID="45" presetClass="entr" presetSubtype="0" fill="hold" grpId="1" nodeType="withEffect">
                                  <p:stCondLst>
                                    <p:cond delay="30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750"/>
                                        <p:tgtEl>
                                          <p:spTgt spid="9"/>
                                        </p:tgtEl>
                                      </p:cBhvr>
                                    </p:animEffect>
                                    <p:anim calcmode="lin" valueType="num">
                                      <p:cBhvr>
                                        <p:cTn id="43" dur="750" fill="hold"/>
                                        <p:tgtEl>
                                          <p:spTgt spid="9"/>
                                        </p:tgtEl>
                                        <p:attrNameLst>
                                          <p:attrName>ppt_w</p:attrName>
                                        </p:attrNameLst>
                                      </p:cBhvr>
                                      <p:tavLst>
                                        <p:tav tm="0" fmla="#ppt_w*sin(2.5*pi*$)">
                                          <p:val>
                                            <p:fltVal val="0"/>
                                          </p:val>
                                        </p:tav>
                                        <p:tav tm="100000">
                                          <p:val>
                                            <p:fltVal val="1"/>
                                          </p:val>
                                        </p:tav>
                                      </p:tavLst>
                                    </p:anim>
                                    <p:anim calcmode="lin" valueType="num">
                                      <p:cBhvr>
                                        <p:cTn id="44" dur="750" fill="hold"/>
                                        <p:tgtEl>
                                          <p:spTgt spid="9"/>
                                        </p:tgtEl>
                                        <p:attrNameLst>
                                          <p:attrName>ppt_h</p:attrName>
                                        </p:attrNameLst>
                                      </p:cBhvr>
                                      <p:tavLst>
                                        <p:tav tm="0">
                                          <p:val>
                                            <p:strVal val="#ppt_h"/>
                                          </p:val>
                                        </p:tav>
                                        <p:tav tm="100000">
                                          <p:val>
                                            <p:strVal val="#ppt_h"/>
                                          </p:val>
                                        </p:tav>
                                      </p:tavLst>
                                    </p:anim>
                                  </p:childTnLst>
                                </p:cTn>
                              </p:par>
                              <p:par>
                                <p:cTn id="45" presetID="2" presetClass="entr" presetSubtype="12" decel="100000" fill="hold" grpId="0" nodeType="withEffect">
                                  <p:stCondLst>
                                    <p:cond delay="30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750" fill="hold"/>
                                        <p:tgtEl>
                                          <p:spTgt spid="9"/>
                                        </p:tgtEl>
                                        <p:attrNameLst>
                                          <p:attrName>ppt_x</p:attrName>
                                        </p:attrNameLst>
                                      </p:cBhvr>
                                      <p:tavLst>
                                        <p:tav tm="0">
                                          <p:val>
                                            <p:strVal val="0-#ppt_w/2"/>
                                          </p:val>
                                        </p:tav>
                                        <p:tav tm="100000">
                                          <p:val>
                                            <p:strVal val="#ppt_x"/>
                                          </p:val>
                                        </p:tav>
                                      </p:tavLst>
                                    </p:anim>
                                    <p:anim calcmode="lin" valueType="num">
                                      <p:cBhvr additive="base">
                                        <p:cTn id="48" dur="750" fill="hold"/>
                                        <p:tgtEl>
                                          <p:spTgt spid="9"/>
                                        </p:tgtEl>
                                        <p:attrNameLst>
                                          <p:attrName>ppt_y</p:attrName>
                                        </p:attrNameLst>
                                      </p:cBhvr>
                                      <p:tavLst>
                                        <p:tav tm="0">
                                          <p:val>
                                            <p:strVal val="1+#ppt_h/2"/>
                                          </p:val>
                                        </p:tav>
                                        <p:tav tm="100000">
                                          <p:val>
                                            <p:strVal val="#ppt_y"/>
                                          </p:val>
                                        </p:tav>
                                      </p:tavLst>
                                    </p:anim>
                                  </p:childTnLst>
                                </p:cTn>
                              </p:par>
                              <p:par>
                                <p:cTn id="49" presetID="2" presetClass="entr" presetSubtype="12" decel="100000" fill="hold" grpId="0" nodeType="withEffect">
                                  <p:stCondLst>
                                    <p:cond delay="40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750" fill="hold"/>
                                        <p:tgtEl>
                                          <p:spTgt spid="16"/>
                                        </p:tgtEl>
                                        <p:attrNameLst>
                                          <p:attrName>ppt_x</p:attrName>
                                        </p:attrNameLst>
                                      </p:cBhvr>
                                      <p:tavLst>
                                        <p:tav tm="0">
                                          <p:val>
                                            <p:strVal val="0-#ppt_w/2"/>
                                          </p:val>
                                        </p:tav>
                                        <p:tav tm="100000">
                                          <p:val>
                                            <p:strVal val="#ppt_x"/>
                                          </p:val>
                                        </p:tav>
                                      </p:tavLst>
                                    </p:anim>
                                    <p:anim calcmode="lin" valueType="num">
                                      <p:cBhvr additive="base">
                                        <p:cTn id="52" dur="750" fill="hold"/>
                                        <p:tgtEl>
                                          <p:spTgt spid="16"/>
                                        </p:tgtEl>
                                        <p:attrNameLst>
                                          <p:attrName>ppt_y</p:attrName>
                                        </p:attrNameLst>
                                      </p:cBhvr>
                                      <p:tavLst>
                                        <p:tav tm="0">
                                          <p:val>
                                            <p:strVal val="1+#ppt_h/2"/>
                                          </p:val>
                                        </p:tav>
                                        <p:tav tm="100000">
                                          <p:val>
                                            <p:strVal val="#ppt_y"/>
                                          </p:val>
                                        </p:tav>
                                      </p:tavLst>
                                    </p:anim>
                                  </p:childTnLst>
                                </p:cTn>
                              </p:par>
                              <p:par>
                                <p:cTn id="53" presetID="45" presetClass="entr" presetSubtype="0" fill="hold" grpId="1" nodeType="withEffect">
                                  <p:stCondLst>
                                    <p:cond delay="40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50"/>
                                        <p:tgtEl>
                                          <p:spTgt spid="16"/>
                                        </p:tgtEl>
                                      </p:cBhvr>
                                    </p:animEffect>
                                    <p:anim calcmode="lin" valueType="num">
                                      <p:cBhvr>
                                        <p:cTn id="56" dur="750" fill="hold"/>
                                        <p:tgtEl>
                                          <p:spTgt spid="16"/>
                                        </p:tgtEl>
                                        <p:attrNameLst>
                                          <p:attrName>ppt_w</p:attrName>
                                        </p:attrNameLst>
                                      </p:cBhvr>
                                      <p:tavLst>
                                        <p:tav tm="0" fmla="#ppt_w*sin(2.5*pi*$)">
                                          <p:val>
                                            <p:fltVal val="0"/>
                                          </p:val>
                                        </p:tav>
                                        <p:tav tm="100000">
                                          <p:val>
                                            <p:fltVal val="1"/>
                                          </p:val>
                                        </p:tav>
                                      </p:tavLst>
                                    </p:anim>
                                    <p:anim calcmode="lin" valueType="num">
                                      <p:cBhvr>
                                        <p:cTn id="57" dur="750" fill="hold"/>
                                        <p:tgtEl>
                                          <p:spTgt spid="16"/>
                                        </p:tgtEl>
                                        <p:attrNameLst>
                                          <p:attrName>ppt_h</p:attrName>
                                        </p:attrNameLst>
                                      </p:cBhvr>
                                      <p:tavLst>
                                        <p:tav tm="0">
                                          <p:val>
                                            <p:strVal val="#ppt_h"/>
                                          </p:val>
                                        </p:tav>
                                        <p:tav tm="100000">
                                          <p:val>
                                            <p:strVal val="#ppt_h"/>
                                          </p:val>
                                        </p:tav>
                                      </p:tavLst>
                                    </p:anim>
                                  </p:childTnLst>
                                </p:cTn>
                              </p:par>
                              <p:par>
                                <p:cTn id="58" presetID="2" presetClass="entr" presetSubtype="12" decel="100000" fill="hold" grpId="0" nodeType="withEffect">
                                  <p:stCondLst>
                                    <p:cond delay="500"/>
                                  </p:stCondLst>
                                  <p:childTnLst>
                                    <p:set>
                                      <p:cBhvr>
                                        <p:cTn id="59" dur="1" fill="hold">
                                          <p:stCondLst>
                                            <p:cond delay="0"/>
                                          </p:stCondLst>
                                        </p:cTn>
                                        <p:tgtEl>
                                          <p:spTgt spid="6"/>
                                        </p:tgtEl>
                                        <p:attrNameLst>
                                          <p:attrName>style.visibility</p:attrName>
                                        </p:attrNameLst>
                                      </p:cBhvr>
                                      <p:to>
                                        <p:strVal val="visible"/>
                                      </p:to>
                                    </p:set>
                                    <p:anim calcmode="lin" valueType="num">
                                      <p:cBhvr additive="base">
                                        <p:cTn id="60" dur="750" fill="hold"/>
                                        <p:tgtEl>
                                          <p:spTgt spid="6"/>
                                        </p:tgtEl>
                                        <p:attrNameLst>
                                          <p:attrName>ppt_x</p:attrName>
                                        </p:attrNameLst>
                                      </p:cBhvr>
                                      <p:tavLst>
                                        <p:tav tm="0">
                                          <p:val>
                                            <p:strVal val="0-#ppt_w/2"/>
                                          </p:val>
                                        </p:tav>
                                        <p:tav tm="100000">
                                          <p:val>
                                            <p:strVal val="#ppt_x"/>
                                          </p:val>
                                        </p:tav>
                                      </p:tavLst>
                                    </p:anim>
                                    <p:anim calcmode="lin" valueType="num">
                                      <p:cBhvr additive="base">
                                        <p:cTn id="61" dur="750" fill="hold"/>
                                        <p:tgtEl>
                                          <p:spTgt spid="6"/>
                                        </p:tgtEl>
                                        <p:attrNameLst>
                                          <p:attrName>ppt_y</p:attrName>
                                        </p:attrNameLst>
                                      </p:cBhvr>
                                      <p:tavLst>
                                        <p:tav tm="0">
                                          <p:val>
                                            <p:strVal val="1+#ppt_h/2"/>
                                          </p:val>
                                        </p:tav>
                                        <p:tav tm="100000">
                                          <p:val>
                                            <p:strVal val="#ppt_y"/>
                                          </p:val>
                                        </p:tav>
                                      </p:tavLst>
                                    </p:anim>
                                  </p:childTnLst>
                                </p:cTn>
                              </p:par>
                            </p:childTnLst>
                          </p:cTn>
                        </p:par>
                        <p:par>
                          <p:cTn id="62" fill="hold">
                            <p:stCondLst>
                              <p:cond delay="1750"/>
                            </p:stCondLst>
                            <p:childTnLst>
                              <p:par>
                                <p:cTn id="63" presetID="10" presetClass="entr" presetSubtype="0" fill="hold" grpId="0" nodeType="after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750"/>
                                        <p:tgtEl>
                                          <p:spTgt spid="13"/>
                                        </p:tgtEl>
                                      </p:cBhvr>
                                    </p:animEffect>
                                  </p:childTnLst>
                                </p:cTn>
                              </p:par>
                            </p:childTnLst>
                          </p:cTn>
                        </p:par>
                        <p:par>
                          <p:cTn id="66" fill="hold">
                            <p:stCondLst>
                              <p:cond delay="2500"/>
                            </p:stCondLst>
                            <p:childTnLst>
                              <p:par>
                                <p:cTn id="67" presetID="2" presetClass="entr" presetSubtype="12" decel="100000" fill="hold" grpId="0" nodeType="afterEffect">
                                  <p:stCondLst>
                                    <p:cond delay="0"/>
                                  </p:stCondLst>
                                  <p:iterate type="wd">
                                    <p:tmPct val="10000"/>
                                  </p:iterate>
                                  <p:childTnLst>
                                    <p:set>
                                      <p:cBhvr>
                                        <p:cTn id="68" dur="1" fill="hold">
                                          <p:stCondLst>
                                            <p:cond delay="0"/>
                                          </p:stCondLst>
                                        </p:cTn>
                                        <p:tgtEl>
                                          <p:spTgt spid="14">
                                            <p:txEl>
                                              <p:pRg st="0" end="0"/>
                                            </p:txEl>
                                          </p:spTgt>
                                        </p:tgtEl>
                                        <p:attrNameLst>
                                          <p:attrName>style.visibility</p:attrName>
                                        </p:attrNameLst>
                                      </p:cBhvr>
                                      <p:to>
                                        <p:strVal val="visible"/>
                                      </p:to>
                                    </p:set>
                                    <p:anim calcmode="lin" valueType="num">
                                      <p:cBhvr additive="base">
                                        <p:cTn id="69" dur="75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70" dur="75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tmplLst>
          <p:tmpl>
            <p:tnLst>
              <p:par>
                <p:cTn presetID="2" presetClass="entr" presetSubtype="12" decel="100000" fill="hold" nodeType="withEffect">
                  <p:stCondLst>
                    <p:cond delay="50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750" fill="hold"/>
                        <p:tgtEl>
                          <p:spTgt spid="6"/>
                        </p:tgtEl>
                        <p:attrNameLst>
                          <p:attrName>ppt_x</p:attrName>
                        </p:attrNameLst>
                      </p:cBhvr>
                      <p:tavLst>
                        <p:tav tm="0">
                          <p:val>
                            <p:strVal val="0-#ppt_w/2"/>
                          </p:val>
                        </p:tav>
                        <p:tav tm="100000">
                          <p:val>
                            <p:strVal val="#ppt_x"/>
                          </p:val>
                        </p:tav>
                      </p:tavLst>
                    </p:anim>
                    <p:anim calcmode="lin" valueType="num">
                      <p:cBhvr additive="base">
                        <p:cTn dur="750" fill="hold"/>
                        <p:tgtEl>
                          <p:spTgt spid="6"/>
                        </p:tgtEl>
                        <p:attrNameLst>
                          <p:attrName>ppt_y</p:attrName>
                        </p:attrNameLst>
                      </p:cBhvr>
                      <p:tavLst>
                        <p:tav tm="0">
                          <p:val>
                            <p:strVal val="1+#ppt_h/2"/>
                          </p:val>
                        </p:tav>
                        <p:tav tm="100000">
                          <p:val>
                            <p:strVal val="#ppt_y"/>
                          </p:val>
                        </p:tav>
                      </p:tavLst>
                    </p:anim>
                  </p:childTnLst>
                </p:cTn>
              </p:par>
            </p:tnLst>
          </p:tmpl>
        </p:tmplLst>
      </p:bldP>
      <p:bldP spid="7" grpId="0" animBg="1">
        <p:tmplLst>
          <p:tmpl>
            <p:tnLst>
              <p:par>
                <p:cTn presetID="2" presetClass="entr" presetSubtype="12" decel="100000" fill="hold" nodeType="withEffect">
                  <p:stCondLst>
                    <p:cond delay="10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0-#ppt_w/2"/>
                          </p:val>
                        </p:tav>
                        <p:tav tm="100000">
                          <p:val>
                            <p:strVal val="#ppt_x"/>
                          </p:val>
                        </p:tav>
                      </p:tavLst>
                    </p:anim>
                    <p:anim calcmode="lin" valueType="num">
                      <p:cBhvr additive="base">
                        <p:cTn dur="750" fill="hold"/>
                        <p:tgtEl>
                          <p:spTgt spid="7"/>
                        </p:tgtEl>
                        <p:attrNameLst>
                          <p:attrName>ppt_y</p:attrName>
                        </p:attrNameLst>
                      </p:cBhvr>
                      <p:tavLst>
                        <p:tav tm="0">
                          <p:val>
                            <p:strVal val="1+#ppt_h/2"/>
                          </p:val>
                        </p:tav>
                        <p:tav tm="100000">
                          <p:val>
                            <p:strVal val="#ppt_y"/>
                          </p:val>
                        </p:tav>
                      </p:tavLst>
                    </p:anim>
                  </p:childTnLst>
                </p:cTn>
              </p:par>
            </p:tnLst>
          </p:tmpl>
        </p:tmplLst>
      </p:bldP>
      <p:bldP spid="7" grpId="1" animBg="1">
        <p:tmplLst>
          <p:tmpl>
            <p:tnLst>
              <p:par>
                <p:cTn presetID="45" presetClass="entr" presetSubtype="0" fill="hold" nodeType="withEffect">
                  <p:stCondLst>
                    <p:cond delay="100"/>
                  </p:stCondLst>
                  <p:childTnLst>
                    <p:set>
                      <p:cBhvr>
                        <p:cTn dur="1" fill="hold">
                          <p:stCondLst>
                            <p:cond delay="0"/>
                          </p:stCondLst>
                        </p:cTn>
                        <p:tgtEl>
                          <p:spTgt spid="7"/>
                        </p:tgtEl>
                        <p:attrNameLst>
                          <p:attrName>style.visibility</p:attrName>
                        </p:attrNameLst>
                      </p:cBhvr>
                      <p:to>
                        <p:strVal val="visible"/>
                      </p:to>
                    </p:set>
                    <p:animEffect transition="in" filter="fade">
                      <p:cBhvr>
                        <p:cTn dur="750"/>
                        <p:tgtEl>
                          <p:spTgt spid="7"/>
                        </p:tgtEl>
                      </p:cBhvr>
                    </p:animEffect>
                    <p:anim calcmode="lin" valueType="num">
                      <p:cBhvr>
                        <p:cTn dur="750" fill="hold"/>
                        <p:tgtEl>
                          <p:spTgt spid="7"/>
                        </p:tgtEl>
                        <p:attrNameLst>
                          <p:attrName>ppt_w</p:attrName>
                        </p:attrNameLst>
                      </p:cBhvr>
                      <p:tavLst>
                        <p:tav tm="0" fmla="#ppt_w*sin(2.5*pi*$)">
                          <p:val>
                            <p:fltVal val="0"/>
                          </p:val>
                        </p:tav>
                        <p:tav tm="100000">
                          <p:val>
                            <p:fltVal val="1"/>
                          </p:val>
                        </p:tav>
                      </p:tavLst>
                    </p:anim>
                    <p:anim calcmode="lin" valueType="num">
                      <p:cBhvr>
                        <p:cTn dur="750" fill="hold"/>
                        <p:tgtEl>
                          <p:spTgt spid="7"/>
                        </p:tgtEl>
                        <p:attrNameLst>
                          <p:attrName>ppt_h</p:attrName>
                        </p:attrNameLst>
                      </p:cBhvr>
                      <p:tavLst>
                        <p:tav tm="0">
                          <p:val>
                            <p:strVal val="#ppt_h"/>
                          </p:val>
                        </p:tav>
                        <p:tav tm="100000">
                          <p:val>
                            <p:strVal val="#ppt_h"/>
                          </p:val>
                        </p:tav>
                      </p:tavLst>
                    </p:anim>
                  </p:childTnLst>
                </p:cTn>
              </p:par>
            </p:tnLst>
          </p:tmpl>
        </p:tmplLst>
      </p:bldP>
      <p:bldP spid="8" grpId="0" animBg="1">
        <p:tmplLst>
          <p:tmpl>
            <p:tnLst>
              <p:par>
                <p:cTn presetID="2" presetClass="entr" presetSubtype="12" decel="10000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0-#ppt_w/2"/>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8" grpId="1" animBg="1">
        <p:tmplLst>
          <p:tmpl>
            <p:tnLst>
              <p:par>
                <p:cTn presetID="45"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750"/>
                        <p:tgtEl>
                          <p:spTgt spid="8"/>
                        </p:tgtEl>
                      </p:cBhvr>
                    </p:animEffect>
                    <p:anim calcmode="lin" valueType="num">
                      <p:cBhvr>
                        <p:cTn dur="750" fill="hold"/>
                        <p:tgtEl>
                          <p:spTgt spid="8"/>
                        </p:tgtEl>
                        <p:attrNameLst>
                          <p:attrName>ppt_w</p:attrName>
                        </p:attrNameLst>
                      </p:cBhvr>
                      <p:tavLst>
                        <p:tav tm="0" fmla="#ppt_w*sin(2.5*pi*$)">
                          <p:val>
                            <p:fltVal val="0"/>
                          </p:val>
                        </p:tav>
                        <p:tav tm="100000">
                          <p:val>
                            <p:fltVal val="1"/>
                          </p:val>
                        </p:tav>
                      </p:tavLst>
                    </p:anim>
                    <p:anim calcmode="lin" valueType="num">
                      <p:cBhvr>
                        <p:cTn dur="750" fill="hold"/>
                        <p:tgtEl>
                          <p:spTgt spid="8"/>
                        </p:tgtEl>
                        <p:attrNameLst>
                          <p:attrName>ppt_h</p:attrName>
                        </p:attrNameLst>
                      </p:cBhvr>
                      <p:tavLst>
                        <p:tav tm="0">
                          <p:val>
                            <p:strVal val="#ppt_h"/>
                          </p:val>
                        </p:tav>
                        <p:tav tm="100000">
                          <p:val>
                            <p:strVal val="#ppt_h"/>
                          </p:val>
                        </p:tav>
                      </p:tavLst>
                    </p:anim>
                  </p:childTnLst>
                </p:cTn>
              </p:par>
            </p:tnLst>
          </p:tmpl>
        </p:tmplLst>
      </p:bldP>
      <p:bldP spid="9" grpId="0" animBg="1">
        <p:tmplLst>
          <p:tmpl>
            <p:tnLst>
              <p:par>
                <p:cTn presetID="2" presetClass="entr" presetSubtype="12" decel="100000" fill="hold" nodeType="withEffect">
                  <p:stCondLst>
                    <p:cond delay="3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0-#ppt_w/2"/>
                          </p:val>
                        </p:tav>
                        <p:tav tm="100000">
                          <p:val>
                            <p:strVal val="#ppt_x"/>
                          </p:val>
                        </p:tav>
                      </p:tavLst>
                    </p:anim>
                    <p:anim calcmode="lin" valueType="num">
                      <p:cBhvr additive="base">
                        <p:cTn dur="750" fill="hold"/>
                        <p:tgtEl>
                          <p:spTgt spid="9"/>
                        </p:tgtEl>
                        <p:attrNameLst>
                          <p:attrName>ppt_y</p:attrName>
                        </p:attrNameLst>
                      </p:cBhvr>
                      <p:tavLst>
                        <p:tav tm="0">
                          <p:val>
                            <p:strVal val="1+#ppt_h/2"/>
                          </p:val>
                        </p:tav>
                        <p:tav tm="100000">
                          <p:val>
                            <p:strVal val="#ppt_y"/>
                          </p:val>
                        </p:tav>
                      </p:tavLst>
                    </p:anim>
                  </p:childTnLst>
                </p:cTn>
              </p:par>
            </p:tnLst>
          </p:tmpl>
        </p:tmplLst>
      </p:bldP>
      <p:bldP spid="9" grpId="1" animBg="1">
        <p:tmplLst>
          <p:tmpl>
            <p:tnLst>
              <p:par>
                <p:cTn presetID="45" presetClass="entr" presetSubtype="0" fill="hold" nodeType="withEffect">
                  <p:stCondLst>
                    <p:cond delay="3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anim calcmode="lin" valueType="num">
                      <p:cBhvr>
                        <p:cTn dur="750" fill="hold"/>
                        <p:tgtEl>
                          <p:spTgt spid="9"/>
                        </p:tgtEl>
                        <p:attrNameLst>
                          <p:attrName>ppt_w</p:attrName>
                        </p:attrNameLst>
                      </p:cBhvr>
                      <p:tavLst>
                        <p:tav tm="0" fmla="#ppt_w*sin(2.5*pi*$)">
                          <p:val>
                            <p:fltVal val="0"/>
                          </p:val>
                        </p:tav>
                        <p:tav tm="100000">
                          <p:val>
                            <p:fltVal val="1"/>
                          </p:val>
                        </p:tav>
                      </p:tavLst>
                    </p:anim>
                    <p:anim calcmode="lin" valueType="num">
                      <p:cBhvr>
                        <p:cTn dur="750" fill="hold"/>
                        <p:tgtEl>
                          <p:spTgt spid="9"/>
                        </p:tgtEl>
                        <p:attrNameLst>
                          <p:attrName>ppt_h</p:attrName>
                        </p:attrNameLst>
                      </p:cBhvr>
                      <p:tavLst>
                        <p:tav tm="0">
                          <p:val>
                            <p:strVal val="#ppt_h"/>
                          </p:val>
                        </p:tav>
                        <p:tav tm="100000">
                          <p:val>
                            <p:strVal val="#ppt_h"/>
                          </p:val>
                        </p:tav>
                      </p:tavLst>
                    </p:anim>
                  </p:childTnLst>
                </p:cTn>
              </p:par>
            </p:tnLst>
          </p:tmpl>
        </p:tmplLst>
      </p:bldP>
      <p:bldP spid="11" grpId="0">
        <p:tmplLst>
          <p:tmpl>
            <p:tnLst>
              <p:par>
                <p:cTn presetID="2" presetClass="entr" presetSubtype="12" decel="100000" fill="hold" nodeType="withEffect">
                  <p:stCondLst>
                    <p:cond delay="1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0-#ppt_w/2"/>
                          </p:val>
                        </p:tav>
                        <p:tav tm="100000">
                          <p:val>
                            <p:strVal val="#ppt_x"/>
                          </p:val>
                        </p:tav>
                      </p:tavLst>
                    </p:anim>
                    <p:anim calcmode="lin" valueType="num">
                      <p:cBhvr additive="base">
                        <p:cTn dur="750" fill="hold"/>
                        <p:tgtEl>
                          <p:spTgt spid="11"/>
                        </p:tgtEl>
                        <p:attrNameLst>
                          <p:attrName>ppt_y</p:attrName>
                        </p:attrNameLst>
                      </p:cBhvr>
                      <p:tavLst>
                        <p:tav tm="0">
                          <p:val>
                            <p:strVal val="1+#ppt_h/2"/>
                          </p:val>
                        </p:tav>
                        <p:tav tm="100000">
                          <p:val>
                            <p:strVal val="#ppt_y"/>
                          </p:val>
                        </p:tav>
                      </p:tavLst>
                    </p:anim>
                  </p:childTnLst>
                </p:cTn>
              </p:par>
            </p:tnLst>
          </p:tmpl>
        </p:tmplLst>
      </p:bldP>
      <p:bldP spid="13" grpId="0"/>
      <p:bldP spid="14" grpId="0" build="p">
        <p:tmplLst>
          <p:tmpl lvl="1">
            <p:tnLst>
              <p:par>
                <p:cTn presetID="2" presetClass="entr" presetSubtype="12" decel="100000" fill="hold" nodeType="afterEffect">
                  <p:stCondLst>
                    <p:cond delay="0"/>
                  </p:stCondLst>
                  <p:iterate type="wd">
                    <p:tmPct val="10000"/>
                  </p:iterate>
                  <p:childTnLst>
                    <p:set>
                      <p:cBhvr>
                        <p:cTn dur="1" fill="hold">
                          <p:stCondLst>
                            <p:cond delay="0"/>
                          </p:stCondLst>
                        </p:cTn>
                        <p:tgtEl>
                          <p:spTgt spid="14"/>
                        </p:tgtEl>
                        <p:attrNameLst>
                          <p:attrName>style.visibility</p:attrName>
                        </p:attrNameLst>
                      </p:cBhvr>
                      <p:to>
                        <p:strVal val="visible"/>
                      </p:to>
                    </p:set>
                    <p:anim calcmode="lin" valueType="num">
                      <p:cBhvr additive="base">
                        <p:cTn dur="750" fill="hold"/>
                        <p:tgtEl>
                          <p:spTgt spid="14"/>
                        </p:tgtEl>
                        <p:attrNameLst>
                          <p:attrName>ppt_x</p:attrName>
                        </p:attrNameLst>
                      </p:cBhvr>
                      <p:tavLst>
                        <p:tav tm="0">
                          <p:val>
                            <p:strVal val="0-#ppt_w/2"/>
                          </p:val>
                        </p:tav>
                        <p:tav tm="100000">
                          <p:val>
                            <p:strVal val="#ppt_x"/>
                          </p:val>
                        </p:tav>
                      </p:tavLst>
                    </p:anim>
                    <p:anim calcmode="lin" valueType="num">
                      <p:cBhvr additive="base">
                        <p:cTn dur="750" fill="hold"/>
                        <p:tgtEl>
                          <p:spTgt spid="14"/>
                        </p:tgtEl>
                        <p:attrNameLst>
                          <p:attrName>ppt_y</p:attrName>
                        </p:attrNameLst>
                      </p:cBhvr>
                      <p:tavLst>
                        <p:tav tm="0">
                          <p:val>
                            <p:strVal val="1+#ppt_h/2"/>
                          </p:val>
                        </p:tav>
                        <p:tav tm="100000">
                          <p:val>
                            <p:strVal val="#ppt_y"/>
                          </p:val>
                        </p:tav>
                      </p:tavLst>
                    </p:anim>
                  </p:childTnLst>
                </p:cTn>
              </p:par>
            </p:tnLst>
          </p:tmpl>
        </p:tmplLst>
      </p:bldP>
      <p:bldP spid="16" grpId="0" animBg="1">
        <p:tmplLst>
          <p:tmpl>
            <p:tnLst>
              <p:par>
                <p:cTn presetID="2" presetClass="entr" presetSubtype="12" decel="100000" fill="hold" nodeType="withEffect">
                  <p:stCondLst>
                    <p:cond delay="40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750" fill="hold"/>
                        <p:tgtEl>
                          <p:spTgt spid="16"/>
                        </p:tgtEl>
                        <p:attrNameLst>
                          <p:attrName>ppt_x</p:attrName>
                        </p:attrNameLst>
                      </p:cBhvr>
                      <p:tavLst>
                        <p:tav tm="0">
                          <p:val>
                            <p:strVal val="0-#ppt_w/2"/>
                          </p:val>
                        </p:tav>
                        <p:tav tm="100000">
                          <p:val>
                            <p:strVal val="#ppt_x"/>
                          </p:val>
                        </p:tav>
                      </p:tavLst>
                    </p:anim>
                    <p:anim calcmode="lin" valueType="num">
                      <p:cBhvr additive="base">
                        <p:cTn dur="750" fill="hold"/>
                        <p:tgtEl>
                          <p:spTgt spid="16"/>
                        </p:tgtEl>
                        <p:attrNameLst>
                          <p:attrName>ppt_y</p:attrName>
                        </p:attrNameLst>
                      </p:cBhvr>
                      <p:tavLst>
                        <p:tav tm="0">
                          <p:val>
                            <p:strVal val="1+#ppt_h/2"/>
                          </p:val>
                        </p:tav>
                        <p:tav tm="100000">
                          <p:val>
                            <p:strVal val="#ppt_y"/>
                          </p:val>
                        </p:tav>
                      </p:tavLst>
                    </p:anim>
                  </p:childTnLst>
                </p:cTn>
              </p:par>
            </p:tnLst>
          </p:tmpl>
        </p:tmplLst>
      </p:bldP>
      <p:bldP spid="16" grpId="1" animBg="1">
        <p:tmplLst>
          <p:tmpl>
            <p:tnLst>
              <p:par>
                <p:cTn presetID="45" presetClass="entr" presetSubtype="0" fill="hold" nodeType="withEffect">
                  <p:stCondLst>
                    <p:cond delay="400"/>
                  </p:stCondLst>
                  <p:childTnLst>
                    <p:set>
                      <p:cBhvr>
                        <p:cTn dur="1" fill="hold">
                          <p:stCondLst>
                            <p:cond delay="0"/>
                          </p:stCondLst>
                        </p:cTn>
                        <p:tgtEl>
                          <p:spTgt spid="16"/>
                        </p:tgtEl>
                        <p:attrNameLst>
                          <p:attrName>style.visibility</p:attrName>
                        </p:attrNameLst>
                      </p:cBhvr>
                      <p:to>
                        <p:strVal val="visible"/>
                      </p:to>
                    </p:set>
                    <p:animEffect transition="in" filter="fade">
                      <p:cBhvr>
                        <p:cTn dur="750"/>
                        <p:tgtEl>
                          <p:spTgt spid="16"/>
                        </p:tgtEl>
                      </p:cBhvr>
                    </p:animEffect>
                    <p:anim calcmode="lin" valueType="num">
                      <p:cBhvr>
                        <p:cTn dur="750" fill="hold"/>
                        <p:tgtEl>
                          <p:spTgt spid="16"/>
                        </p:tgtEl>
                        <p:attrNameLst>
                          <p:attrName>ppt_w</p:attrName>
                        </p:attrNameLst>
                      </p:cBhvr>
                      <p:tavLst>
                        <p:tav tm="0" fmla="#ppt_w*sin(2.5*pi*$)">
                          <p:val>
                            <p:fltVal val="0"/>
                          </p:val>
                        </p:tav>
                        <p:tav tm="100000">
                          <p:val>
                            <p:fltVal val="1"/>
                          </p:val>
                        </p:tav>
                      </p:tavLst>
                    </p:anim>
                    <p:anim calcmode="lin" valueType="num">
                      <p:cBhvr>
                        <p:cTn dur="750" fill="hold"/>
                        <p:tgtEl>
                          <p:spTgt spid="16"/>
                        </p:tgtEl>
                        <p:attrNameLst>
                          <p:attrName>ppt_h</p:attrName>
                        </p:attrNameLst>
                      </p:cBhvr>
                      <p:tavLst>
                        <p:tav tm="0">
                          <p:val>
                            <p:strVal val="#ppt_h"/>
                          </p:val>
                        </p:tav>
                        <p:tav tm="100000">
                          <p:val>
                            <p:strVal val="#ppt_h"/>
                          </p:val>
                        </p:tav>
                      </p:tavLst>
                    </p:anim>
                  </p:childTnLst>
                </p:cTn>
              </p:par>
            </p:tnLst>
          </p:tmpl>
        </p:tmplLst>
      </p:bldP>
      <p:bldP spid="17" grpId="0" animBg="1">
        <p:tmplLst>
          <p:tmpl>
            <p:tnLst>
              <p:par>
                <p:cTn presetID="2" presetClass="entr" presetSubtype="12" decel="10000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0-#ppt_w/2"/>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Lst>
      </p:bldP>
      <p:bldP spid="17" grpId="1" animBg="1">
        <p:tmplLst>
          <p:tmpl>
            <p:tnLst>
              <p:par>
                <p:cTn presetID="45"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750"/>
                        <p:tgtEl>
                          <p:spTgt spid="17"/>
                        </p:tgtEl>
                      </p:cBhvr>
                    </p:animEffect>
                    <p:anim calcmode="lin" valueType="num">
                      <p:cBhvr>
                        <p:cTn dur="750" fill="hold"/>
                        <p:tgtEl>
                          <p:spTgt spid="17"/>
                        </p:tgtEl>
                        <p:attrNameLst>
                          <p:attrName>ppt_w</p:attrName>
                        </p:attrNameLst>
                      </p:cBhvr>
                      <p:tavLst>
                        <p:tav tm="0" fmla="#ppt_w*sin(2.5*pi*$)">
                          <p:val>
                            <p:fltVal val="0"/>
                          </p:val>
                        </p:tav>
                        <p:tav tm="100000">
                          <p:val>
                            <p:fltVal val="1"/>
                          </p:val>
                        </p:tav>
                      </p:tavLst>
                    </p:anim>
                    <p:anim calcmode="lin" valueType="num">
                      <p:cBhvr>
                        <p:cTn dur="750" fill="hold"/>
                        <p:tgtEl>
                          <p:spTgt spid="17"/>
                        </p:tgtEl>
                        <p:attrNameLst>
                          <p:attrName>ppt_h</p:attrName>
                        </p:attrNameLst>
                      </p:cBhvr>
                      <p:tavLst>
                        <p:tav tm="0">
                          <p:val>
                            <p:strVal val="#ppt_h"/>
                          </p:val>
                        </p:tav>
                        <p:tav tm="100000">
                          <p:val>
                            <p:strVal val="#ppt_h"/>
                          </p:val>
                        </p:tav>
                      </p:tavLst>
                    </p:anim>
                  </p:childTnLst>
                </p:cTn>
              </p:par>
            </p:tnLst>
          </p:tmpl>
        </p:tmplLst>
      </p:bldP>
    </p:bld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18286413" cy="10287000"/>
          </a:xfrm>
          <a:solidFill>
            <a:schemeClr val="bg1">
              <a:lumMod val="95000"/>
            </a:schemeClr>
          </a:solidFill>
        </p:spPr>
        <p:txBody>
          <a:bodyPr/>
          <a:lstStyle>
            <a:lvl1pPr>
              <a:defRPr/>
            </a:lvl1pPr>
          </a:lstStyle>
          <a:p>
            <a:r>
              <a:rPr kumimoji="1" lang="en-US" altLang="ja-JP" dirty="0"/>
              <a:t>Add an image</a:t>
            </a:r>
            <a:endParaRPr kumimoji="1" lang="ja-JP" altLang="en-US" dirty="0"/>
          </a:p>
        </p:txBody>
      </p:sp>
      <p:sp>
        <p:nvSpPr>
          <p:cNvPr id="6" name="テキスト プレースホルダー 5"/>
          <p:cNvSpPr>
            <a:spLocks noGrp="1"/>
          </p:cNvSpPr>
          <p:nvPr>
            <p:ph type="body" sz="quarter" idx="11" hasCustomPrompt="1"/>
          </p:nvPr>
        </p:nvSpPr>
        <p:spPr>
          <a:xfrm>
            <a:off x="10799390" y="2911252"/>
            <a:ext cx="6768554" cy="6768554"/>
          </a:xfrm>
          <a:prstGeom prst="ellipse">
            <a:avLst/>
          </a:prstGeom>
          <a:solidFill>
            <a:schemeClr val="accent1">
              <a:alpha val="80000"/>
            </a:schemeClr>
          </a:solidFill>
        </p:spPr>
        <p:txBody>
          <a:bodyPr/>
          <a:lstStyle/>
          <a:p>
            <a:pPr lvl="0"/>
            <a:r>
              <a:rPr kumimoji="1" lang="en-US" altLang="ja-JP" dirty="0"/>
              <a:t> </a:t>
            </a:r>
            <a:endParaRPr kumimoji="1" lang="ja-JP" altLang="en-US" dirty="0"/>
          </a:p>
        </p:txBody>
      </p:sp>
      <p:sp>
        <p:nvSpPr>
          <p:cNvPr id="7" name="テキスト プレースホルダー 5"/>
          <p:cNvSpPr>
            <a:spLocks noGrp="1"/>
          </p:cNvSpPr>
          <p:nvPr>
            <p:ph type="body" sz="quarter" idx="12" hasCustomPrompt="1"/>
          </p:nvPr>
        </p:nvSpPr>
        <p:spPr>
          <a:xfrm>
            <a:off x="16488022" y="2263180"/>
            <a:ext cx="1440160" cy="1440160"/>
          </a:xfrm>
          <a:prstGeom prst="ellipse">
            <a:avLst/>
          </a:prstGeom>
          <a:solidFill>
            <a:schemeClr val="accent3">
              <a:alpha val="80000"/>
            </a:schemeClr>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8" name="テキスト プレースホルダー 5"/>
          <p:cNvSpPr>
            <a:spLocks noGrp="1"/>
          </p:cNvSpPr>
          <p:nvPr>
            <p:ph type="body" sz="quarter" idx="13" hasCustomPrompt="1"/>
          </p:nvPr>
        </p:nvSpPr>
        <p:spPr>
          <a:xfrm>
            <a:off x="6766942" y="7779029"/>
            <a:ext cx="936104" cy="936104"/>
          </a:xfrm>
          <a:prstGeom prst="ellipse">
            <a:avLst/>
          </a:prstGeom>
          <a:solidFill>
            <a:schemeClr val="accent2">
              <a:alpha val="80000"/>
            </a:schemeClr>
          </a:solidFill>
        </p:spPr>
        <p:txBody>
          <a:bodyPr/>
          <a:lstStyle/>
          <a:p>
            <a:pPr lvl="0"/>
            <a:r>
              <a:rPr kumimoji="1" lang="en-US" altLang="ja-JP" dirty="0"/>
              <a:t> </a:t>
            </a:r>
            <a:endParaRPr kumimoji="1" lang="ja-JP" altLang="en-US" dirty="0"/>
          </a:p>
        </p:txBody>
      </p:sp>
      <p:sp>
        <p:nvSpPr>
          <p:cNvPr id="9" name="テキスト プレースホルダー 5"/>
          <p:cNvSpPr>
            <a:spLocks noGrp="1"/>
          </p:cNvSpPr>
          <p:nvPr>
            <p:ph type="body" sz="quarter" idx="14" hasCustomPrompt="1"/>
          </p:nvPr>
        </p:nvSpPr>
        <p:spPr>
          <a:xfrm>
            <a:off x="8207102" y="8295804"/>
            <a:ext cx="1403177" cy="1403177"/>
          </a:xfrm>
          <a:prstGeom prst="ellipse">
            <a:avLst/>
          </a:prstGeom>
          <a:solidFill>
            <a:schemeClr val="accent5">
              <a:alpha val="80000"/>
            </a:schemeClr>
          </a:solidFill>
        </p:spPr>
        <p:txBody>
          <a:bodyPr/>
          <a:lstStyle/>
          <a:p>
            <a:pPr lvl="0"/>
            <a:r>
              <a:rPr kumimoji="1" lang="en-US" altLang="ja-JP" dirty="0"/>
              <a:t> </a:t>
            </a:r>
            <a:endParaRPr kumimoji="1" lang="ja-JP" altLang="en-US" dirty="0"/>
          </a:p>
        </p:txBody>
      </p:sp>
      <p:sp>
        <p:nvSpPr>
          <p:cNvPr id="11" name="テキスト プレースホルダー 10"/>
          <p:cNvSpPr>
            <a:spLocks noGrp="1"/>
          </p:cNvSpPr>
          <p:nvPr>
            <p:ph type="body" sz="quarter" idx="15" hasCustomPrompt="1"/>
          </p:nvPr>
        </p:nvSpPr>
        <p:spPr>
          <a:xfrm>
            <a:off x="16596034" y="2263180"/>
            <a:ext cx="1224136" cy="1440160"/>
          </a:xfrm>
        </p:spPr>
        <p:txBody>
          <a:bodyPr anchor="ctr">
            <a:noAutofit/>
          </a:bodyPr>
          <a:lstStyle>
            <a:lvl1pPr algn="ctr">
              <a:defRPr sz="540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9</a:t>
            </a:r>
            <a:endParaRPr kumimoji="1" lang="ja-JP" altLang="en-US" dirty="0"/>
          </a:p>
        </p:txBody>
      </p:sp>
      <p:sp>
        <p:nvSpPr>
          <p:cNvPr id="13" name="図プレースホルダー 12"/>
          <p:cNvSpPr>
            <a:spLocks noGrp="1"/>
          </p:cNvSpPr>
          <p:nvPr>
            <p:ph type="pic" sz="quarter" idx="16" hasCustomPrompt="1"/>
          </p:nvPr>
        </p:nvSpPr>
        <p:spPr>
          <a:xfrm>
            <a:off x="13607486" y="5143872"/>
            <a:ext cx="1152363" cy="1152363"/>
          </a:xfrm>
        </p:spPr>
        <p:txBody>
          <a:bodyPr/>
          <a:lstStyle>
            <a:lvl1pPr>
              <a:defRPr/>
            </a:lvl1pPr>
          </a:lstStyle>
          <a:p>
            <a:r>
              <a:rPr kumimoji="1" lang="en-US" altLang="ja-JP" dirty="0"/>
              <a:t>Icon</a:t>
            </a:r>
            <a:endParaRPr kumimoji="1" lang="ja-JP" altLang="en-US" dirty="0"/>
          </a:p>
        </p:txBody>
      </p:sp>
      <p:sp>
        <p:nvSpPr>
          <p:cNvPr id="14" name="テキスト プレースホルダー 6"/>
          <p:cNvSpPr>
            <a:spLocks noGrp="1"/>
          </p:cNvSpPr>
          <p:nvPr>
            <p:ph type="body" sz="quarter" idx="17" hasCustomPrompt="1"/>
          </p:nvPr>
        </p:nvSpPr>
        <p:spPr>
          <a:xfrm>
            <a:off x="11015315" y="6439644"/>
            <a:ext cx="6336704" cy="1008112"/>
          </a:xfrm>
        </p:spPr>
        <p:txBody>
          <a:bodyPr anchor="ctr">
            <a:normAutofit/>
          </a:bodyPr>
          <a:lstStyle>
            <a:lvl1pPr algn="ctr">
              <a:defRPr sz="4400" baseline="0">
                <a:solidFill>
                  <a:schemeClr val="bg1"/>
                </a:solidFill>
                <a:latin typeface="Route 159 Light" pitchFamily="50" charset="0"/>
              </a:defRPr>
            </a:lvl1pPr>
          </a:lstStyle>
          <a:p>
            <a:pPr lvl="0"/>
            <a:r>
              <a:rPr kumimoji="1" lang="en-US" altLang="ja-JP" dirty="0"/>
              <a:t>Text goes here</a:t>
            </a:r>
            <a:endParaRPr kumimoji="1" lang="ja-JP" altLang="en-US" dirty="0"/>
          </a:p>
        </p:txBody>
      </p:sp>
      <p:sp>
        <p:nvSpPr>
          <p:cNvPr id="16" name="テキスト プレースホルダー 5"/>
          <p:cNvSpPr>
            <a:spLocks noGrp="1"/>
          </p:cNvSpPr>
          <p:nvPr>
            <p:ph type="body" sz="quarter" idx="18" hasCustomPrompt="1"/>
          </p:nvPr>
        </p:nvSpPr>
        <p:spPr>
          <a:xfrm>
            <a:off x="9610279" y="7186443"/>
            <a:ext cx="1185172" cy="1185172"/>
          </a:xfrm>
          <a:prstGeom prst="ellipse">
            <a:avLst/>
          </a:prstGeom>
          <a:solidFill>
            <a:schemeClr val="accent6">
              <a:alpha val="80000"/>
            </a:schemeClr>
          </a:solidFill>
        </p:spPr>
        <p:txBody>
          <a:bodyPr/>
          <a:lstStyle/>
          <a:p>
            <a:pPr lvl="0"/>
            <a:r>
              <a:rPr kumimoji="1" lang="en-US" altLang="ja-JP" dirty="0"/>
              <a:t> </a:t>
            </a:r>
            <a:endParaRPr kumimoji="1" lang="ja-JP" altLang="en-US" dirty="0"/>
          </a:p>
        </p:txBody>
      </p:sp>
      <p:sp>
        <p:nvSpPr>
          <p:cNvPr id="17" name="テキスト プレースホルダー 5"/>
          <p:cNvSpPr>
            <a:spLocks noGrp="1"/>
          </p:cNvSpPr>
          <p:nvPr>
            <p:ph type="body" sz="quarter" idx="19" hasCustomPrompt="1"/>
          </p:nvPr>
        </p:nvSpPr>
        <p:spPr>
          <a:xfrm>
            <a:off x="15695935" y="1436231"/>
            <a:ext cx="792087" cy="792087"/>
          </a:xfrm>
          <a:prstGeom prst="ellipse">
            <a:avLst/>
          </a:prstGeom>
          <a:solidFill>
            <a:schemeClr val="accent4">
              <a:alpha val="8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48211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 presetClass="entr" presetSubtype="6" decel="10000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1+#ppt_w/2"/>
                                          </p:val>
                                        </p:tav>
                                        <p:tav tm="100000">
                                          <p:val>
                                            <p:strVal val="#ppt_x"/>
                                          </p:val>
                                        </p:tav>
                                      </p:tavLst>
                                    </p:anim>
                                    <p:anim calcmode="lin" valueType="num">
                                      <p:cBhvr additive="base">
                                        <p:cTn id="12" dur="750" fill="hold"/>
                                        <p:tgtEl>
                                          <p:spTgt spid="17"/>
                                        </p:tgtEl>
                                        <p:attrNameLst>
                                          <p:attrName>ppt_y</p:attrName>
                                        </p:attrNameLst>
                                      </p:cBhvr>
                                      <p:tavLst>
                                        <p:tav tm="0">
                                          <p:val>
                                            <p:strVal val="1+#ppt_h/2"/>
                                          </p:val>
                                        </p:tav>
                                        <p:tav tm="100000">
                                          <p:val>
                                            <p:strVal val="#ppt_y"/>
                                          </p:val>
                                        </p:tav>
                                      </p:tavLst>
                                    </p:anim>
                                  </p:childTnLst>
                                </p:cTn>
                              </p:par>
                              <p:par>
                                <p:cTn id="13" presetID="45" presetClass="entr" presetSubtype="0" fill="hold" grpId="1"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750"/>
                                        <p:tgtEl>
                                          <p:spTgt spid="17"/>
                                        </p:tgtEl>
                                      </p:cBhvr>
                                    </p:animEffect>
                                    <p:anim calcmode="lin" valueType="num">
                                      <p:cBhvr>
                                        <p:cTn id="16" dur="750" fill="hold"/>
                                        <p:tgtEl>
                                          <p:spTgt spid="17"/>
                                        </p:tgtEl>
                                        <p:attrNameLst>
                                          <p:attrName>ppt_w</p:attrName>
                                        </p:attrNameLst>
                                      </p:cBhvr>
                                      <p:tavLst>
                                        <p:tav tm="0" fmla="#ppt_w*sin(2.5*pi*$)">
                                          <p:val>
                                            <p:fltVal val="0"/>
                                          </p:val>
                                        </p:tav>
                                        <p:tav tm="100000">
                                          <p:val>
                                            <p:fltVal val="1"/>
                                          </p:val>
                                        </p:tav>
                                      </p:tavLst>
                                    </p:anim>
                                    <p:anim calcmode="lin" valueType="num">
                                      <p:cBhvr>
                                        <p:cTn id="17" dur="750" fill="hold"/>
                                        <p:tgtEl>
                                          <p:spTgt spid="17"/>
                                        </p:tgtEl>
                                        <p:attrNameLst>
                                          <p:attrName>ppt_h</p:attrName>
                                        </p:attrNameLst>
                                      </p:cBhvr>
                                      <p:tavLst>
                                        <p:tav tm="0">
                                          <p:val>
                                            <p:strVal val="#ppt_h"/>
                                          </p:val>
                                        </p:tav>
                                        <p:tav tm="100000">
                                          <p:val>
                                            <p:strVal val="#ppt_h"/>
                                          </p:val>
                                        </p:tav>
                                      </p:tavLst>
                                    </p:anim>
                                  </p:childTnLst>
                                </p:cTn>
                              </p:par>
                              <p:par>
                                <p:cTn id="18" presetID="2" presetClass="entr" presetSubtype="6" decel="100000" fill="hold" grpId="0" nodeType="withEffect">
                                  <p:stCondLst>
                                    <p:cond delay="10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750" fill="hold"/>
                                        <p:tgtEl>
                                          <p:spTgt spid="11"/>
                                        </p:tgtEl>
                                        <p:attrNameLst>
                                          <p:attrName>ppt_x</p:attrName>
                                        </p:attrNameLst>
                                      </p:cBhvr>
                                      <p:tavLst>
                                        <p:tav tm="0">
                                          <p:val>
                                            <p:strVal val="1+#ppt_w/2"/>
                                          </p:val>
                                        </p:tav>
                                        <p:tav tm="100000">
                                          <p:val>
                                            <p:strVal val="#ppt_x"/>
                                          </p:val>
                                        </p:tav>
                                      </p:tavLst>
                                    </p:anim>
                                    <p:anim calcmode="lin" valueType="num">
                                      <p:cBhvr additive="base">
                                        <p:cTn id="21" dur="750" fill="hold"/>
                                        <p:tgtEl>
                                          <p:spTgt spid="11"/>
                                        </p:tgtEl>
                                        <p:attrNameLst>
                                          <p:attrName>ppt_y</p:attrName>
                                        </p:attrNameLst>
                                      </p:cBhvr>
                                      <p:tavLst>
                                        <p:tav tm="0">
                                          <p:val>
                                            <p:strVal val="1+#ppt_h/2"/>
                                          </p:val>
                                        </p:tav>
                                        <p:tav tm="100000">
                                          <p:val>
                                            <p:strVal val="#ppt_y"/>
                                          </p:val>
                                        </p:tav>
                                      </p:tavLst>
                                    </p:anim>
                                  </p:childTnLst>
                                </p:cTn>
                              </p:par>
                              <p:par>
                                <p:cTn id="22" presetID="45" presetClass="entr" presetSubtype="0" fill="hold" grpId="1" nodeType="withEffect">
                                  <p:stCondLst>
                                    <p:cond delay="1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750"/>
                                        <p:tgtEl>
                                          <p:spTgt spid="7"/>
                                        </p:tgtEl>
                                      </p:cBhvr>
                                    </p:animEffect>
                                    <p:anim calcmode="lin" valueType="num">
                                      <p:cBhvr>
                                        <p:cTn id="25" dur="750" fill="hold"/>
                                        <p:tgtEl>
                                          <p:spTgt spid="7"/>
                                        </p:tgtEl>
                                        <p:attrNameLst>
                                          <p:attrName>ppt_w</p:attrName>
                                        </p:attrNameLst>
                                      </p:cBhvr>
                                      <p:tavLst>
                                        <p:tav tm="0" fmla="#ppt_w*sin(2.5*pi*$)">
                                          <p:val>
                                            <p:fltVal val="0"/>
                                          </p:val>
                                        </p:tav>
                                        <p:tav tm="100000">
                                          <p:val>
                                            <p:fltVal val="1"/>
                                          </p:val>
                                        </p:tav>
                                      </p:tavLst>
                                    </p:anim>
                                    <p:anim calcmode="lin" valueType="num">
                                      <p:cBhvr>
                                        <p:cTn id="26" dur="750" fill="hold"/>
                                        <p:tgtEl>
                                          <p:spTgt spid="7"/>
                                        </p:tgtEl>
                                        <p:attrNameLst>
                                          <p:attrName>ppt_h</p:attrName>
                                        </p:attrNameLst>
                                      </p:cBhvr>
                                      <p:tavLst>
                                        <p:tav tm="0">
                                          <p:val>
                                            <p:strVal val="#ppt_h"/>
                                          </p:val>
                                        </p:tav>
                                        <p:tav tm="100000">
                                          <p:val>
                                            <p:strVal val="#ppt_h"/>
                                          </p:val>
                                        </p:tav>
                                      </p:tavLst>
                                    </p:anim>
                                  </p:childTnLst>
                                </p:cTn>
                              </p:par>
                              <p:par>
                                <p:cTn id="27" presetID="2" presetClass="entr" presetSubtype="6" decel="100000" fill="hold" grpId="0" nodeType="withEffect">
                                  <p:stCondLst>
                                    <p:cond delay="10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750" fill="hold"/>
                                        <p:tgtEl>
                                          <p:spTgt spid="7"/>
                                        </p:tgtEl>
                                        <p:attrNameLst>
                                          <p:attrName>ppt_x</p:attrName>
                                        </p:attrNameLst>
                                      </p:cBhvr>
                                      <p:tavLst>
                                        <p:tav tm="0">
                                          <p:val>
                                            <p:strVal val="1+#ppt_w/2"/>
                                          </p:val>
                                        </p:tav>
                                        <p:tav tm="100000">
                                          <p:val>
                                            <p:strVal val="#ppt_x"/>
                                          </p:val>
                                        </p:tav>
                                      </p:tavLst>
                                    </p:anim>
                                    <p:anim calcmode="lin" valueType="num">
                                      <p:cBhvr additive="base">
                                        <p:cTn id="30" dur="750" fill="hold"/>
                                        <p:tgtEl>
                                          <p:spTgt spid="7"/>
                                        </p:tgtEl>
                                        <p:attrNameLst>
                                          <p:attrName>ppt_y</p:attrName>
                                        </p:attrNameLst>
                                      </p:cBhvr>
                                      <p:tavLst>
                                        <p:tav tm="0">
                                          <p:val>
                                            <p:strVal val="1+#ppt_h/2"/>
                                          </p:val>
                                        </p:tav>
                                        <p:tav tm="100000">
                                          <p:val>
                                            <p:strVal val="#ppt_y"/>
                                          </p:val>
                                        </p:tav>
                                      </p:tavLst>
                                    </p:anim>
                                  </p:childTnLst>
                                </p:cTn>
                              </p:par>
                              <p:par>
                                <p:cTn id="31" presetID="45" presetClass="entr" presetSubtype="0" fill="hold" grpId="1" nodeType="withEffect">
                                  <p:stCondLst>
                                    <p:cond delay="2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50"/>
                                        <p:tgtEl>
                                          <p:spTgt spid="8"/>
                                        </p:tgtEl>
                                      </p:cBhvr>
                                    </p:animEffect>
                                    <p:anim calcmode="lin" valueType="num">
                                      <p:cBhvr>
                                        <p:cTn id="34" dur="750" fill="hold"/>
                                        <p:tgtEl>
                                          <p:spTgt spid="8"/>
                                        </p:tgtEl>
                                        <p:attrNameLst>
                                          <p:attrName>ppt_w</p:attrName>
                                        </p:attrNameLst>
                                      </p:cBhvr>
                                      <p:tavLst>
                                        <p:tav tm="0" fmla="#ppt_w*sin(2.5*pi*$)">
                                          <p:val>
                                            <p:fltVal val="0"/>
                                          </p:val>
                                        </p:tav>
                                        <p:tav tm="100000">
                                          <p:val>
                                            <p:fltVal val="1"/>
                                          </p:val>
                                        </p:tav>
                                      </p:tavLst>
                                    </p:anim>
                                    <p:anim calcmode="lin" valueType="num">
                                      <p:cBhvr>
                                        <p:cTn id="35" dur="750" fill="hold"/>
                                        <p:tgtEl>
                                          <p:spTgt spid="8"/>
                                        </p:tgtEl>
                                        <p:attrNameLst>
                                          <p:attrName>ppt_h</p:attrName>
                                        </p:attrNameLst>
                                      </p:cBhvr>
                                      <p:tavLst>
                                        <p:tav tm="0">
                                          <p:val>
                                            <p:strVal val="#ppt_h"/>
                                          </p:val>
                                        </p:tav>
                                        <p:tav tm="100000">
                                          <p:val>
                                            <p:strVal val="#ppt_h"/>
                                          </p:val>
                                        </p:tav>
                                      </p:tavLst>
                                    </p:anim>
                                  </p:childTnLst>
                                </p:cTn>
                              </p:par>
                              <p:par>
                                <p:cTn id="36" presetID="2" presetClass="entr" presetSubtype="6" decel="100000" fill="hold" grpId="0" nodeType="withEffect">
                                  <p:stCondLst>
                                    <p:cond delay="20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750" fill="hold"/>
                                        <p:tgtEl>
                                          <p:spTgt spid="8"/>
                                        </p:tgtEl>
                                        <p:attrNameLst>
                                          <p:attrName>ppt_x</p:attrName>
                                        </p:attrNameLst>
                                      </p:cBhvr>
                                      <p:tavLst>
                                        <p:tav tm="0">
                                          <p:val>
                                            <p:strVal val="1+#ppt_w/2"/>
                                          </p:val>
                                        </p:tav>
                                        <p:tav tm="100000">
                                          <p:val>
                                            <p:strVal val="#ppt_x"/>
                                          </p:val>
                                        </p:tav>
                                      </p:tavLst>
                                    </p:anim>
                                    <p:anim calcmode="lin" valueType="num">
                                      <p:cBhvr additive="base">
                                        <p:cTn id="39" dur="750" fill="hold"/>
                                        <p:tgtEl>
                                          <p:spTgt spid="8"/>
                                        </p:tgtEl>
                                        <p:attrNameLst>
                                          <p:attrName>ppt_y</p:attrName>
                                        </p:attrNameLst>
                                      </p:cBhvr>
                                      <p:tavLst>
                                        <p:tav tm="0">
                                          <p:val>
                                            <p:strVal val="1+#ppt_h/2"/>
                                          </p:val>
                                        </p:tav>
                                        <p:tav tm="100000">
                                          <p:val>
                                            <p:strVal val="#ppt_y"/>
                                          </p:val>
                                        </p:tav>
                                      </p:tavLst>
                                    </p:anim>
                                  </p:childTnLst>
                                </p:cTn>
                              </p:par>
                              <p:par>
                                <p:cTn id="40" presetID="2" presetClass="entr" presetSubtype="6" decel="100000" fill="hold" grpId="0" nodeType="withEffect">
                                  <p:stCondLst>
                                    <p:cond delay="30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750" fill="hold"/>
                                        <p:tgtEl>
                                          <p:spTgt spid="9"/>
                                        </p:tgtEl>
                                        <p:attrNameLst>
                                          <p:attrName>ppt_x</p:attrName>
                                        </p:attrNameLst>
                                      </p:cBhvr>
                                      <p:tavLst>
                                        <p:tav tm="0">
                                          <p:val>
                                            <p:strVal val="1+#ppt_w/2"/>
                                          </p:val>
                                        </p:tav>
                                        <p:tav tm="100000">
                                          <p:val>
                                            <p:strVal val="#ppt_x"/>
                                          </p:val>
                                        </p:tav>
                                      </p:tavLst>
                                    </p:anim>
                                    <p:anim calcmode="lin" valueType="num">
                                      <p:cBhvr additive="base">
                                        <p:cTn id="43" dur="750" fill="hold"/>
                                        <p:tgtEl>
                                          <p:spTgt spid="9"/>
                                        </p:tgtEl>
                                        <p:attrNameLst>
                                          <p:attrName>ppt_y</p:attrName>
                                        </p:attrNameLst>
                                      </p:cBhvr>
                                      <p:tavLst>
                                        <p:tav tm="0">
                                          <p:val>
                                            <p:strVal val="1+#ppt_h/2"/>
                                          </p:val>
                                        </p:tav>
                                        <p:tav tm="100000">
                                          <p:val>
                                            <p:strVal val="#ppt_y"/>
                                          </p:val>
                                        </p:tav>
                                      </p:tavLst>
                                    </p:anim>
                                  </p:childTnLst>
                                </p:cTn>
                              </p:par>
                              <p:par>
                                <p:cTn id="44" presetID="45" presetClass="entr" presetSubtype="0" fill="hold" grpId="1" nodeType="withEffect">
                                  <p:stCondLst>
                                    <p:cond delay="30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750"/>
                                        <p:tgtEl>
                                          <p:spTgt spid="9"/>
                                        </p:tgtEl>
                                      </p:cBhvr>
                                    </p:animEffect>
                                    <p:anim calcmode="lin" valueType="num">
                                      <p:cBhvr>
                                        <p:cTn id="47" dur="750" fill="hold"/>
                                        <p:tgtEl>
                                          <p:spTgt spid="9"/>
                                        </p:tgtEl>
                                        <p:attrNameLst>
                                          <p:attrName>ppt_w</p:attrName>
                                        </p:attrNameLst>
                                      </p:cBhvr>
                                      <p:tavLst>
                                        <p:tav tm="0" fmla="#ppt_w*sin(2.5*pi*$)">
                                          <p:val>
                                            <p:fltVal val="0"/>
                                          </p:val>
                                        </p:tav>
                                        <p:tav tm="100000">
                                          <p:val>
                                            <p:fltVal val="1"/>
                                          </p:val>
                                        </p:tav>
                                      </p:tavLst>
                                    </p:anim>
                                    <p:anim calcmode="lin" valueType="num">
                                      <p:cBhvr>
                                        <p:cTn id="48" dur="750" fill="hold"/>
                                        <p:tgtEl>
                                          <p:spTgt spid="9"/>
                                        </p:tgtEl>
                                        <p:attrNameLst>
                                          <p:attrName>ppt_h</p:attrName>
                                        </p:attrNameLst>
                                      </p:cBhvr>
                                      <p:tavLst>
                                        <p:tav tm="0">
                                          <p:val>
                                            <p:strVal val="#ppt_h"/>
                                          </p:val>
                                        </p:tav>
                                        <p:tav tm="100000">
                                          <p:val>
                                            <p:strVal val="#ppt_h"/>
                                          </p:val>
                                        </p:tav>
                                      </p:tavLst>
                                    </p:anim>
                                  </p:childTnLst>
                                </p:cTn>
                              </p:par>
                              <p:par>
                                <p:cTn id="49" presetID="2" presetClass="entr" presetSubtype="6" decel="100000" fill="hold" grpId="0" nodeType="withEffect">
                                  <p:stCondLst>
                                    <p:cond delay="40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750" fill="hold"/>
                                        <p:tgtEl>
                                          <p:spTgt spid="16"/>
                                        </p:tgtEl>
                                        <p:attrNameLst>
                                          <p:attrName>ppt_x</p:attrName>
                                        </p:attrNameLst>
                                      </p:cBhvr>
                                      <p:tavLst>
                                        <p:tav tm="0">
                                          <p:val>
                                            <p:strVal val="1+#ppt_w/2"/>
                                          </p:val>
                                        </p:tav>
                                        <p:tav tm="100000">
                                          <p:val>
                                            <p:strVal val="#ppt_x"/>
                                          </p:val>
                                        </p:tav>
                                      </p:tavLst>
                                    </p:anim>
                                    <p:anim calcmode="lin" valueType="num">
                                      <p:cBhvr additive="base">
                                        <p:cTn id="52" dur="750" fill="hold"/>
                                        <p:tgtEl>
                                          <p:spTgt spid="16"/>
                                        </p:tgtEl>
                                        <p:attrNameLst>
                                          <p:attrName>ppt_y</p:attrName>
                                        </p:attrNameLst>
                                      </p:cBhvr>
                                      <p:tavLst>
                                        <p:tav tm="0">
                                          <p:val>
                                            <p:strVal val="1+#ppt_h/2"/>
                                          </p:val>
                                        </p:tav>
                                        <p:tav tm="100000">
                                          <p:val>
                                            <p:strVal val="#ppt_y"/>
                                          </p:val>
                                        </p:tav>
                                      </p:tavLst>
                                    </p:anim>
                                  </p:childTnLst>
                                </p:cTn>
                              </p:par>
                              <p:par>
                                <p:cTn id="53" presetID="45" presetClass="entr" presetSubtype="0" fill="hold" grpId="1" nodeType="withEffect">
                                  <p:stCondLst>
                                    <p:cond delay="40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50"/>
                                        <p:tgtEl>
                                          <p:spTgt spid="16"/>
                                        </p:tgtEl>
                                      </p:cBhvr>
                                    </p:animEffect>
                                    <p:anim calcmode="lin" valueType="num">
                                      <p:cBhvr>
                                        <p:cTn id="56" dur="750" fill="hold"/>
                                        <p:tgtEl>
                                          <p:spTgt spid="16"/>
                                        </p:tgtEl>
                                        <p:attrNameLst>
                                          <p:attrName>ppt_w</p:attrName>
                                        </p:attrNameLst>
                                      </p:cBhvr>
                                      <p:tavLst>
                                        <p:tav tm="0" fmla="#ppt_w*sin(2.5*pi*$)">
                                          <p:val>
                                            <p:fltVal val="0"/>
                                          </p:val>
                                        </p:tav>
                                        <p:tav tm="100000">
                                          <p:val>
                                            <p:fltVal val="1"/>
                                          </p:val>
                                        </p:tav>
                                      </p:tavLst>
                                    </p:anim>
                                    <p:anim calcmode="lin" valueType="num">
                                      <p:cBhvr>
                                        <p:cTn id="57" dur="750" fill="hold"/>
                                        <p:tgtEl>
                                          <p:spTgt spid="16"/>
                                        </p:tgtEl>
                                        <p:attrNameLst>
                                          <p:attrName>ppt_h</p:attrName>
                                        </p:attrNameLst>
                                      </p:cBhvr>
                                      <p:tavLst>
                                        <p:tav tm="0">
                                          <p:val>
                                            <p:strVal val="#ppt_h"/>
                                          </p:val>
                                        </p:tav>
                                        <p:tav tm="100000">
                                          <p:val>
                                            <p:strVal val="#ppt_h"/>
                                          </p:val>
                                        </p:tav>
                                      </p:tavLst>
                                    </p:anim>
                                  </p:childTnLst>
                                </p:cTn>
                              </p:par>
                              <p:par>
                                <p:cTn id="58" presetID="2" presetClass="entr" presetSubtype="6" decel="100000" fill="hold" grpId="0" nodeType="withEffect">
                                  <p:stCondLst>
                                    <p:cond delay="500"/>
                                  </p:stCondLst>
                                  <p:childTnLst>
                                    <p:set>
                                      <p:cBhvr>
                                        <p:cTn id="59" dur="1" fill="hold">
                                          <p:stCondLst>
                                            <p:cond delay="0"/>
                                          </p:stCondLst>
                                        </p:cTn>
                                        <p:tgtEl>
                                          <p:spTgt spid="6"/>
                                        </p:tgtEl>
                                        <p:attrNameLst>
                                          <p:attrName>style.visibility</p:attrName>
                                        </p:attrNameLst>
                                      </p:cBhvr>
                                      <p:to>
                                        <p:strVal val="visible"/>
                                      </p:to>
                                    </p:set>
                                    <p:anim calcmode="lin" valueType="num">
                                      <p:cBhvr additive="base">
                                        <p:cTn id="60" dur="750" fill="hold"/>
                                        <p:tgtEl>
                                          <p:spTgt spid="6"/>
                                        </p:tgtEl>
                                        <p:attrNameLst>
                                          <p:attrName>ppt_x</p:attrName>
                                        </p:attrNameLst>
                                      </p:cBhvr>
                                      <p:tavLst>
                                        <p:tav tm="0">
                                          <p:val>
                                            <p:strVal val="1+#ppt_w/2"/>
                                          </p:val>
                                        </p:tav>
                                        <p:tav tm="100000">
                                          <p:val>
                                            <p:strVal val="#ppt_x"/>
                                          </p:val>
                                        </p:tav>
                                      </p:tavLst>
                                    </p:anim>
                                    <p:anim calcmode="lin" valueType="num">
                                      <p:cBhvr additive="base">
                                        <p:cTn id="61" dur="750" fill="hold"/>
                                        <p:tgtEl>
                                          <p:spTgt spid="6"/>
                                        </p:tgtEl>
                                        <p:attrNameLst>
                                          <p:attrName>ppt_y</p:attrName>
                                        </p:attrNameLst>
                                      </p:cBhvr>
                                      <p:tavLst>
                                        <p:tav tm="0">
                                          <p:val>
                                            <p:strVal val="1+#ppt_h/2"/>
                                          </p:val>
                                        </p:tav>
                                        <p:tav tm="100000">
                                          <p:val>
                                            <p:strVal val="#ppt_y"/>
                                          </p:val>
                                        </p:tav>
                                      </p:tavLst>
                                    </p:anim>
                                  </p:childTnLst>
                                </p:cTn>
                              </p:par>
                            </p:childTnLst>
                          </p:cTn>
                        </p:par>
                        <p:par>
                          <p:cTn id="62" fill="hold">
                            <p:stCondLst>
                              <p:cond delay="1750"/>
                            </p:stCondLst>
                            <p:childTnLst>
                              <p:par>
                                <p:cTn id="63" presetID="10" presetClass="entr" presetSubtype="0" fill="hold" grpId="0" nodeType="after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childTnLst>
                          </p:cTn>
                        </p:par>
                        <p:par>
                          <p:cTn id="66" fill="hold">
                            <p:stCondLst>
                              <p:cond delay="2250"/>
                            </p:stCondLst>
                            <p:childTnLst>
                              <p:par>
                                <p:cTn id="67" presetID="2" presetClass="entr" presetSubtype="6" decel="100000" fill="hold" grpId="0" nodeType="afterEffect">
                                  <p:stCondLst>
                                    <p:cond delay="0"/>
                                  </p:stCondLst>
                                  <p:iterate type="wd">
                                    <p:tmPct val="10000"/>
                                  </p:iterate>
                                  <p:childTnLst>
                                    <p:set>
                                      <p:cBhvr>
                                        <p:cTn id="68" dur="1" fill="hold">
                                          <p:stCondLst>
                                            <p:cond delay="0"/>
                                          </p:stCondLst>
                                        </p:cTn>
                                        <p:tgtEl>
                                          <p:spTgt spid="14">
                                            <p:txEl>
                                              <p:pRg st="0" end="0"/>
                                            </p:txEl>
                                          </p:spTgt>
                                        </p:tgtEl>
                                        <p:attrNameLst>
                                          <p:attrName>style.visibility</p:attrName>
                                        </p:attrNameLst>
                                      </p:cBhvr>
                                      <p:to>
                                        <p:strVal val="visible"/>
                                      </p:to>
                                    </p:set>
                                    <p:anim calcmode="lin" valueType="num">
                                      <p:cBhvr additive="base">
                                        <p:cTn id="69"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70"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tmplLst>
          <p:tmpl>
            <p:tnLst>
              <p:par>
                <p:cTn presetID="2" presetClass="entr" presetSubtype="6" decel="100000" fill="hold" nodeType="withEffect">
                  <p:stCondLst>
                    <p:cond delay="50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750" fill="hold"/>
                        <p:tgtEl>
                          <p:spTgt spid="6"/>
                        </p:tgtEl>
                        <p:attrNameLst>
                          <p:attrName>ppt_x</p:attrName>
                        </p:attrNameLst>
                      </p:cBhvr>
                      <p:tavLst>
                        <p:tav tm="0">
                          <p:val>
                            <p:strVal val="1+#ppt_w/2"/>
                          </p:val>
                        </p:tav>
                        <p:tav tm="100000">
                          <p:val>
                            <p:strVal val="#ppt_x"/>
                          </p:val>
                        </p:tav>
                      </p:tavLst>
                    </p:anim>
                    <p:anim calcmode="lin" valueType="num">
                      <p:cBhvr additive="base">
                        <p:cTn dur="750" fill="hold"/>
                        <p:tgtEl>
                          <p:spTgt spid="6"/>
                        </p:tgtEl>
                        <p:attrNameLst>
                          <p:attrName>ppt_y</p:attrName>
                        </p:attrNameLst>
                      </p:cBhvr>
                      <p:tavLst>
                        <p:tav tm="0">
                          <p:val>
                            <p:strVal val="1+#ppt_h/2"/>
                          </p:val>
                        </p:tav>
                        <p:tav tm="100000">
                          <p:val>
                            <p:strVal val="#ppt_y"/>
                          </p:val>
                        </p:tav>
                      </p:tavLst>
                    </p:anim>
                  </p:childTnLst>
                </p:cTn>
              </p:par>
            </p:tnLst>
          </p:tmpl>
        </p:tmplLst>
      </p:bldP>
      <p:bldP spid="7" grpId="0" animBg="1">
        <p:tmplLst>
          <p:tmpl>
            <p:tnLst>
              <p:par>
                <p:cTn presetID="2" presetClass="entr" presetSubtype="6" decel="100000" fill="hold" nodeType="withEffect">
                  <p:stCondLst>
                    <p:cond delay="10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1+#ppt_w/2"/>
                          </p:val>
                        </p:tav>
                        <p:tav tm="100000">
                          <p:val>
                            <p:strVal val="#ppt_x"/>
                          </p:val>
                        </p:tav>
                      </p:tavLst>
                    </p:anim>
                    <p:anim calcmode="lin" valueType="num">
                      <p:cBhvr additive="base">
                        <p:cTn dur="750" fill="hold"/>
                        <p:tgtEl>
                          <p:spTgt spid="7"/>
                        </p:tgtEl>
                        <p:attrNameLst>
                          <p:attrName>ppt_y</p:attrName>
                        </p:attrNameLst>
                      </p:cBhvr>
                      <p:tavLst>
                        <p:tav tm="0">
                          <p:val>
                            <p:strVal val="1+#ppt_h/2"/>
                          </p:val>
                        </p:tav>
                        <p:tav tm="100000">
                          <p:val>
                            <p:strVal val="#ppt_y"/>
                          </p:val>
                        </p:tav>
                      </p:tavLst>
                    </p:anim>
                  </p:childTnLst>
                </p:cTn>
              </p:par>
            </p:tnLst>
          </p:tmpl>
        </p:tmplLst>
      </p:bldP>
      <p:bldP spid="7" grpId="1" animBg="1">
        <p:tmplLst>
          <p:tmpl>
            <p:tnLst>
              <p:par>
                <p:cTn presetID="45" presetClass="entr" presetSubtype="0" fill="hold" nodeType="withEffect">
                  <p:stCondLst>
                    <p:cond delay="100"/>
                  </p:stCondLst>
                  <p:childTnLst>
                    <p:set>
                      <p:cBhvr>
                        <p:cTn dur="1" fill="hold">
                          <p:stCondLst>
                            <p:cond delay="0"/>
                          </p:stCondLst>
                        </p:cTn>
                        <p:tgtEl>
                          <p:spTgt spid="7"/>
                        </p:tgtEl>
                        <p:attrNameLst>
                          <p:attrName>style.visibility</p:attrName>
                        </p:attrNameLst>
                      </p:cBhvr>
                      <p:to>
                        <p:strVal val="visible"/>
                      </p:to>
                    </p:set>
                    <p:animEffect transition="in" filter="fade">
                      <p:cBhvr>
                        <p:cTn dur="750"/>
                        <p:tgtEl>
                          <p:spTgt spid="7"/>
                        </p:tgtEl>
                      </p:cBhvr>
                    </p:animEffect>
                    <p:anim calcmode="lin" valueType="num">
                      <p:cBhvr>
                        <p:cTn dur="750" fill="hold"/>
                        <p:tgtEl>
                          <p:spTgt spid="7"/>
                        </p:tgtEl>
                        <p:attrNameLst>
                          <p:attrName>ppt_w</p:attrName>
                        </p:attrNameLst>
                      </p:cBhvr>
                      <p:tavLst>
                        <p:tav tm="0" fmla="#ppt_w*sin(2.5*pi*$)">
                          <p:val>
                            <p:fltVal val="0"/>
                          </p:val>
                        </p:tav>
                        <p:tav tm="100000">
                          <p:val>
                            <p:fltVal val="1"/>
                          </p:val>
                        </p:tav>
                      </p:tavLst>
                    </p:anim>
                    <p:anim calcmode="lin" valueType="num">
                      <p:cBhvr>
                        <p:cTn dur="750" fill="hold"/>
                        <p:tgtEl>
                          <p:spTgt spid="7"/>
                        </p:tgtEl>
                        <p:attrNameLst>
                          <p:attrName>ppt_h</p:attrName>
                        </p:attrNameLst>
                      </p:cBhvr>
                      <p:tavLst>
                        <p:tav tm="0">
                          <p:val>
                            <p:strVal val="#ppt_h"/>
                          </p:val>
                        </p:tav>
                        <p:tav tm="100000">
                          <p:val>
                            <p:strVal val="#ppt_h"/>
                          </p:val>
                        </p:tav>
                      </p:tavLst>
                    </p:anim>
                  </p:childTnLst>
                </p:cTn>
              </p:par>
            </p:tnLst>
          </p:tmpl>
        </p:tmplLst>
      </p:bldP>
      <p:bldP spid="8" grpId="0" animBg="1">
        <p:tmplLst>
          <p:tmpl>
            <p:tnLst>
              <p:par>
                <p:cTn presetID="2" presetClass="entr" presetSubtype="6" decel="10000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1+#ppt_w/2"/>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8" grpId="1" animBg="1">
        <p:tmplLst>
          <p:tmpl>
            <p:tnLst>
              <p:par>
                <p:cTn presetID="45"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750"/>
                        <p:tgtEl>
                          <p:spTgt spid="8"/>
                        </p:tgtEl>
                      </p:cBhvr>
                    </p:animEffect>
                    <p:anim calcmode="lin" valueType="num">
                      <p:cBhvr>
                        <p:cTn dur="750" fill="hold"/>
                        <p:tgtEl>
                          <p:spTgt spid="8"/>
                        </p:tgtEl>
                        <p:attrNameLst>
                          <p:attrName>ppt_w</p:attrName>
                        </p:attrNameLst>
                      </p:cBhvr>
                      <p:tavLst>
                        <p:tav tm="0" fmla="#ppt_w*sin(2.5*pi*$)">
                          <p:val>
                            <p:fltVal val="0"/>
                          </p:val>
                        </p:tav>
                        <p:tav tm="100000">
                          <p:val>
                            <p:fltVal val="1"/>
                          </p:val>
                        </p:tav>
                      </p:tavLst>
                    </p:anim>
                    <p:anim calcmode="lin" valueType="num">
                      <p:cBhvr>
                        <p:cTn dur="750" fill="hold"/>
                        <p:tgtEl>
                          <p:spTgt spid="8"/>
                        </p:tgtEl>
                        <p:attrNameLst>
                          <p:attrName>ppt_h</p:attrName>
                        </p:attrNameLst>
                      </p:cBhvr>
                      <p:tavLst>
                        <p:tav tm="0">
                          <p:val>
                            <p:strVal val="#ppt_h"/>
                          </p:val>
                        </p:tav>
                        <p:tav tm="100000">
                          <p:val>
                            <p:strVal val="#ppt_h"/>
                          </p:val>
                        </p:tav>
                      </p:tavLst>
                    </p:anim>
                  </p:childTnLst>
                </p:cTn>
              </p:par>
            </p:tnLst>
          </p:tmpl>
        </p:tmplLst>
      </p:bldP>
      <p:bldP spid="9" grpId="0" animBg="1">
        <p:tmplLst>
          <p:tmpl>
            <p:tnLst>
              <p:par>
                <p:cTn presetID="2" presetClass="entr" presetSubtype="6" decel="100000" fill="hold" nodeType="withEffect">
                  <p:stCondLst>
                    <p:cond delay="3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1+#ppt_w/2"/>
                          </p:val>
                        </p:tav>
                        <p:tav tm="100000">
                          <p:val>
                            <p:strVal val="#ppt_x"/>
                          </p:val>
                        </p:tav>
                      </p:tavLst>
                    </p:anim>
                    <p:anim calcmode="lin" valueType="num">
                      <p:cBhvr additive="base">
                        <p:cTn dur="750" fill="hold"/>
                        <p:tgtEl>
                          <p:spTgt spid="9"/>
                        </p:tgtEl>
                        <p:attrNameLst>
                          <p:attrName>ppt_y</p:attrName>
                        </p:attrNameLst>
                      </p:cBhvr>
                      <p:tavLst>
                        <p:tav tm="0">
                          <p:val>
                            <p:strVal val="1+#ppt_h/2"/>
                          </p:val>
                        </p:tav>
                        <p:tav tm="100000">
                          <p:val>
                            <p:strVal val="#ppt_y"/>
                          </p:val>
                        </p:tav>
                      </p:tavLst>
                    </p:anim>
                  </p:childTnLst>
                </p:cTn>
              </p:par>
            </p:tnLst>
          </p:tmpl>
        </p:tmplLst>
      </p:bldP>
      <p:bldP spid="9" grpId="1" animBg="1">
        <p:tmplLst>
          <p:tmpl>
            <p:tnLst>
              <p:par>
                <p:cTn presetID="45" presetClass="entr" presetSubtype="0" fill="hold" nodeType="withEffect">
                  <p:stCondLst>
                    <p:cond delay="3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anim calcmode="lin" valueType="num">
                      <p:cBhvr>
                        <p:cTn dur="750" fill="hold"/>
                        <p:tgtEl>
                          <p:spTgt spid="9"/>
                        </p:tgtEl>
                        <p:attrNameLst>
                          <p:attrName>ppt_w</p:attrName>
                        </p:attrNameLst>
                      </p:cBhvr>
                      <p:tavLst>
                        <p:tav tm="0" fmla="#ppt_w*sin(2.5*pi*$)">
                          <p:val>
                            <p:fltVal val="0"/>
                          </p:val>
                        </p:tav>
                        <p:tav tm="100000">
                          <p:val>
                            <p:fltVal val="1"/>
                          </p:val>
                        </p:tav>
                      </p:tavLst>
                    </p:anim>
                    <p:anim calcmode="lin" valueType="num">
                      <p:cBhvr>
                        <p:cTn dur="750" fill="hold"/>
                        <p:tgtEl>
                          <p:spTgt spid="9"/>
                        </p:tgtEl>
                        <p:attrNameLst>
                          <p:attrName>ppt_h</p:attrName>
                        </p:attrNameLst>
                      </p:cBhvr>
                      <p:tavLst>
                        <p:tav tm="0">
                          <p:val>
                            <p:strVal val="#ppt_h"/>
                          </p:val>
                        </p:tav>
                        <p:tav tm="100000">
                          <p:val>
                            <p:strVal val="#ppt_h"/>
                          </p:val>
                        </p:tav>
                      </p:tavLst>
                    </p:anim>
                  </p:childTnLst>
                </p:cTn>
              </p:par>
            </p:tnLst>
          </p:tmpl>
        </p:tmplLst>
      </p:bldP>
      <p:bldP spid="11" grpId="0">
        <p:tmplLst>
          <p:tmpl>
            <p:tnLst>
              <p:par>
                <p:cTn presetID="2" presetClass="entr" presetSubtype="6" decel="100000" fill="hold" nodeType="withEffect">
                  <p:stCondLst>
                    <p:cond delay="1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1+#ppt_w/2"/>
                          </p:val>
                        </p:tav>
                        <p:tav tm="100000">
                          <p:val>
                            <p:strVal val="#ppt_x"/>
                          </p:val>
                        </p:tav>
                      </p:tavLst>
                    </p:anim>
                    <p:anim calcmode="lin" valueType="num">
                      <p:cBhvr additive="base">
                        <p:cTn dur="750" fill="hold"/>
                        <p:tgtEl>
                          <p:spTgt spid="11"/>
                        </p:tgtEl>
                        <p:attrNameLst>
                          <p:attrName>ppt_y</p:attrName>
                        </p:attrNameLst>
                      </p:cBhvr>
                      <p:tavLst>
                        <p:tav tm="0">
                          <p:val>
                            <p:strVal val="1+#ppt_h/2"/>
                          </p:val>
                        </p:tav>
                        <p:tav tm="100000">
                          <p:val>
                            <p:strVal val="#ppt_y"/>
                          </p:val>
                        </p:tav>
                      </p:tavLst>
                    </p:anim>
                  </p:childTnLst>
                </p:cTn>
              </p:par>
            </p:tnLst>
          </p:tmpl>
        </p:tmplLst>
      </p:bldP>
      <p:bldP spid="13" grpId="0"/>
      <p:bldP spid="14" grpId="0" build="p">
        <p:tmplLst>
          <p:tmpl lvl="1">
            <p:tnLst>
              <p:par>
                <p:cTn presetID="2" presetClass="entr" presetSubtype="6" decel="100000" fill="hold" nodeType="afterEffect">
                  <p:stCondLst>
                    <p:cond delay="0"/>
                  </p:stCondLst>
                  <p:iterate type="wd">
                    <p:tmPct val="10000"/>
                  </p:iterate>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1+#ppt_w/2"/>
                          </p:val>
                        </p:tav>
                        <p:tav tm="100000">
                          <p:val>
                            <p:strVal val="#ppt_x"/>
                          </p:val>
                        </p:tav>
                      </p:tavLst>
                    </p:anim>
                    <p:anim calcmode="lin" valueType="num">
                      <p:cBhvr additive="base">
                        <p:cTn dur="500" fill="hold"/>
                        <p:tgtEl>
                          <p:spTgt spid="14"/>
                        </p:tgtEl>
                        <p:attrNameLst>
                          <p:attrName>ppt_y</p:attrName>
                        </p:attrNameLst>
                      </p:cBhvr>
                      <p:tavLst>
                        <p:tav tm="0">
                          <p:val>
                            <p:strVal val="1+#ppt_h/2"/>
                          </p:val>
                        </p:tav>
                        <p:tav tm="100000">
                          <p:val>
                            <p:strVal val="#ppt_y"/>
                          </p:val>
                        </p:tav>
                      </p:tavLst>
                    </p:anim>
                  </p:childTnLst>
                </p:cTn>
              </p:par>
            </p:tnLst>
          </p:tmpl>
        </p:tmplLst>
      </p:bldP>
      <p:bldP spid="16" grpId="0" animBg="1">
        <p:tmplLst>
          <p:tmpl>
            <p:tnLst>
              <p:par>
                <p:cTn presetID="2" presetClass="entr" presetSubtype="6" decel="100000" fill="hold" nodeType="withEffect">
                  <p:stCondLst>
                    <p:cond delay="40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750" fill="hold"/>
                        <p:tgtEl>
                          <p:spTgt spid="16"/>
                        </p:tgtEl>
                        <p:attrNameLst>
                          <p:attrName>ppt_x</p:attrName>
                        </p:attrNameLst>
                      </p:cBhvr>
                      <p:tavLst>
                        <p:tav tm="0">
                          <p:val>
                            <p:strVal val="1+#ppt_w/2"/>
                          </p:val>
                        </p:tav>
                        <p:tav tm="100000">
                          <p:val>
                            <p:strVal val="#ppt_x"/>
                          </p:val>
                        </p:tav>
                      </p:tavLst>
                    </p:anim>
                    <p:anim calcmode="lin" valueType="num">
                      <p:cBhvr additive="base">
                        <p:cTn dur="750" fill="hold"/>
                        <p:tgtEl>
                          <p:spTgt spid="16"/>
                        </p:tgtEl>
                        <p:attrNameLst>
                          <p:attrName>ppt_y</p:attrName>
                        </p:attrNameLst>
                      </p:cBhvr>
                      <p:tavLst>
                        <p:tav tm="0">
                          <p:val>
                            <p:strVal val="1+#ppt_h/2"/>
                          </p:val>
                        </p:tav>
                        <p:tav tm="100000">
                          <p:val>
                            <p:strVal val="#ppt_y"/>
                          </p:val>
                        </p:tav>
                      </p:tavLst>
                    </p:anim>
                  </p:childTnLst>
                </p:cTn>
              </p:par>
            </p:tnLst>
          </p:tmpl>
        </p:tmplLst>
      </p:bldP>
      <p:bldP spid="16" grpId="1" animBg="1">
        <p:tmplLst>
          <p:tmpl>
            <p:tnLst>
              <p:par>
                <p:cTn presetID="45" presetClass="entr" presetSubtype="0" fill="hold" nodeType="withEffect">
                  <p:stCondLst>
                    <p:cond delay="400"/>
                  </p:stCondLst>
                  <p:childTnLst>
                    <p:set>
                      <p:cBhvr>
                        <p:cTn dur="1" fill="hold">
                          <p:stCondLst>
                            <p:cond delay="0"/>
                          </p:stCondLst>
                        </p:cTn>
                        <p:tgtEl>
                          <p:spTgt spid="16"/>
                        </p:tgtEl>
                        <p:attrNameLst>
                          <p:attrName>style.visibility</p:attrName>
                        </p:attrNameLst>
                      </p:cBhvr>
                      <p:to>
                        <p:strVal val="visible"/>
                      </p:to>
                    </p:set>
                    <p:animEffect transition="in" filter="fade">
                      <p:cBhvr>
                        <p:cTn dur="750"/>
                        <p:tgtEl>
                          <p:spTgt spid="16"/>
                        </p:tgtEl>
                      </p:cBhvr>
                    </p:animEffect>
                    <p:anim calcmode="lin" valueType="num">
                      <p:cBhvr>
                        <p:cTn dur="750" fill="hold"/>
                        <p:tgtEl>
                          <p:spTgt spid="16"/>
                        </p:tgtEl>
                        <p:attrNameLst>
                          <p:attrName>ppt_w</p:attrName>
                        </p:attrNameLst>
                      </p:cBhvr>
                      <p:tavLst>
                        <p:tav tm="0" fmla="#ppt_w*sin(2.5*pi*$)">
                          <p:val>
                            <p:fltVal val="0"/>
                          </p:val>
                        </p:tav>
                        <p:tav tm="100000">
                          <p:val>
                            <p:fltVal val="1"/>
                          </p:val>
                        </p:tav>
                      </p:tavLst>
                    </p:anim>
                    <p:anim calcmode="lin" valueType="num">
                      <p:cBhvr>
                        <p:cTn dur="750" fill="hold"/>
                        <p:tgtEl>
                          <p:spTgt spid="16"/>
                        </p:tgtEl>
                        <p:attrNameLst>
                          <p:attrName>ppt_h</p:attrName>
                        </p:attrNameLst>
                      </p:cBhvr>
                      <p:tavLst>
                        <p:tav tm="0">
                          <p:val>
                            <p:strVal val="#ppt_h"/>
                          </p:val>
                        </p:tav>
                        <p:tav tm="100000">
                          <p:val>
                            <p:strVal val="#ppt_h"/>
                          </p:val>
                        </p:tav>
                      </p:tavLst>
                    </p:anim>
                  </p:childTnLst>
                </p:cTn>
              </p:par>
            </p:tnLst>
          </p:tmpl>
        </p:tmplLst>
      </p:bldP>
      <p:bldP spid="17" grpId="0" animBg="1">
        <p:tmplLst>
          <p:tmpl>
            <p:tnLst>
              <p:par>
                <p:cTn presetID="2" presetClass="entr" presetSubtype="6" decel="10000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1+#ppt_w/2"/>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Lst>
      </p:bldP>
      <p:bldP spid="17" grpId="1" animBg="1">
        <p:tmplLst>
          <p:tmpl>
            <p:tnLst>
              <p:par>
                <p:cTn presetID="45"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750"/>
                        <p:tgtEl>
                          <p:spTgt spid="17"/>
                        </p:tgtEl>
                      </p:cBhvr>
                    </p:animEffect>
                    <p:anim calcmode="lin" valueType="num">
                      <p:cBhvr>
                        <p:cTn dur="750" fill="hold"/>
                        <p:tgtEl>
                          <p:spTgt spid="17"/>
                        </p:tgtEl>
                        <p:attrNameLst>
                          <p:attrName>ppt_w</p:attrName>
                        </p:attrNameLst>
                      </p:cBhvr>
                      <p:tavLst>
                        <p:tav tm="0" fmla="#ppt_w*sin(2.5*pi*$)">
                          <p:val>
                            <p:fltVal val="0"/>
                          </p:val>
                        </p:tav>
                        <p:tav tm="100000">
                          <p:val>
                            <p:fltVal val="1"/>
                          </p:val>
                        </p:tav>
                      </p:tavLst>
                    </p:anim>
                    <p:anim calcmode="lin" valueType="num">
                      <p:cBhvr>
                        <p:cTn dur="750" fill="hold"/>
                        <p:tgtEl>
                          <p:spTgt spid="17"/>
                        </p:tgtEl>
                        <p:attrNameLst>
                          <p:attrName>ppt_h</p:attrName>
                        </p:attrNameLst>
                      </p:cBhvr>
                      <p:tavLst>
                        <p:tav tm="0">
                          <p:val>
                            <p:strVal val="#ppt_h"/>
                          </p:val>
                        </p:tav>
                        <p:tav tm="100000">
                          <p:val>
                            <p:strVal val="#ppt_h"/>
                          </p:val>
                        </p:tav>
                      </p:tavLst>
                    </p:anim>
                  </p:childTnLst>
                </p:cTn>
              </p:par>
            </p:tnLst>
          </p:tmpl>
        </p:tmplLst>
      </p:bldP>
    </p:bld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rofile 3">
    <p:spTree>
      <p:nvGrpSpPr>
        <p:cNvPr id="1" name=""/>
        <p:cNvGrpSpPr/>
        <p:nvPr/>
      </p:nvGrpSpPr>
      <p:grpSpPr>
        <a:xfrm>
          <a:off x="0" y="0"/>
          <a:ext cx="0" cy="0"/>
          <a:chOff x="0" y="0"/>
          <a:chExt cx="0" cy="0"/>
        </a:xfrm>
      </p:grpSpPr>
      <p:sp>
        <p:nvSpPr>
          <p:cNvPr id="33" name="円/楕円 32"/>
          <p:cNvSpPr/>
          <p:nvPr userDrawn="1"/>
        </p:nvSpPr>
        <p:spPr>
          <a:xfrm>
            <a:off x="6099984" y="4672631"/>
            <a:ext cx="811957" cy="81195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6" name="円/楕円 5"/>
          <p:cNvSpPr/>
          <p:nvPr userDrawn="1"/>
        </p:nvSpPr>
        <p:spPr>
          <a:xfrm>
            <a:off x="1870398" y="1163191"/>
            <a:ext cx="5060429" cy="5060429"/>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p:cNvSpPr/>
          <p:nvPr userDrawn="1"/>
        </p:nvSpPr>
        <p:spPr>
          <a:xfrm>
            <a:off x="1268264" y="1756094"/>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0" name="円/楕円 29"/>
          <p:cNvSpPr/>
          <p:nvPr userDrawn="1"/>
        </p:nvSpPr>
        <p:spPr>
          <a:xfrm>
            <a:off x="1706513" y="1039044"/>
            <a:ext cx="5060429" cy="5060429"/>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1"/>
          <p:cNvSpPr>
            <a:spLocks noGrp="1"/>
          </p:cNvSpPr>
          <p:nvPr>
            <p:ph type="title" hasCustomPrompt="1"/>
          </p:nvPr>
        </p:nvSpPr>
        <p:spPr>
          <a:xfrm>
            <a:off x="7545905" y="1111052"/>
            <a:ext cx="9577064" cy="1350907"/>
          </a:xfrm>
        </p:spPr>
        <p:txBody>
          <a:bodyPr anchor="b">
            <a:normAutofit/>
          </a:bodyPr>
          <a:lstStyle>
            <a:lvl1pPr>
              <a:defRPr sz="6600" baseline="0">
                <a:solidFill>
                  <a:schemeClr val="tx2"/>
                </a:solidFill>
                <a:latin typeface="Route 159 UltraLight" pitchFamily="50" charset="0"/>
              </a:defRPr>
            </a:lvl1pPr>
          </a:lstStyle>
          <a:p>
            <a:r>
              <a:rPr kumimoji="1" lang="en-US" altLang="ja-JP" dirty="0"/>
              <a:t>Text goes here</a:t>
            </a:r>
            <a:endParaRPr kumimoji="1" lang="ja-JP" altLang="en-US" dirty="0"/>
          </a:p>
        </p:txBody>
      </p:sp>
      <p:sp>
        <p:nvSpPr>
          <p:cNvPr id="4" name="正方形/長方形 3"/>
          <p:cNvSpPr/>
          <p:nvPr userDrawn="1"/>
        </p:nvSpPr>
        <p:spPr>
          <a:xfrm>
            <a:off x="7689921" y="2477183"/>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プレースホルダー 6"/>
          <p:cNvSpPr>
            <a:spLocks noGrp="1"/>
          </p:cNvSpPr>
          <p:nvPr>
            <p:ph type="body" sz="quarter" idx="16" hasCustomPrompt="1"/>
          </p:nvPr>
        </p:nvSpPr>
        <p:spPr>
          <a:xfrm>
            <a:off x="7545905" y="2549853"/>
            <a:ext cx="9577064" cy="935442"/>
          </a:xfrm>
        </p:spPr>
        <p:txBody>
          <a:bodyPr anchor="t">
            <a:noAutofit/>
          </a:bodyPr>
          <a:lstStyle>
            <a:lvl1pPr algn="l">
              <a:defRPr sz="3200" i="1" baseline="0">
                <a:solidFill>
                  <a:schemeClr val="accent1">
                    <a:lumMod val="75000"/>
                  </a:schemeClr>
                </a:solidFill>
                <a:latin typeface="+mn-lt"/>
              </a:defRPr>
            </a:lvl1pPr>
          </a:lstStyle>
          <a:p>
            <a:pPr lvl="0"/>
            <a:r>
              <a:rPr kumimoji="1" lang="en-US" altLang="ja-JP" dirty="0"/>
              <a:t>Text goes here</a:t>
            </a:r>
            <a:endParaRPr kumimoji="1" lang="ja-JP" altLang="en-US" dirty="0"/>
          </a:p>
        </p:txBody>
      </p:sp>
      <p:sp>
        <p:nvSpPr>
          <p:cNvPr id="7" name="図プレースホルダー 5"/>
          <p:cNvSpPr>
            <a:spLocks noGrp="1"/>
          </p:cNvSpPr>
          <p:nvPr>
            <p:ph type="pic" sz="quarter" idx="13" hasCustomPrompt="1"/>
          </p:nvPr>
        </p:nvSpPr>
        <p:spPr>
          <a:xfrm>
            <a:off x="1870398" y="1163191"/>
            <a:ext cx="4916413" cy="491641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8" name="円/楕円 7"/>
          <p:cNvSpPr/>
          <p:nvPr userDrawn="1"/>
        </p:nvSpPr>
        <p:spPr>
          <a:xfrm>
            <a:off x="8104770" y="3838753"/>
            <a:ext cx="1296145" cy="12961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図プレースホルダー 12"/>
          <p:cNvSpPr>
            <a:spLocks noGrp="1"/>
          </p:cNvSpPr>
          <p:nvPr>
            <p:ph type="pic" sz="quarter" idx="17" hasCustomPrompt="1"/>
          </p:nvPr>
        </p:nvSpPr>
        <p:spPr>
          <a:xfrm>
            <a:off x="8440247" y="4174230"/>
            <a:ext cx="625191" cy="625191"/>
          </a:xfrm>
        </p:spPr>
        <p:txBody>
          <a:bodyPr>
            <a:normAutofit/>
          </a:bodyPr>
          <a:lstStyle>
            <a:lvl1pPr>
              <a:defRPr sz="1600"/>
            </a:lvl1pPr>
          </a:lstStyle>
          <a:p>
            <a:r>
              <a:rPr kumimoji="1" lang="en-US" altLang="ja-JP" dirty="0"/>
              <a:t>Icon</a:t>
            </a:r>
            <a:endParaRPr kumimoji="1" lang="ja-JP" altLang="en-US" dirty="0"/>
          </a:p>
        </p:txBody>
      </p:sp>
      <p:sp>
        <p:nvSpPr>
          <p:cNvPr id="10" name="円/楕円 9"/>
          <p:cNvSpPr/>
          <p:nvPr userDrawn="1"/>
        </p:nvSpPr>
        <p:spPr>
          <a:xfrm>
            <a:off x="10720458" y="3838752"/>
            <a:ext cx="1296145" cy="129614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13319670" y="3838751"/>
            <a:ext cx="1296145" cy="129614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図プレースホルダー 12"/>
          <p:cNvSpPr>
            <a:spLocks noGrp="1"/>
          </p:cNvSpPr>
          <p:nvPr>
            <p:ph type="pic" sz="quarter" idx="18" hasCustomPrompt="1"/>
          </p:nvPr>
        </p:nvSpPr>
        <p:spPr>
          <a:xfrm>
            <a:off x="11055935" y="4174229"/>
            <a:ext cx="625191" cy="625191"/>
          </a:xfrm>
        </p:spPr>
        <p:txBody>
          <a:bodyPr>
            <a:normAutofit/>
          </a:bodyPr>
          <a:lstStyle>
            <a:lvl1pPr>
              <a:defRPr sz="1600"/>
            </a:lvl1pPr>
          </a:lstStyle>
          <a:p>
            <a:r>
              <a:rPr kumimoji="1" lang="en-US" altLang="ja-JP" dirty="0"/>
              <a:t>Icon</a:t>
            </a:r>
            <a:endParaRPr kumimoji="1" lang="ja-JP" altLang="en-US" dirty="0"/>
          </a:p>
        </p:txBody>
      </p:sp>
      <p:sp>
        <p:nvSpPr>
          <p:cNvPr id="13" name="図プレースホルダー 12"/>
          <p:cNvSpPr>
            <a:spLocks noGrp="1"/>
          </p:cNvSpPr>
          <p:nvPr>
            <p:ph type="pic" sz="quarter" idx="19" hasCustomPrompt="1"/>
          </p:nvPr>
        </p:nvSpPr>
        <p:spPr>
          <a:xfrm>
            <a:off x="13655147" y="4174228"/>
            <a:ext cx="625191" cy="625191"/>
          </a:xfrm>
        </p:spPr>
        <p:txBody>
          <a:bodyPr>
            <a:normAutofit/>
          </a:bodyPr>
          <a:lstStyle>
            <a:lvl1pPr>
              <a:defRPr sz="1600"/>
            </a:lvl1pPr>
          </a:lstStyle>
          <a:p>
            <a:r>
              <a:rPr kumimoji="1" lang="en-US" altLang="ja-JP" dirty="0"/>
              <a:t>Icon</a:t>
            </a:r>
            <a:endParaRPr kumimoji="1" lang="ja-JP" altLang="en-US" dirty="0"/>
          </a:p>
        </p:txBody>
      </p:sp>
      <p:sp>
        <p:nvSpPr>
          <p:cNvPr id="14" name="テキスト プレースホルダー 6"/>
          <p:cNvSpPr>
            <a:spLocks noGrp="1"/>
          </p:cNvSpPr>
          <p:nvPr>
            <p:ph type="body" sz="quarter" idx="20" hasCustomPrompt="1"/>
          </p:nvPr>
        </p:nvSpPr>
        <p:spPr>
          <a:xfrm>
            <a:off x="7541830" y="5279575"/>
            <a:ext cx="2448272" cy="935442"/>
          </a:xfrm>
        </p:spPr>
        <p:txBody>
          <a:bodyPr anchor="t">
            <a:noAutofit/>
          </a:bodyPr>
          <a:lstStyle>
            <a:lvl1pPr algn="ctr">
              <a:defRPr sz="2400" i="0" baseline="0">
                <a:solidFill>
                  <a:schemeClr val="accent3"/>
                </a:solidFill>
                <a:latin typeface="+mn-lt"/>
              </a:defRPr>
            </a:lvl1pPr>
          </a:lstStyle>
          <a:p>
            <a:pPr lvl="0"/>
            <a:r>
              <a:rPr kumimoji="1" lang="en-US" altLang="ja-JP" dirty="0"/>
              <a:t>Text goes here</a:t>
            </a:r>
            <a:endParaRPr kumimoji="1" lang="ja-JP" altLang="en-US" dirty="0"/>
          </a:p>
        </p:txBody>
      </p:sp>
      <p:sp>
        <p:nvSpPr>
          <p:cNvPr id="15" name="テキスト プレースホルダー 6"/>
          <p:cNvSpPr>
            <a:spLocks noGrp="1"/>
          </p:cNvSpPr>
          <p:nvPr>
            <p:ph type="body" sz="quarter" idx="21" hasCustomPrompt="1"/>
          </p:nvPr>
        </p:nvSpPr>
        <p:spPr>
          <a:xfrm>
            <a:off x="10151318" y="5279575"/>
            <a:ext cx="2448272" cy="935442"/>
          </a:xfrm>
        </p:spPr>
        <p:txBody>
          <a:bodyPr anchor="t">
            <a:noAutofit/>
          </a:bodyPr>
          <a:lstStyle>
            <a:lvl1pPr algn="ctr">
              <a:defRPr sz="2400" i="0" baseline="0">
                <a:solidFill>
                  <a:schemeClr val="accent2"/>
                </a:solidFill>
                <a:latin typeface="+mn-lt"/>
              </a:defRPr>
            </a:lvl1pPr>
          </a:lstStyle>
          <a:p>
            <a:pPr lvl="0"/>
            <a:r>
              <a:rPr kumimoji="1" lang="en-US" altLang="ja-JP" dirty="0"/>
              <a:t>Text goes here</a:t>
            </a:r>
            <a:endParaRPr kumimoji="1" lang="ja-JP" altLang="en-US" dirty="0"/>
          </a:p>
        </p:txBody>
      </p:sp>
      <p:sp>
        <p:nvSpPr>
          <p:cNvPr id="16" name="テキスト プレースホルダー 6"/>
          <p:cNvSpPr>
            <a:spLocks noGrp="1"/>
          </p:cNvSpPr>
          <p:nvPr>
            <p:ph type="body" sz="quarter" idx="22" hasCustomPrompt="1"/>
          </p:nvPr>
        </p:nvSpPr>
        <p:spPr>
          <a:xfrm>
            <a:off x="12743606" y="5277230"/>
            <a:ext cx="2448272" cy="935442"/>
          </a:xfrm>
        </p:spPr>
        <p:txBody>
          <a:bodyPr anchor="t">
            <a:noAutofit/>
          </a:bodyPr>
          <a:lstStyle>
            <a:lvl1pPr algn="ctr">
              <a:defRPr sz="2400" i="0" baseline="0">
                <a:solidFill>
                  <a:schemeClr val="accent5"/>
                </a:solidFill>
                <a:latin typeface="+mn-lt"/>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p:ph type="body" sz="quarter" idx="14" hasCustomPrompt="1"/>
          </p:nvPr>
        </p:nvSpPr>
        <p:spPr>
          <a:xfrm>
            <a:off x="1192885" y="6295628"/>
            <a:ext cx="15900643" cy="2016224"/>
          </a:xfrm>
        </p:spPr>
        <p:txBody>
          <a:bodyPr anchor="ctr">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8" name="正方形/長方形 17"/>
          <p:cNvSpPr/>
          <p:nvPr userDrawn="1"/>
        </p:nvSpPr>
        <p:spPr>
          <a:xfrm>
            <a:off x="0" y="8527876"/>
            <a:ext cx="18286413" cy="17591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図プレースホルダー 12"/>
          <p:cNvSpPr>
            <a:spLocks noGrp="1"/>
          </p:cNvSpPr>
          <p:nvPr>
            <p:ph type="pic" sz="quarter" idx="23" hasCustomPrompt="1"/>
          </p:nvPr>
        </p:nvSpPr>
        <p:spPr>
          <a:xfrm>
            <a:off x="4016008" y="8773140"/>
            <a:ext cx="625191" cy="625191"/>
          </a:xfrm>
        </p:spPr>
        <p:txBody>
          <a:bodyPr>
            <a:normAutofit/>
          </a:bodyPr>
          <a:lstStyle>
            <a:lvl1pPr>
              <a:defRPr sz="1600"/>
            </a:lvl1pPr>
          </a:lstStyle>
          <a:p>
            <a:r>
              <a:rPr kumimoji="1" lang="en-US" altLang="ja-JP" dirty="0"/>
              <a:t>Icon</a:t>
            </a:r>
            <a:endParaRPr kumimoji="1" lang="ja-JP" altLang="en-US" dirty="0"/>
          </a:p>
        </p:txBody>
      </p:sp>
      <p:sp>
        <p:nvSpPr>
          <p:cNvPr id="20" name="図プレースホルダー 12"/>
          <p:cNvSpPr>
            <a:spLocks noGrp="1"/>
          </p:cNvSpPr>
          <p:nvPr>
            <p:ph type="pic" sz="quarter" idx="24" hasCustomPrompt="1"/>
          </p:nvPr>
        </p:nvSpPr>
        <p:spPr>
          <a:xfrm>
            <a:off x="8827218" y="8773139"/>
            <a:ext cx="625191" cy="625191"/>
          </a:xfrm>
        </p:spPr>
        <p:txBody>
          <a:bodyPr>
            <a:normAutofit/>
          </a:bodyPr>
          <a:lstStyle>
            <a:lvl1pPr>
              <a:defRPr sz="1600"/>
            </a:lvl1pPr>
          </a:lstStyle>
          <a:p>
            <a:r>
              <a:rPr kumimoji="1" lang="en-US" altLang="ja-JP" dirty="0"/>
              <a:t>Icon</a:t>
            </a:r>
            <a:endParaRPr kumimoji="1" lang="ja-JP" altLang="en-US" dirty="0"/>
          </a:p>
        </p:txBody>
      </p:sp>
      <p:sp>
        <p:nvSpPr>
          <p:cNvPr id="21" name="図プレースホルダー 12"/>
          <p:cNvSpPr>
            <a:spLocks noGrp="1"/>
          </p:cNvSpPr>
          <p:nvPr>
            <p:ph type="pic" sz="quarter" idx="25" hasCustomPrompt="1"/>
          </p:nvPr>
        </p:nvSpPr>
        <p:spPr>
          <a:xfrm>
            <a:off x="13607778" y="8773138"/>
            <a:ext cx="625191" cy="625191"/>
          </a:xfrm>
        </p:spPr>
        <p:txBody>
          <a:bodyPr>
            <a:normAutofit/>
          </a:bodyPr>
          <a:lstStyle>
            <a:lvl1pPr>
              <a:defRPr sz="1600"/>
            </a:lvl1pPr>
          </a:lstStyle>
          <a:p>
            <a:r>
              <a:rPr kumimoji="1" lang="en-US" altLang="ja-JP" dirty="0"/>
              <a:t>Icon</a:t>
            </a:r>
            <a:endParaRPr kumimoji="1" lang="ja-JP" altLang="en-US" dirty="0"/>
          </a:p>
        </p:txBody>
      </p:sp>
      <p:sp>
        <p:nvSpPr>
          <p:cNvPr id="22" name="テキスト プレースホルダー 6"/>
          <p:cNvSpPr>
            <a:spLocks noGrp="1"/>
          </p:cNvSpPr>
          <p:nvPr>
            <p:ph type="body" sz="quarter" idx="26" hasCustomPrompt="1"/>
          </p:nvPr>
        </p:nvSpPr>
        <p:spPr>
          <a:xfrm>
            <a:off x="2384388" y="9464642"/>
            <a:ext cx="3950506" cy="575402"/>
          </a:xfrm>
        </p:spPr>
        <p:txBody>
          <a:bodyPr anchor="t">
            <a:noAutofit/>
          </a:bodyPr>
          <a:lstStyle>
            <a:lvl1pPr algn="ctr">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23" name="テキスト プレースホルダー 6"/>
          <p:cNvSpPr>
            <a:spLocks noGrp="1"/>
          </p:cNvSpPr>
          <p:nvPr>
            <p:ph type="body" sz="quarter" idx="27" hasCustomPrompt="1"/>
          </p:nvPr>
        </p:nvSpPr>
        <p:spPr>
          <a:xfrm>
            <a:off x="7164560" y="9464642"/>
            <a:ext cx="3950506" cy="575402"/>
          </a:xfrm>
        </p:spPr>
        <p:txBody>
          <a:bodyPr anchor="t">
            <a:noAutofit/>
          </a:bodyPr>
          <a:lstStyle>
            <a:lvl1pPr algn="ctr">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8" hasCustomPrompt="1"/>
          </p:nvPr>
        </p:nvSpPr>
        <p:spPr>
          <a:xfrm>
            <a:off x="11961452" y="9464642"/>
            <a:ext cx="3950506" cy="575402"/>
          </a:xfrm>
        </p:spPr>
        <p:txBody>
          <a:bodyPr anchor="t">
            <a:noAutofit/>
          </a:bodyPr>
          <a:lstStyle>
            <a:lvl1pPr algn="ctr">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25" name="円/楕円 24"/>
          <p:cNvSpPr/>
          <p:nvPr userDrawn="1"/>
        </p:nvSpPr>
        <p:spPr>
          <a:xfrm>
            <a:off x="574254" y="1019175"/>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6" name="円/楕円 25"/>
          <p:cNvSpPr/>
          <p:nvPr userDrawn="1"/>
        </p:nvSpPr>
        <p:spPr>
          <a:xfrm>
            <a:off x="1952340" y="1066981"/>
            <a:ext cx="432048" cy="43204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2" name="正方形/長方形 31"/>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33"/>
          <p:cNvSpPr/>
          <p:nvPr userDrawn="1"/>
        </p:nvSpPr>
        <p:spPr>
          <a:xfrm>
            <a:off x="7102660" y="4288481"/>
            <a:ext cx="486995" cy="4869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Tree>
    <p:extLst>
      <p:ext uri="{BB962C8B-B14F-4D97-AF65-F5344CB8AC3E}">
        <p14:creationId xmlns:p14="http://schemas.microsoft.com/office/powerpoint/2010/main" val="203803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750"/>
                                        <p:tgtEl>
                                          <p:spTgt spid="25"/>
                                        </p:tgtEl>
                                      </p:cBhvr>
                                    </p:animEffect>
                                    <p:anim calcmode="lin" valueType="num">
                                      <p:cBhvr>
                                        <p:cTn id="8" dur="750" fill="hold"/>
                                        <p:tgtEl>
                                          <p:spTgt spid="25"/>
                                        </p:tgtEl>
                                        <p:attrNameLst>
                                          <p:attrName>ppt_w</p:attrName>
                                        </p:attrNameLst>
                                      </p:cBhvr>
                                      <p:tavLst>
                                        <p:tav tm="0" fmla="#ppt_w*sin(2.5*pi*$)">
                                          <p:val>
                                            <p:fltVal val="0"/>
                                          </p:val>
                                        </p:tav>
                                        <p:tav tm="100000">
                                          <p:val>
                                            <p:fltVal val="1"/>
                                          </p:val>
                                        </p:tav>
                                      </p:tavLst>
                                    </p:anim>
                                    <p:anim calcmode="lin" valueType="num">
                                      <p:cBhvr>
                                        <p:cTn id="9" dur="750" fill="hold"/>
                                        <p:tgtEl>
                                          <p:spTgt spid="25"/>
                                        </p:tgtEl>
                                        <p:attrNameLst>
                                          <p:attrName>ppt_h</p:attrName>
                                        </p:attrNameLst>
                                      </p:cBhvr>
                                      <p:tavLst>
                                        <p:tav tm="0">
                                          <p:val>
                                            <p:strVal val="#ppt_h"/>
                                          </p:val>
                                        </p:tav>
                                        <p:tav tm="100000">
                                          <p:val>
                                            <p:strVal val="#ppt_h"/>
                                          </p:val>
                                        </p:tav>
                                      </p:tavLst>
                                    </p:anim>
                                  </p:childTnLst>
                                </p:cTn>
                              </p:par>
                              <p:par>
                                <p:cTn id="10" presetID="2" presetClass="entr" presetSubtype="12" decel="100000" fill="hold" grpId="1" nodeType="with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750" fill="hold"/>
                                        <p:tgtEl>
                                          <p:spTgt spid="25"/>
                                        </p:tgtEl>
                                        <p:attrNameLst>
                                          <p:attrName>ppt_x</p:attrName>
                                        </p:attrNameLst>
                                      </p:cBhvr>
                                      <p:tavLst>
                                        <p:tav tm="0">
                                          <p:val>
                                            <p:strVal val="0-#ppt_w/2"/>
                                          </p:val>
                                        </p:tav>
                                        <p:tav tm="100000">
                                          <p:val>
                                            <p:strVal val="#ppt_x"/>
                                          </p:val>
                                        </p:tav>
                                      </p:tavLst>
                                    </p:anim>
                                    <p:anim calcmode="lin" valueType="num">
                                      <p:cBhvr additive="base">
                                        <p:cTn id="13" dur="750" fill="hold"/>
                                        <p:tgtEl>
                                          <p:spTgt spid="25"/>
                                        </p:tgtEl>
                                        <p:attrNameLst>
                                          <p:attrName>ppt_y</p:attrName>
                                        </p:attrNameLst>
                                      </p:cBhvr>
                                      <p:tavLst>
                                        <p:tav tm="0">
                                          <p:val>
                                            <p:strVal val="1+#ppt_h/2"/>
                                          </p:val>
                                        </p:tav>
                                        <p:tav tm="100000">
                                          <p:val>
                                            <p:strVal val="#ppt_y"/>
                                          </p:val>
                                        </p:tav>
                                      </p:tavLst>
                                    </p:anim>
                                  </p:childTnLst>
                                </p:cTn>
                              </p:par>
                              <p:par>
                                <p:cTn id="14" presetID="45" presetClass="entr" presetSubtype="0" fill="hold" grpId="0" nodeType="withEffect">
                                  <p:stCondLst>
                                    <p:cond delay="10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750"/>
                                        <p:tgtEl>
                                          <p:spTgt spid="28"/>
                                        </p:tgtEl>
                                      </p:cBhvr>
                                    </p:animEffect>
                                    <p:anim calcmode="lin" valueType="num">
                                      <p:cBhvr>
                                        <p:cTn id="17" dur="750" fill="hold"/>
                                        <p:tgtEl>
                                          <p:spTgt spid="28"/>
                                        </p:tgtEl>
                                        <p:attrNameLst>
                                          <p:attrName>ppt_w</p:attrName>
                                        </p:attrNameLst>
                                      </p:cBhvr>
                                      <p:tavLst>
                                        <p:tav tm="0" fmla="#ppt_w*sin(2.5*pi*$)">
                                          <p:val>
                                            <p:fltVal val="0"/>
                                          </p:val>
                                        </p:tav>
                                        <p:tav tm="100000">
                                          <p:val>
                                            <p:fltVal val="1"/>
                                          </p:val>
                                        </p:tav>
                                      </p:tavLst>
                                    </p:anim>
                                    <p:anim calcmode="lin" valueType="num">
                                      <p:cBhvr>
                                        <p:cTn id="18" dur="750" fill="hold"/>
                                        <p:tgtEl>
                                          <p:spTgt spid="28"/>
                                        </p:tgtEl>
                                        <p:attrNameLst>
                                          <p:attrName>ppt_h</p:attrName>
                                        </p:attrNameLst>
                                      </p:cBhvr>
                                      <p:tavLst>
                                        <p:tav tm="0">
                                          <p:val>
                                            <p:strVal val="#ppt_h"/>
                                          </p:val>
                                        </p:tav>
                                        <p:tav tm="100000">
                                          <p:val>
                                            <p:strVal val="#ppt_h"/>
                                          </p:val>
                                        </p:tav>
                                      </p:tavLst>
                                    </p:anim>
                                  </p:childTnLst>
                                </p:cTn>
                              </p:par>
                              <p:par>
                                <p:cTn id="19" presetID="2" presetClass="entr" presetSubtype="12" decel="100000" fill="hold" grpId="1" nodeType="withEffect">
                                  <p:stCondLst>
                                    <p:cond delay="100"/>
                                  </p:stCondLst>
                                  <p:childTnLst>
                                    <p:set>
                                      <p:cBhvr>
                                        <p:cTn id="20" dur="1" fill="hold">
                                          <p:stCondLst>
                                            <p:cond delay="0"/>
                                          </p:stCondLst>
                                        </p:cTn>
                                        <p:tgtEl>
                                          <p:spTgt spid="28"/>
                                        </p:tgtEl>
                                        <p:attrNameLst>
                                          <p:attrName>style.visibility</p:attrName>
                                        </p:attrNameLst>
                                      </p:cBhvr>
                                      <p:to>
                                        <p:strVal val="visible"/>
                                      </p:to>
                                    </p:set>
                                    <p:anim calcmode="lin" valueType="num">
                                      <p:cBhvr additive="base">
                                        <p:cTn id="21" dur="750" fill="hold"/>
                                        <p:tgtEl>
                                          <p:spTgt spid="28"/>
                                        </p:tgtEl>
                                        <p:attrNameLst>
                                          <p:attrName>ppt_x</p:attrName>
                                        </p:attrNameLst>
                                      </p:cBhvr>
                                      <p:tavLst>
                                        <p:tav tm="0">
                                          <p:val>
                                            <p:strVal val="0-#ppt_w/2"/>
                                          </p:val>
                                        </p:tav>
                                        <p:tav tm="100000">
                                          <p:val>
                                            <p:strVal val="#ppt_x"/>
                                          </p:val>
                                        </p:tav>
                                      </p:tavLst>
                                    </p:anim>
                                    <p:anim calcmode="lin" valueType="num">
                                      <p:cBhvr additive="base">
                                        <p:cTn id="22" dur="750" fill="hold"/>
                                        <p:tgtEl>
                                          <p:spTgt spid="28"/>
                                        </p:tgtEl>
                                        <p:attrNameLst>
                                          <p:attrName>ppt_y</p:attrName>
                                        </p:attrNameLst>
                                      </p:cBhvr>
                                      <p:tavLst>
                                        <p:tav tm="0">
                                          <p:val>
                                            <p:strVal val="1+#ppt_h/2"/>
                                          </p:val>
                                        </p:tav>
                                        <p:tav tm="100000">
                                          <p:val>
                                            <p:strVal val="#ppt_y"/>
                                          </p:val>
                                        </p:tav>
                                      </p:tavLst>
                                    </p:anim>
                                  </p:childTnLst>
                                </p:cTn>
                              </p:par>
                              <p:par>
                                <p:cTn id="23" presetID="45" presetClass="entr" presetSubtype="0" fill="hold" grpId="0" nodeType="withEffect">
                                  <p:stCondLst>
                                    <p:cond delay="2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750"/>
                                        <p:tgtEl>
                                          <p:spTgt spid="26"/>
                                        </p:tgtEl>
                                      </p:cBhvr>
                                    </p:animEffect>
                                    <p:anim calcmode="lin" valueType="num">
                                      <p:cBhvr>
                                        <p:cTn id="26" dur="750" fill="hold"/>
                                        <p:tgtEl>
                                          <p:spTgt spid="26"/>
                                        </p:tgtEl>
                                        <p:attrNameLst>
                                          <p:attrName>ppt_w</p:attrName>
                                        </p:attrNameLst>
                                      </p:cBhvr>
                                      <p:tavLst>
                                        <p:tav tm="0" fmla="#ppt_w*sin(2.5*pi*$)">
                                          <p:val>
                                            <p:fltVal val="0"/>
                                          </p:val>
                                        </p:tav>
                                        <p:tav tm="100000">
                                          <p:val>
                                            <p:fltVal val="1"/>
                                          </p:val>
                                        </p:tav>
                                      </p:tavLst>
                                    </p:anim>
                                    <p:anim calcmode="lin" valueType="num">
                                      <p:cBhvr>
                                        <p:cTn id="27" dur="750" fill="hold"/>
                                        <p:tgtEl>
                                          <p:spTgt spid="26"/>
                                        </p:tgtEl>
                                        <p:attrNameLst>
                                          <p:attrName>ppt_h</p:attrName>
                                        </p:attrNameLst>
                                      </p:cBhvr>
                                      <p:tavLst>
                                        <p:tav tm="0">
                                          <p:val>
                                            <p:strVal val="#ppt_h"/>
                                          </p:val>
                                        </p:tav>
                                        <p:tav tm="100000">
                                          <p:val>
                                            <p:strVal val="#ppt_h"/>
                                          </p:val>
                                        </p:tav>
                                      </p:tavLst>
                                    </p:anim>
                                  </p:childTnLst>
                                </p:cTn>
                              </p:par>
                              <p:par>
                                <p:cTn id="28" presetID="2" presetClass="entr" presetSubtype="12" decel="100000" fill="hold" grpId="1" nodeType="withEffect">
                                  <p:stCondLst>
                                    <p:cond delay="20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750" fill="hold"/>
                                        <p:tgtEl>
                                          <p:spTgt spid="26"/>
                                        </p:tgtEl>
                                        <p:attrNameLst>
                                          <p:attrName>ppt_x</p:attrName>
                                        </p:attrNameLst>
                                      </p:cBhvr>
                                      <p:tavLst>
                                        <p:tav tm="0">
                                          <p:val>
                                            <p:strVal val="0-#ppt_w/2"/>
                                          </p:val>
                                        </p:tav>
                                        <p:tav tm="100000">
                                          <p:val>
                                            <p:strVal val="#ppt_x"/>
                                          </p:val>
                                        </p:tav>
                                      </p:tavLst>
                                    </p:anim>
                                    <p:anim calcmode="lin" valueType="num">
                                      <p:cBhvr additive="base">
                                        <p:cTn id="31" dur="750" fill="hold"/>
                                        <p:tgtEl>
                                          <p:spTgt spid="26"/>
                                        </p:tgtEl>
                                        <p:attrNameLst>
                                          <p:attrName>ppt_y</p:attrName>
                                        </p:attrNameLst>
                                      </p:cBhvr>
                                      <p:tavLst>
                                        <p:tav tm="0">
                                          <p:val>
                                            <p:strVal val="1+#ppt_h/2"/>
                                          </p:val>
                                        </p:tav>
                                        <p:tav tm="100000">
                                          <p:val>
                                            <p:strVal val="#ppt_y"/>
                                          </p:val>
                                        </p:tav>
                                      </p:tavLst>
                                    </p:anim>
                                  </p:childTnLst>
                                </p:cTn>
                              </p:par>
                              <p:par>
                                <p:cTn id="32" presetID="45" presetClass="entr" presetSubtype="0" fill="hold" grpId="0" nodeType="withEffect">
                                  <p:stCondLst>
                                    <p:cond delay="30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750"/>
                                        <p:tgtEl>
                                          <p:spTgt spid="33"/>
                                        </p:tgtEl>
                                      </p:cBhvr>
                                    </p:animEffect>
                                    <p:anim calcmode="lin" valueType="num">
                                      <p:cBhvr>
                                        <p:cTn id="35" dur="750" fill="hold"/>
                                        <p:tgtEl>
                                          <p:spTgt spid="33"/>
                                        </p:tgtEl>
                                        <p:attrNameLst>
                                          <p:attrName>ppt_w</p:attrName>
                                        </p:attrNameLst>
                                      </p:cBhvr>
                                      <p:tavLst>
                                        <p:tav tm="0" fmla="#ppt_w*sin(2.5*pi*$)">
                                          <p:val>
                                            <p:fltVal val="0"/>
                                          </p:val>
                                        </p:tav>
                                        <p:tav tm="100000">
                                          <p:val>
                                            <p:fltVal val="1"/>
                                          </p:val>
                                        </p:tav>
                                      </p:tavLst>
                                    </p:anim>
                                    <p:anim calcmode="lin" valueType="num">
                                      <p:cBhvr>
                                        <p:cTn id="36" dur="750" fill="hold"/>
                                        <p:tgtEl>
                                          <p:spTgt spid="33"/>
                                        </p:tgtEl>
                                        <p:attrNameLst>
                                          <p:attrName>ppt_h</p:attrName>
                                        </p:attrNameLst>
                                      </p:cBhvr>
                                      <p:tavLst>
                                        <p:tav tm="0">
                                          <p:val>
                                            <p:strVal val="#ppt_h"/>
                                          </p:val>
                                        </p:tav>
                                        <p:tav tm="100000">
                                          <p:val>
                                            <p:strVal val="#ppt_h"/>
                                          </p:val>
                                        </p:tav>
                                      </p:tavLst>
                                    </p:anim>
                                  </p:childTnLst>
                                </p:cTn>
                              </p:par>
                              <p:par>
                                <p:cTn id="37" presetID="2" presetClass="entr" presetSubtype="12" decel="100000" fill="hold" grpId="1" nodeType="withEffect">
                                  <p:stCondLst>
                                    <p:cond delay="300"/>
                                  </p:stCondLst>
                                  <p:childTnLst>
                                    <p:set>
                                      <p:cBhvr>
                                        <p:cTn id="38" dur="1" fill="hold">
                                          <p:stCondLst>
                                            <p:cond delay="0"/>
                                          </p:stCondLst>
                                        </p:cTn>
                                        <p:tgtEl>
                                          <p:spTgt spid="33"/>
                                        </p:tgtEl>
                                        <p:attrNameLst>
                                          <p:attrName>style.visibility</p:attrName>
                                        </p:attrNameLst>
                                      </p:cBhvr>
                                      <p:to>
                                        <p:strVal val="visible"/>
                                      </p:to>
                                    </p:set>
                                    <p:anim calcmode="lin" valueType="num">
                                      <p:cBhvr additive="base">
                                        <p:cTn id="39" dur="750" fill="hold"/>
                                        <p:tgtEl>
                                          <p:spTgt spid="33"/>
                                        </p:tgtEl>
                                        <p:attrNameLst>
                                          <p:attrName>ppt_x</p:attrName>
                                        </p:attrNameLst>
                                      </p:cBhvr>
                                      <p:tavLst>
                                        <p:tav tm="0">
                                          <p:val>
                                            <p:strVal val="0-#ppt_w/2"/>
                                          </p:val>
                                        </p:tav>
                                        <p:tav tm="100000">
                                          <p:val>
                                            <p:strVal val="#ppt_x"/>
                                          </p:val>
                                        </p:tav>
                                      </p:tavLst>
                                    </p:anim>
                                    <p:anim calcmode="lin" valueType="num">
                                      <p:cBhvr additive="base">
                                        <p:cTn id="40" dur="750" fill="hold"/>
                                        <p:tgtEl>
                                          <p:spTgt spid="33"/>
                                        </p:tgtEl>
                                        <p:attrNameLst>
                                          <p:attrName>ppt_y</p:attrName>
                                        </p:attrNameLst>
                                      </p:cBhvr>
                                      <p:tavLst>
                                        <p:tav tm="0">
                                          <p:val>
                                            <p:strVal val="1+#ppt_h/2"/>
                                          </p:val>
                                        </p:tav>
                                        <p:tav tm="100000">
                                          <p:val>
                                            <p:strVal val="#ppt_y"/>
                                          </p:val>
                                        </p:tav>
                                      </p:tavLst>
                                    </p:anim>
                                  </p:childTnLst>
                                </p:cTn>
                              </p:par>
                              <p:par>
                                <p:cTn id="41" presetID="45" presetClass="entr" presetSubtype="0" fill="hold" grpId="0" nodeType="withEffect">
                                  <p:stCondLst>
                                    <p:cond delay="40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750"/>
                                        <p:tgtEl>
                                          <p:spTgt spid="34"/>
                                        </p:tgtEl>
                                      </p:cBhvr>
                                    </p:animEffect>
                                    <p:anim calcmode="lin" valueType="num">
                                      <p:cBhvr>
                                        <p:cTn id="44" dur="750" fill="hold"/>
                                        <p:tgtEl>
                                          <p:spTgt spid="34"/>
                                        </p:tgtEl>
                                        <p:attrNameLst>
                                          <p:attrName>ppt_w</p:attrName>
                                        </p:attrNameLst>
                                      </p:cBhvr>
                                      <p:tavLst>
                                        <p:tav tm="0" fmla="#ppt_w*sin(2.5*pi*$)">
                                          <p:val>
                                            <p:fltVal val="0"/>
                                          </p:val>
                                        </p:tav>
                                        <p:tav tm="100000">
                                          <p:val>
                                            <p:fltVal val="1"/>
                                          </p:val>
                                        </p:tav>
                                      </p:tavLst>
                                    </p:anim>
                                    <p:anim calcmode="lin" valueType="num">
                                      <p:cBhvr>
                                        <p:cTn id="45" dur="750" fill="hold"/>
                                        <p:tgtEl>
                                          <p:spTgt spid="34"/>
                                        </p:tgtEl>
                                        <p:attrNameLst>
                                          <p:attrName>ppt_h</p:attrName>
                                        </p:attrNameLst>
                                      </p:cBhvr>
                                      <p:tavLst>
                                        <p:tav tm="0">
                                          <p:val>
                                            <p:strVal val="#ppt_h"/>
                                          </p:val>
                                        </p:tav>
                                        <p:tav tm="100000">
                                          <p:val>
                                            <p:strVal val="#ppt_h"/>
                                          </p:val>
                                        </p:tav>
                                      </p:tavLst>
                                    </p:anim>
                                  </p:childTnLst>
                                </p:cTn>
                              </p:par>
                              <p:par>
                                <p:cTn id="46" presetID="2" presetClass="entr" presetSubtype="12" decel="100000" fill="hold" grpId="1" nodeType="withEffect">
                                  <p:stCondLst>
                                    <p:cond delay="400"/>
                                  </p:stCondLst>
                                  <p:childTnLst>
                                    <p:set>
                                      <p:cBhvr>
                                        <p:cTn id="47" dur="1" fill="hold">
                                          <p:stCondLst>
                                            <p:cond delay="0"/>
                                          </p:stCondLst>
                                        </p:cTn>
                                        <p:tgtEl>
                                          <p:spTgt spid="34"/>
                                        </p:tgtEl>
                                        <p:attrNameLst>
                                          <p:attrName>style.visibility</p:attrName>
                                        </p:attrNameLst>
                                      </p:cBhvr>
                                      <p:to>
                                        <p:strVal val="visible"/>
                                      </p:to>
                                    </p:set>
                                    <p:anim calcmode="lin" valueType="num">
                                      <p:cBhvr additive="base">
                                        <p:cTn id="48" dur="750" fill="hold"/>
                                        <p:tgtEl>
                                          <p:spTgt spid="34"/>
                                        </p:tgtEl>
                                        <p:attrNameLst>
                                          <p:attrName>ppt_x</p:attrName>
                                        </p:attrNameLst>
                                      </p:cBhvr>
                                      <p:tavLst>
                                        <p:tav tm="0">
                                          <p:val>
                                            <p:strVal val="0-#ppt_w/2"/>
                                          </p:val>
                                        </p:tav>
                                        <p:tav tm="100000">
                                          <p:val>
                                            <p:strVal val="#ppt_x"/>
                                          </p:val>
                                        </p:tav>
                                      </p:tavLst>
                                    </p:anim>
                                    <p:anim calcmode="lin" valueType="num">
                                      <p:cBhvr additive="base">
                                        <p:cTn id="49" dur="750" fill="hold"/>
                                        <p:tgtEl>
                                          <p:spTgt spid="34"/>
                                        </p:tgtEl>
                                        <p:attrNameLst>
                                          <p:attrName>ppt_y</p:attrName>
                                        </p:attrNameLst>
                                      </p:cBhvr>
                                      <p:tavLst>
                                        <p:tav tm="0">
                                          <p:val>
                                            <p:strVal val="1+#ppt_h/2"/>
                                          </p:val>
                                        </p:tav>
                                        <p:tav tm="100000">
                                          <p:val>
                                            <p:strVal val="#ppt_y"/>
                                          </p:val>
                                        </p:tav>
                                      </p:tavLst>
                                    </p:anim>
                                  </p:childTnLst>
                                </p:cTn>
                              </p:par>
                              <p:par>
                                <p:cTn id="50" presetID="10" presetClass="entr" presetSubtype="0" fill="hold" grpId="0" nodeType="withEffect">
                                  <p:stCondLst>
                                    <p:cond delay="40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1000"/>
                                        <p:tgtEl>
                                          <p:spTgt spid="6"/>
                                        </p:tgtEl>
                                      </p:cBhvr>
                                    </p:animEffect>
                                  </p:childTnLst>
                                </p:cTn>
                              </p:par>
                              <p:par>
                                <p:cTn id="53" presetID="2" presetClass="entr" presetSubtype="1" decel="100000" fill="hold" grpId="1" nodeType="withEffect">
                                  <p:stCondLst>
                                    <p:cond delay="40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1000" fill="hold"/>
                                        <p:tgtEl>
                                          <p:spTgt spid="6"/>
                                        </p:tgtEl>
                                        <p:attrNameLst>
                                          <p:attrName>ppt_x</p:attrName>
                                        </p:attrNameLst>
                                      </p:cBhvr>
                                      <p:tavLst>
                                        <p:tav tm="0">
                                          <p:val>
                                            <p:strVal val="#ppt_x"/>
                                          </p:val>
                                        </p:tav>
                                        <p:tav tm="100000">
                                          <p:val>
                                            <p:strVal val="#ppt_x"/>
                                          </p:val>
                                        </p:tav>
                                      </p:tavLst>
                                    </p:anim>
                                    <p:anim calcmode="lin" valueType="num">
                                      <p:cBhvr additive="base">
                                        <p:cTn id="56" dur="1000" fill="hold"/>
                                        <p:tgtEl>
                                          <p:spTgt spid="6"/>
                                        </p:tgtEl>
                                        <p:attrNameLst>
                                          <p:attrName>ppt_y</p:attrName>
                                        </p:attrNameLst>
                                      </p:cBhvr>
                                      <p:tavLst>
                                        <p:tav tm="0">
                                          <p:val>
                                            <p:strVal val="0-#ppt_h/2"/>
                                          </p:val>
                                        </p:tav>
                                        <p:tav tm="100000">
                                          <p:val>
                                            <p:strVal val="#ppt_y"/>
                                          </p:val>
                                        </p:tav>
                                      </p:tavLst>
                                    </p:anim>
                                  </p:childTnLst>
                                </p:cTn>
                              </p:par>
                              <p:par>
                                <p:cTn id="57" presetID="10" presetClass="entr" presetSubtype="0" fill="hold" grpId="0" nodeType="withEffect">
                                  <p:stCondLst>
                                    <p:cond delay="50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1000"/>
                                        <p:tgtEl>
                                          <p:spTgt spid="30"/>
                                        </p:tgtEl>
                                      </p:cBhvr>
                                    </p:animEffect>
                                  </p:childTnLst>
                                </p:cTn>
                              </p:par>
                              <p:par>
                                <p:cTn id="60" presetID="2" presetClass="entr" presetSubtype="1" decel="100000" fill="hold" grpId="1" nodeType="withEffect">
                                  <p:stCondLst>
                                    <p:cond delay="500"/>
                                  </p:stCondLst>
                                  <p:childTnLst>
                                    <p:set>
                                      <p:cBhvr>
                                        <p:cTn id="61" dur="1" fill="hold">
                                          <p:stCondLst>
                                            <p:cond delay="0"/>
                                          </p:stCondLst>
                                        </p:cTn>
                                        <p:tgtEl>
                                          <p:spTgt spid="30"/>
                                        </p:tgtEl>
                                        <p:attrNameLst>
                                          <p:attrName>style.visibility</p:attrName>
                                        </p:attrNameLst>
                                      </p:cBhvr>
                                      <p:to>
                                        <p:strVal val="visible"/>
                                      </p:to>
                                    </p:set>
                                    <p:anim calcmode="lin" valueType="num">
                                      <p:cBhvr additive="base">
                                        <p:cTn id="62" dur="1000" fill="hold"/>
                                        <p:tgtEl>
                                          <p:spTgt spid="30"/>
                                        </p:tgtEl>
                                        <p:attrNameLst>
                                          <p:attrName>ppt_x</p:attrName>
                                        </p:attrNameLst>
                                      </p:cBhvr>
                                      <p:tavLst>
                                        <p:tav tm="0">
                                          <p:val>
                                            <p:strVal val="#ppt_x"/>
                                          </p:val>
                                        </p:tav>
                                        <p:tav tm="100000">
                                          <p:val>
                                            <p:strVal val="#ppt_x"/>
                                          </p:val>
                                        </p:tav>
                                      </p:tavLst>
                                    </p:anim>
                                    <p:anim calcmode="lin" valueType="num">
                                      <p:cBhvr additive="base">
                                        <p:cTn id="63" dur="1000" fill="hold"/>
                                        <p:tgtEl>
                                          <p:spTgt spid="30"/>
                                        </p:tgtEl>
                                        <p:attrNameLst>
                                          <p:attrName>ppt_y</p:attrName>
                                        </p:attrNameLst>
                                      </p:cBhvr>
                                      <p:tavLst>
                                        <p:tav tm="0">
                                          <p:val>
                                            <p:strVal val="0-#ppt_h/2"/>
                                          </p:val>
                                        </p:tav>
                                        <p:tav tm="100000">
                                          <p:val>
                                            <p:strVal val="#ppt_y"/>
                                          </p:val>
                                        </p:tav>
                                      </p:tavLst>
                                    </p:anim>
                                  </p:childTnLst>
                                </p:cTn>
                              </p:par>
                              <p:par>
                                <p:cTn id="64" presetID="10" presetClass="entr" presetSubtype="0" fill="hold" grpId="0" nodeType="withEffect">
                                  <p:stCondLst>
                                    <p:cond delay="600"/>
                                  </p:stCondLst>
                                  <p:childTnLst>
                                    <p:set>
                                      <p:cBhvr>
                                        <p:cTn id="65" dur="1" fill="hold">
                                          <p:stCondLst>
                                            <p:cond delay="0"/>
                                          </p:stCondLst>
                                        </p:cTn>
                                        <p:tgtEl>
                                          <p:spTgt spid="7"/>
                                        </p:tgtEl>
                                        <p:attrNameLst>
                                          <p:attrName>style.visibility</p:attrName>
                                        </p:attrNameLst>
                                      </p:cBhvr>
                                      <p:to>
                                        <p:strVal val="visible"/>
                                      </p:to>
                                    </p:set>
                                    <p:animEffect transition="in" filter="fade">
                                      <p:cBhvr>
                                        <p:cTn id="66" dur="1000"/>
                                        <p:tgtEl>
                                          <p:spTgt spid="7"/>
                                        </p:tgtEl>
                                      </p:cBhvr>
                                    </p:animEffect>
                                  </p:childTnLst>
                                </p:cTn>
                              </p:par>
                              <p:par>
                                <p:cTn id="67" presetID="2" presetClass="entr" presetSubtype="1" decel="100000" fill="hold" grpId="1" nodeType="withEffect">
                                  <p:stCondLst>
                                    <p:cond delay="600"/>
                                  </p:stCondLst>
                                  <p:childTnLst>
                                    <p:set>
                                      <p:cBhvr>
                                        <p:cTn id="68" dur="1" fill="hold">
                                          <p:stCondLst>
                                            <p:cond delay="0"/>
                                          </p:stCondLst>
                                        </p:cTn>
                                        <p:tgtEl>
                                          <p:spTgt spid="7"/>
                                        </p:tgtEl>
                                        <p:attrNameLst>
                                          <p:attrName>style.visibility</p:attrName>
                                        </p:attrNameLst>
                                      </p:cBhvr>
                                      <p:to>
                                        <p:strVal val="visible"/>
                                      </p:to>
                                    </p:set>
                                    <p:anim calcmode="lin" valueType="num">
                                      <p:cBhvr additive="base">
                                        <p:cTn id="69" dur="1000" fill="hold"/>
                                        <p:tgtEl>
                                          <p:spTgt spid="7"/>
                                        </p:tgtEl>
                                        <p:attrNameLst>
                                          <p:attrName>ppt_x</p:attrName>
                                        </p:attrNameLst>
                                      </p:cBhvr>
                                      <p:tavLst>
                                        <p:tav tm="0">
                                          <p:val>
                                            <p:strVal val="#ppt_x"/>
                                          </p:val>
                                        </p:tav>
                                        <p:tav tm="100000">
                                          <p:val>
                                            <p:strVal val="#ppt_x"/>
                                          </p:val>
                                        </p:tav>
                                      </p:tavLst>
                                    </p:anim>
                                    <p:anim calcmode="lin" valueType="num">
                                      <p:cBhvr additive="base">
                                        <p:cTn id="70" dur="1000" fill="hold"/>
                                        <p:tgtEl>
                                          <p:spTgt spid="7"/>
                                        </p:tgtEl>
                                        <p:attrNameLst>
                                          <p:attrName>ppt_y</p:attrName>
                                        </p:attrNameLst>
                                      </p:cBhvr>
                                      <p:tavLst>
                                        <p:tav tm="0">
                                          <p:val>
                                            <p:strVal val="0-#ppt_h/2"/>
                                          </p:val>
                                        </p:tav>
                                        <p:tav tm="100000">
                                          <p:val>
                                            <p:strVal val="#ppt_y"/>
                                          </p:val>
                                        </p:tav>
                                      </p:tavLst>
                                    </p:anim>
                                  </p:childTnLst>
                                </p:cTn>
                              </p:par>
                            </p:childTnLst>
                          </p:cTn>
                        </p:par>
                        <p:par>
                          <p:cTn id="71" fill="hold">
                            <p:stCondLst>
                              <p:cond delay="1600"/>
                            </p:stCondLst>
                            <p:childTnLst>
                              <p:par>
                                <p:cTn id="72" presetID="2" presetClass="entr" presetSubtype="3" decel="100000" fill="hold" grpId="0" nodeType="afterEffect">
                                  <p:stCondLst>
                                    <p:cond delay="250"/>
                                  </p:stCondLst>
                                  <p:iterate type="wd">
                                    <p:tmPct val="10000"/>
                                  </p:iterate>
                                  <p:childTnLst>
                                    <p:set>
                                      <p:cBhvr>
                                        <p:cTn id="73" dur="1" fill="hold">
                                          <p:stCondLst>
                                            <p:cond delay="0"/>
                                          </p:stCondLst>
                                        </p:cTn>
                                        <p:tgtEl>
                                          <p:spTgt spid="3"/>
                                        </p:tgtEl>
                                        <p:attrNameLst>
                                          <p:attrName>style.visibility</p:attrName>
                                        </p:attrNameLst>
                                      </p:cBhvr>
                                      <p:to>
                                        <p:strVal val="visible"/>
                                      </p:to>
                                    </p:set>
                                    <p:anim calcmode="lin" valueType="num">
                                      <p:cBhvr additive="base">
                                        <p:cTn id="74" dur="500" fill="hold"/>
                                        <p:tgtEl>
                                          <p:spTgt spid="3"/>
                                        </p:tgtEl>
                                        <p:attrNameLst>
                                          <p:attrName>ppt_x</p:attrName>
                                        </p:attrNameLst>
                                      </p:cBhvr>
                                      <p:tavLst>
                                        <p:tav tm="0">
                                          <p:val>
                                            <p:strVal val="1+#ppt_w/2"/>
                                          </p:val>
                                        </p:tav>
                                        <p:tav tm="100000">
                                          <p:val>
                                            <p:strVal val="#ppt_x"/>
                                          </p:val>
                                        </p:tav>
                                      </p:tavLst>
                                    </p:anim>
                                    <p:anim calcmode="lin" valueType="num">
                                      <p:cBhvr additive="base">
                                        <p:cTn id="75" dur="500" fill="hold"/>
                                        <p:tgtEl>
                                          <p:spTgt spid="3"/>
                                        </p:tgtEl>
                                        <p:attrNameLst>
                                          <p:attrName>ppt_y</p:attrName>
                                        </p:attrNameLst>
                                      </p:cBhvr>
                                      <p:tavLst>
                                        <p:tav tm="0">
                                          <p:val>
                                            <p:strVal val="0-#ppt_h/2"/>
                                          </p:val>
                                        </p:tav>
                                        <p:tav tm="100000">
                                          <p:val>
                                            <p:strVal val="#ppt_y"/>
                                          </p:val>
                                        </p:tav>
                                      </p:tavLst>
                                    </p:anim>
                                  </p:childTnLst>
                                </p:cTn>
                              </p:par>
                              <p:par>
                                <p:cTn id="76" presetID="2" presetClass="entr" presetSubtype="2" decel="100000" fill="hold" grpId="0" nodeType="withEffect">
                                  <p:stCondLst>
                                    <p:cond delay="250"/>
                                  </p:stCondLst>
                                  <p:childTnLst>
                                    <p:set>
                                      <p:cBhvr>
                                        <p:cTn id="77" dur="1" fill="hold">
                                          <p:stCondLst>
                                            <p:cond delay="0"/>
                                          </p:stCondLst>
                                        </p:cTn>
                                        <p:tgtEl>
                                          <p:spTgt spid="4"/>
                                        </p:tgtEl>
                                        <p:attrNameLst>
                                          <p:attrName>style.visibility</p:attrName>
                                        </p:attrNameLst>
                                      </p:cBhvr>
                                      <p:to>
                                        <p:strVal val="visible"/>
                                      </p:to>
                                    </p:set>
                                    <p:anim calcmode="lin" valueType="num">
                                      <p:cBhvr additive="base">
                                        <p:cTn id="78" dur="500" fill="hold"/>
                                        <p:tgtEl>
                                          <p:spTgt spid="4"/>
                                        </p:tgtEl>
                                        <p:attrNameLst>
                                          <p:attrName>ppt_x</p:attrName>
                                        </p:attrNameLst>
                                      </p:cBhvr>
                                      <p:tavLst>
                                        <p:tav tm="0">
                                          <p:val>
                                            <p:strVal val="1+#ppt_w/2"/>
                                          </p:val>
                                        </p:tav>
                                        <p:tav tm="100000">
                                          <p:val>
                                            <p:strVal val="#ppt_x"/>
                                          </p:val>
                                        </p:tav>
                                      </p:tavLst>
                                    </p:anim>
                                    <p:anim calcmode="lin" valueType="num">
                                      <p:cBhvr additive="base">
                                        <p:cTn id="79" dur="500" fill="hold"/>
                                        <p:tgtEl>
                                          <p:spTgt spid="4"/>
                                        </p:tgtEl>
                                        <p:attrNameLst>
                                          <p:attrName>ppt_y</p:attrName>
                                        </p:attrNameLst>
                                      </p:cBhvr>
                                      <p:tavLst>
                                        <p:tav tm="0">
                                          <p:val>
                                            <p:strVal val="#ppt_y"/>
                                          </p:val>
                                        </p:tav>
                                        <p:tav tm="100000">
                                          <p:val>
                                            <p:strVal val="#ppt_y"/>
                                          </p:val>
                                        </p:tav>
                                      </p:tavLst>
                                    </p:anim>
                                  </p:childTnLst>
                                </p:cTn>
                              </p:par>
                            </p:childTnLst>
                          </p:cTn>
                        </p:par>
                        <p:par>
                          <p:cTn id="80" fill="hold">
                            <p:stCondLst>
                              <p:cond delay="2450"/>
                            </p:stCondLst>
                            <p:childTnLst>
                              <p:par>
                                <p:cTn id="81" presetID="22" presetClass="entr" presetSubtype="8" fill="hold" grpId="0" nodeType="afterEffect">
                                  <p:stCondLst>
                                    <p:cond delay="0"/>
                                  </p:stCondLst>
                                  <p:iterate type="lt">
                                    <p:tmPct val="10000"/>
                                  </p:iterate>
                                  <p:childTnLst>
                                    <p:set>
                                      <p:cBhvr>
                                        <p:cTn id="82" dur="1" fill="hold">
                                          <p:stCondLst>
                                            <p:cond delay="0"/>
                                          </p:stCondLst>
                                        </p:cTn>
                                        <p:tgtEl>
                                          <p:spTgt spid="5">
                                            <p:txEl>
                                              <p:pRg st="0" end="0"/>
                                            </p:txEl>
                                          </p:spTgt>
                                        </p:tgtEl>
                                        <p:attrNameLst>
                                          <p:attrName>style.visibility</p:attrName>
                                        </p:attrNameLst>
                                      </p:cBhvr>
                                      <p:to>
                                        <p:strVal val="visible"/>
                                      </p:to>
                                    </p:set>
                                    <p:animEffect transition="in" filter="wipe(left)">
                                      <p:cBhvr>
                                        <p:cTn id="83" dur="500"/>
                                        <p:tgtEl>
                                          <p:spTgt spid="5">
                                            <p:txEl>
                                              <p:pRg st="0" end="0"/>
                                            </p:txEl>
                                          </p:spTgt>
                                        </p:tgtEl>
                                      </p:cBhvr>
                                    </p:animEffect>
                                  </p:childTnLst>
                                </p:cTn>
                              </p:par>
                            </p:childTnLst>
                          </p:cTn>
                        </p:par>
                        <p:par>
                          <p:cTn id="84" fill="hold">
                            <p:stCondLst>
                              <p:cond delay="3500"/>
                            </p:stCondLst>
                            <p:childTnLst>
                              <p:par>
                                <p:cTn id="85" presetID="49" presetClass="entr" presetSubtype="0" decel="100000" fill="hold" grpId="0" nodeType="afterEffect">
                                  <p:stCondLst>
                                    <p:cond delay="0"/>
                                  </p:stCondLst>
                                  <p:childTnLst>
                                    <p:set>
                                      <p:cBhvr>
                                        <p:cTn id="86" dur="1" fill="hold">
                                          <p:stCondLst>
                                            <p:cond delay="0"/>
                                          </p:stCondLst>
                                        </p:cTn>
                                        <p:tgtEl>
                                          <p:spTgt spid="9"/>
                                        </p:tgtEl>
                                        <p:attrNameLst>
                                          <p:attrName>style.visibility</p:attrName>
                                        </p:attrNameLst>
                                      </p:cBhvr>
                                      <p:to>
                                        <p:strVal val="visible"/>
                                      </p:to>
                                    </p:set>
                                    <p:anim calcmode="lin" valueType="num">
                                      <p:cBhvr>
                                        <p:cTn id="87" dur="500" fill="hold"/>
                                        <p:tgtEl>
                                          <p:spTgt spid="9"/>
                                        </p:tgtEl>
                                        <p:attrNameLst>
                                          <p:attrName>ppt_w</p:attrName>
                                        </p:attrNameLst>
                                      </p:cBhvr>
                                      <p:tavLst>
                                        <p:tav tm="0">
                                          <p:val>
                                            <p:fltVal val="0"/>
                                          </p:val>
                                        </p:tav>
                                        <p:tav tm="100000">
                                          <p:val>
                                            <p:strVal val="#ppt_w"/>
                                          </p:val>
                                        </p:tav>
                                      </p:tavLst>
                                    </p:anim>
                                    <p:anim calcmode="lin" valueType="num">
                                      <p:cBhvr>
                                        <p:cTn id="88" dur="500" fill="hold"/>
                                        <p:tgtEl>
                                          <p:spTgt spid="9"/>
                                        </p:tgtEl>
                                        <p:attrNameLst>
                                          <p:attrName>ppt_h</p:attrName>
                                        </p:attrNameLst>
                                      </p:cBhvr>
                                      <p:tavLst>
                                        <p:tav tm="0">
                                          <p:val>
                                            <p:fltVal val="0"/>
                                          </p:val>
                                        </p:tav>
                                        <p:tav tm="100000">
                                          <p:val>
                                            <p:strVal val="#ppt_h"/>
                                          </p:val>
                                        </p:tav>
                                      </p:tavLst>
                                    </p:anim>
                                    <p:anim calcmode="lin" valueType="num">
                                      <p:cBhvr>
                                        <p:cTn id="89" dur="500" fill="hold"/>
                                        <p:tgtEl>
                                          <p:spTgt spid="9"/>
                                        </p:tgtEl>
                                        <p:attrNameLst>
                                          <p:attrName>style.rotation</p:attrName>
                                        </p:attrNameLst>
                                      </p:cBhvr>
                                      <p:tavLst>
                                        <p:tav tm="0">
                                          <p:val>
                                            <p:fltVal val="360"/>
                                          </p:val>
                                        </p:tav>
                                        <p:tav tm="100000">
                                          <p:val>
                                            <p:fltVal val="0"/>
                                          </p:val>
                                        </p:tav>
                                      </p:tavLst>
                                    </p:anim>
                                    <p:animEffect transition="in" filter="fade">
                                      <p:cBhvr>
                                        <p:cTn id="90" dur="500"/>
                                        <p:tgtEl>
                                          <p:spTgt spid="9"/>
                                        </p:tgtEl>
                                      </p:cBhvr>
                                    </p:animEffect>
                                  </p:childTnLst>
                                </p:cTn>
                              </p:par>
                              <p:par>
                                <p:cTn id="91" presetID="49" presetClass="entr" presetSubtype="0" decel="100000" fill="hold" grpId="0" nodeType="withEffect">
                                  <p:stCondLst>
                                    <p:cond delay="0"/>
                                  </p:stCondLst>
                                  <p:childTnLst>
                                    <p:set>
                                      <p:cBhvr>
                                        <p:cTn id="92" dur="1" fill="hold">
                                          <p:stCondLst>
                                            <p:cond delay="0"/>
                                          </p:stCondLst>
                                        </p:cTn>
                                        <p:tgtEl>
                                          <p:spTgt spid="8"/>
                                        </p:tgtEl>
                                        <p:attrNameLst>
                                          <p:attrName>style.visibility</p:attrName>
                                        </p:attrNameLst>
                                      </p:cBhvr>
                                      <p:to>
                                        <p:strVal val="visible"/>
                                      </p:to>
                                    </p:set>
                                    <p:anim calcmode="lin" valueType="num">
                                      <p:cBhvr>
                                        <p:cTn id="93" dur="500" fill="hold"/>
                                        <p:tgtEl>
                                          <p:spTgt spid="8"/>
                                        </p:tgtEl>
                                        <p:attrNameLst>
                                          <p:attrName>ppt_w</p:attrName>
                                        </p:attrNameLst>
                                      </p:cBhvr>
                                      <p:tavLst>
                                        <p:tav tm="0">
                                          <p:val>
                                            <p:fltVal val="0"/>
                                          </p:val>
                                        </p:tav>
                                        <p:tav tm="100000">
                                          <p:val>
                                            <p:strVal val="#ppt_w"/>
                                          </p:val>
                                        </p:tav>
                                      </p:tavLst>
                                    </p:anim>
                                    <p:anim calcmode="lin" valueType="num">
                                      <p:cBhvr>
                                        <p:cTn id="94" dur="500" fill="hold"/>
                                        <p:tgtEl>
                                          <p:spTgt spid="8"/>
                                        </p:tgtEl>
                                        <p:attrNameLst>
                                          <p:attrName>ppt_h</p:attrName>
                                        </p:attrNameLst>
                                      </p:cBhvr>
                                      <p:tavLst>
                                        <p:tav tm="0">
                                          <p:val>
                                            <p:fltVal val="0"/>
                                          </p:val>
                                        </p:tav>
                                        <p:tav tm="100000">
                                          <p:val>
                                            <p:strVal val="#ppt_h"/>
                                          </p:val>
                                        </p:tav>
                                      </p:tavLst>
                                    </p:anim>
                                    <p:anim calcmode="lin" valueType="num">
                                      <p:cBhvr>
                                        <p:cTn id="95" dur="500" fill="hold"/>
                                        <p:tgtEl>
                                          <p:spTgt spid="8"/>
                                        </p:tgtEl>
                                        <p:attrNameLst>
                                          <p:attrName>style.rotation</p:attrName>
                                        </p:attrNameLst>
                                      </p:cBhvr>
                                      <p:tavLst>
                                        <p:tav tm="0">
                                          <p:val>
                                            <p:fltVal val="360"/>
                                          </p:val>
                                        </p:tav>
                                        <p:tav tm="100000">
                                          <p:val>
                                            <p:fltVal val="0"/>
                                          </p:val>
                                        </p:tav>
                                      </p:tavLst>
                                    </p:anim>
                                    <p:animEffect transition="in" filter="fade">
                                      <p:cBhvr>
                                        <p:cTn id="96" dur="500"/>
                                        <p:tgtEl>
                                          <p:spTgt spid="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14">
                                            <p:txEl>
                                              <p:pRg st="0" end="0"/>
                                            </p:txEl>
                                          </p:spTgt>
                                        </p:tgtEl>
                                        <p:attrNameLst>
                                          <p:attrName>style.visibility</p:attrName>
                                        </p:attrNameLst>
                                      </p:cBhvr>
                                      <p:to>
                                        <p:strVal val="visible"/>
                                      </p:to>
                                    </p:set>
                                    <p:animEffect transition="in" filter="fade">
                                      <p:cBhvr>
                                        <p:cTn id="99" dur="500"/>
                                        <p:tgtEl>
                                          <p:spTgt spid="14">
                                            <p:txEl>
                                              <p:pRg st="0" end="0"/>
                                            </p:txEl>
                                          </p:spTgt>
                                        </p:tgtEl>
                                      </p:cBhvr>
                                    </p:animEffect>
                                  </p:childTnLst>
                                </p:cTn>
                              </p:par>
                            </p:childTnLst>
                          </p:cTn>
                        </p:par>
                        <p:par>
                          <p:cTn id="100" fill="hold">
                            <p:stCondLst>
                              <p:cond delay="4000"/>
                            </p:stCondLst>
                            <p:childTnLst>
                              <p:par>
                                <p:cTn id="101" presetID="49" presetClass="entr" presetSubtype="0" decel="100000" fill="hold" grpId="0" nodeType="afterEffect">
                                  <p:stCondLst>
                                    <p:cond delay="0"/>
                                  </p:stCondLst>
                                  <p:childTnLst>
                                    <p:set>
                                      <p:cBhvr>
                                        <p:cTn id="102" dur="1" fill="hold">
                                          <p:stCondLst>
                                            <p:cond delay="0"/>
                                          </p:stCondLst>
                                        </p:cTn>
                                        <p:tgtEl>
                                          <p:spTgt spid="12"/>
                                        </p:tgtEl>
                                        <p:attrNameLst>
                                          <p:attrName>style.visibility</p:attrName>
                                        </p:attrNameLst>
                                      </p:cBhvr>
                                      <p:to>
                                        <p:strVal val="visible"/>
                                      </p:to>
                                    </p:set>
                                    <p:anim calcmode="lin" valueType="num">
                                      <p:cBhvr>
                                        <p:cTn id="103" dur="500" fill="hold"/>
                                        <p:tgtEl>
                                          <p:spTgt spid="12"/>
                                        </p:tgtEl>
                                        <p:attrNameLst>
                                          <p:attrName>ppt_w</p:attrName>
                                        </p:attrNameLst>
                                      </p:cBhvr>
                                      <p:tavLst>
                                        <p:tav tm="0">
                                          <p:val>
                                            <p:fltVal val="0"/>
                                          </p:val>
                                        </p:tav>
                                        <p:tav tm="100000">
                                          <p:val>
                                            <p:strVal val="#ppt_w"/>
                                          </p:val>
                                        </p:tav>
                                      </p:tavLst>
                                    </p:anim>
                                    <p:anim calcmode="lin" valueType="num">
                                      <p:cBhvr>
                                        <p:cTn id="104" dur="500" fill="hold"/>
                                        <p:tgtEl>
                                          <p:spTgt spid="12"/>
                                        </p:tgtEl>
                                        <p:attrNameLst>
                                          <p:attrName>ppt_h</p:attrName>
                                        </p:attrNameLst>
                                      </p:cBhvr>
                                      <p:tavLst>
                                        <p:tav tm="0">
                                          <p:val>
                                            <p:fltVal val="0"/>
                                          </p:val>
                                        </p:tav>
                                        <p:tav tm="100000">
                                          <p:val>
                                            <p:strVal val="#ppt_h"/>
                                          </p:val>
                                        </p:tav>
                                      </p:tavLst>
                                    </p:anim>
                                    <p:anim calcmode="lin" valueType="num">
                                      <p:cBhvr>
                                        <p:cTn id="105" dur="500" fill="hold"/>
                                        <p:tgtEl>
                                          <p:spTgt spid="12"/>
                                        </p:tgtEl>
                                        <p:attrNameLst>
                                          <p:attrName>style.rotation</p:attrName>
                                        </p:attrNameLst>
                                      </p:cBhvr>
                                      <p:tavLst>
                                        <p:tav tm="0">
                                          <p:val>
                                            <p:fltVal val="360"/>
                                          </p:val>
                                        </p:tav>
                                        <p:tav tm="100000">
                                          <p:val>
                                            <p:fltVal val="0"/>
                                          </p:val>
                                        </p:tav>
                                      </p:tavLst>
                                    </p:anim>
                                    <p:animEffect transition="in" filter="fade">
                                      <p:cBhvr>
                                        <p:cTn id="106" dur="500"/>
                                        <p:tgtEl>
                                          <p:spTgt spid="12"/>
                                        </p:tgtEl>
                                      </p:cBhvr>
                                    </p:animEffect>
                                  </p:childTnLst>
                                </p:cTn>
                              </p:par>
                              <p:par>
                                <p:cTn id="107" presetID="49" presetClass="entr" presetSubtype="0" decel="100000" fill="hold" grpId="0" nodeType="withEffect">
                                  <p:stCondLst>
                                    <p:cond delay="0"/>
                                  </p:stCondLst>
                                  <p:childTnLst>
                                    <p:set>
                                      <p:cBhvr>
                                        <p:cTn id="108" dur="1" fill="hold">
                                          <p:stCondLst>
                                            <p:cond delay="0"/>
                                          </p:stCondLst>
                                        </p:cTn>
                                        <p:tgtEl>
                                          <p:spTgt spid="10"/>
                                        </p:tgtEl>
                                        <p:attrNameLst>
                                          <p:attrName>style.visibility</p:attrName>
                                        </p:attrNameLst>
                                      </p:cBhvr>
                                      <p:to>
                                        <p:strVal val="visible"/>
                                      </p:to>
                                    </p:set>
                                    <p:anim calcmode="lin" valueType="num">
                                      <p:cBhvr>
                                        <p:cTn id="109" dur="500" fill="hold"/>
                                        <p:tgtEl>
                                          <p:spTgt spid="10"/>
                                        </p:tgtEl>
                                        <p:attrNameLst>
                                          <p:attrName>ppt_w</p:attrName>
                                        </p:attrNameLst>
                                      </p:cBhvr>
                                      <p:tavLst>
                                        <p:tav tm="0">
                                          <p:val>
                                            <p:fltVal val="0"/>
                                          </p:val>
                                        </p:tav>
                                        <p:tav tm="100000">
                                          <p:val>
                                            <p:strVal val="#ppt_w"/>
                                          </p:val>
                                        </p:tav>
                                      </p:tavLst>
                                    </p:anim>
                                    <p:anim calcmode="lin" valueType="num">
                                      <p:cBhvr>
                                        <p:cTn id="110" dur="500" fill="hold"/>
                                        <p:tgtEl>
                                          <p:spTgt spid="10"/>
                                        </p:tgtEl>
                                        <p:attrNameLst>
                                          <p:attrName>ppt_h</p:attrName>
                                        </p:attrNameLst>
                                      </p:cBhvr>
                                      <p:tavLst>
                                        <p:tav tm="0">
                                          <p:val>
                                            <p:fltVal val="0"/>
                                          </p:val>
                                        </p:tav>
                                        <p:tav tm="100000">
                                          <p:val>
                                            <p:strVal val="#ppt_h"/>
                                          </p:val>
                                        </p:tav>
                                      </p:tavLst>
                                    </p:anim>
                                    <p:anim calcmode="lin" valueType="num">
                                      <p:cBhvr>
                                        <p:cTn id="111" dur="500" fill="hold"/>
                                        <p:tgtEl>
                                          <p:spTgt spid="10"/>
                                        </p:tgtEl>
                                        <p:attrNameLst>
                                          <p:attrName>style.rotation</p:attrName>
                                        </p:attrNameLst>
                                      </p:cBhvr>
                                      <p:tavLst>
                                        <p:tav tm="0">
                                          <p:val>
                                            <p:fltVal val="360"/>
                                          </p:val>
                                        </p:tav>
                                        <p:tav tm="100000">
                                          <p:val>
                                            <p:fltVal val="0"/>
                                          </p:val>
                                        </p:tav>
                                      </p:tavLst>
                                    </p:anim>
                                    <p:animEffect transition="in" filter="fade">
                                      <p:cBhvr>
                                        <p:cTn id="112" dur="500"/>
                                        <p:tgtEl>
                                          <p:spTgt spid="1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5">
                                            <p:txEl>
                                              <p:pRg st="0" end="0"/>
                                            </p:txEl>
                                          </p:spTgt>
                                        </p:tgtEl>
                                        <p:attrNameLst>
                                          <p:attrName>style.visibility</p:attrName>
                                        </p:attrNameLst>
                                      </p:cBhvr>
                                      <p:to>
                                        <p:strVal val="visible"/>
                                      </p:to>
                                    </p:set>
                                    <p:animEffect transition="in" filter="fade">
                                      <p:cBhvr>
                                        <p:cTn id="115" dur="500"/>
                                        <p:tgtEl>
                                          <p:spTgt spid="15">
                                            <p:txEl>
                                              <p:pRg st="0" end="0"/>
                                            </p:txEl>
                                          </p:spTgt>
                                        </p:tgtEl>
                                      </p:cBhvr>
                                    </p:animEffect>
                                  </p:childTnLst>
                                </p:cTn>
                              </p:par>
                            </p:childTnLst>
                          </p:cTn>
                        </p:par>
                        <p:par>
                          <p:cTn id="116" fill="hold">
                            <p:stCondLst>
                              <p:cond delay="4500"/>
                            </p:stCondLst>
                            <p:childTnLst>
                              <p:par>
                                <p:cTn id="117" presetID="49" presetClass="entr" presetSubtype="0" decel="100000" fill="hold" grpId="0" nodeType="afterEffect">
                                  <p:stCondLst>
                                    <p:cond delay="0"/>
                                  </p:stCondLst>
                                  <p:childTnLst>
                                    <p:set>
                                      <p:cBhvr>
                                        <p:cTn id="118" dur="1" fill="hold">
                                          <p:stCondLst>
                                            <p:cond delay="0"/>
                                          </p:stCondLst>
                                        </p:cTn>
                                        <p:tgtEl>
                                          <p:spTgt spid="13"/>
                                        </p:tgtEl>
                                        <p:attrNameLst>
                                          <p:attrName>style.visibility</p:attrName>
                                        </p:attrNameLst>
                                      </p:cBhvr>
                                      <p:to>
                                        <p:strVal val="visible"/>
                                      </p:to>
                                    </p:set>
                                    <p:anim calcmode="lin" valueType="num">
                                      <p:cBhvr>
                                        <p:cTn id="119" dur="500" fill="hold"/>
                                        <p:tgtEl>
                                          <p:spTgt spid="13"/>
                                        </p:tgtEl>
                                        <p:attrNameLst>
                                          <p:attrName>ppt_w</p:attrName>
                                        </p:attrNameLst>
                                      </p:cBhvr>
                                      <p:tavLst>
                                        <p:tav tm="0">
                                          <p:val>
                                            <p:fltVal val="0"/>
                                          </p:val>
                                        </p:tav>
                                        <p:tav tm="100000">
                                          <p:val>
                                            <p:strVal val="#ppt_w"/>
                                          </p:val>
                                        </p:tav>
                                      </p:tavLst>
                                    </p:anim>
                                    <p:anim calcmode="lin" valueType="num">
                                      <p:cBhvr>
                                        <p:cTn id="120" dur="500" fill="hold"/>
                                        <p:tgtEl>
                                          <p:spTgt spid="13"/>
                                        </p:tgtEl>
                                        <p:attrNameLst>
                                          <p:attrName>ppt_h</p:attrName>
                                        </p:attrNameLst>
                                      </p:cBhvr>
                                      <p:tavLst>
                                        <p:tav tm="0">
                                          <p:val>
                                            <p:fltVal val="0"/>
                                          </p:val>
                                        </p:tav>
                                        <p:tav tm="100000">
                                          <p:val>
                                            <p:strVal val="#ppt_h"/>
                                          </p:val>
                                        </p:tav>
                                      </p:tavLst>
                                    </p:anim>
                                    <p:anim calcmode="lin" valueType="num">
                                      <p:cBhvr>
                                        <p:cTn id="121" dur="500" fill="hold"/>
                                        <p:tgtEl>
                                          <p:spTgt spid="13"/>
                                        </p:tgtEl>
                                        <p:attrNameLst>
                                          <p:attrName>style.rotation</p:attrName>
                                        </p:attrNameLst>
                                      </p:cBhvr>
                                      <p:tavLst>
                                        <p:tav tm="0">
                                          <p:val>
                                            <p:fltVal val="360"/>
                                          </p:val>
                                        </p:tav>
                                        <p:tav tm="100000">
                                          <p:val>
                                            <p:fltVal val="0"/>
                                          </p:val>
                                        </p:tav>
                                      </p:tavLst>
                                    </p:anim>
                                    <p:animEffect transition="in" filter="fade">
                                      <p:cBhvr>
                                        <p:cTn id="122" dur="500"/>
                                        <p:tgtEl>
                                          <p:spTgt spid="13"/>
                                        </p:tgtEl>
                                      </p:cBhvr>
                                    </p:animEffect>
                                  </p:childTnLst>
                                </p:cTn>
                              </p:par>
                              <p:par>
                                <p:cTn id="123" presetID="49" presetClass="entr" presetSubtype="0" decel="100000" fill="hold" grpId="0" nodeType="withEffect">
                                  <p:stCondLst>
                                    <p:cond delay="0"/>
                                  </p:stCondLst>
                                  <p:childTnLst>
                                    <p:set>
                                      <p:cBhvr>
                                        <p:cTn id="124" dur="1" fill="hold">
                                          <p:stCondLst>
                                            <p:cond delay="0"/>
                                          </p:stCondLst>
                                        </p:cTn>
                                        <p:tgtEl>
                                          <p:spTgt spid="11"/>
                                        </p:tgtEl>
                                        <p:attrNameLst>
                                          <p:attrName>style.visibility</p:attrName>
                                        </p:attrNameLst>
                                      </p:cBhvr>
                                      <p:to>
                                        <p:strVal val="visible"/>
                                      </p:to>
                                    </p:set>
                                    <p:anim calcmode="lin" valueType="num">
                                      <p:cBhvr>
                                        <p:cTn id="125" dur="500" fill="hold"/>
                                        <p:tgtEl>
                                          <p:spTgt spid="11"/>
                                        </p:tgtEl>
                                        <p:attrNameLst>
                                          <p:attrName>ppt_w</p:attrName>
                                        </p:attrNameLst>
                                      </p:cBhvr>
                                      <p:tavLst>
                                        <p:tav tm="0">
                                          <p:val>
                                            <p:fltVal val="0"/>
                                          </p:val>
                                        </p:tav>
                                        <p:tav tm="100000">
                                          <p:val>
                                            <p:strVal val="#ppt_w"/>
                                          </p:val>
                                        </p:tav>
                                      </p:tavLst>
                                    </p:anim>
                                    <p:anim calcmode="lin" valueType="num">
                                      <p:cBhvr>
                                        <p:cTn id="126" dur="500" fill="hold"/>
                                        <p:tgtEl>
                                          <p:spTgt spid="11"/>
                                        </p:tgtEl>
                                        <p:attrNameLst>
                                          <p:attrName>ppt_h</p:attrName>
                                        </p:attrNameLst>
                                      </p:cBhvr>
                                      <p:tavLst>
                                        <p:tav tm="0">
                                          <p:val>
                                            <p:fltVal val="0"/>
                                          </p:val>
                                        </p:tav>
                                        <p:tav tm="100000">
                                          <p:val>
                                            <p:strVal val="#ppt_h"/>
                                          </p:val>
                                        </p:tav>
                                      </p:tavLst>
                                    </p:anim>
                                    <p:anim calcmode="lin" valueType="num">
                                      <p:cBhvr>
                                        <p:cTn id="127" dur="500" fill="hold"/>
                                        <p:tgtEl>
                                          <p:spTgt spid="11"/>
                                        </p:tgtEl>
                                        <p:attrNameLst>
                                          <p:attrName>style.rotation</p:attrName>
                                        </p:attrNameLst>
                                      </p:cBhvr>
                                      <p:tavLst>
                                        <p:tav tm="0">
                                          <p:val>
                                            <p:fltVal val="360"/>
                                          </p:val>
                                        </p:tav>
                                        <p:tav tm="100000">
                                          <p:val>
                                            <p:fltVal val="0"/>
                                          </p:val>
                                        </p:tav>
                                      </p:tavLst>
                                    </p:anim>
                                    <p:animEffect transition="in" filter="fade">
                                      <p:cBhvr>
                                        <p:cTn id="128" dur="500"/>
                                        <p:tgtEl>
                                          <p:spTgt spid="11"/>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16">
                                            <p:txEl>
                                              <p:pRg st="0" end="0"/>
                                            </p:txEl>
                                          </p:spTgt>
                                        </p:tgtEl>
                                        <p:attrNameLst>
                                          <p:attrName>style.visibility</p:attrName>
                                        </p:attrNameLst>
                                      </p:cBhvr>
                                      <p:to>
                                        <p:strVal val="visible"/>
                                      </p:to>
                                    </p:set>
                                    <p:animEffect transition="in" filter="fade">
                                      <p:cBhvr>
                                        <p:cTn id="131" dur="500"/>
                                        <p:tgtEl>
                                          <p:spTgt spid="16">
                                            <p:txEl>
                                              <p:pRg st="0" end="0"/>
                                            </p:txEl>
                                          </p:spTgt>
                                        </p:tgtEl>
                                      </p:cBhvr>
                                    </p:animEffect>
                                  </p:childTnLst>
                                </p:cTn>
                              </p:par>
                            </p:childTnLst>
                          </p:cTn>
                        </p:par>
                        <p:par>
                          <p:cTn id="132" fill="hold">
                            <p:stCondLst>
                              <p:cond delay="5000"/>
                            </p:stCondLst>
                            <p:childTnLst>
                              <p:par>
                                <p:cTn id="133" presetID="2" presetClass="entr" presetSubtype="8" decel="100000" fill="hold" grpId="0" nodeType="afterEffect">
                                  <p:stCondLst>
                                    <p:cond delay="250"/>
                                  </p:stCondLst>
                                  <p:childTnLst>
                                    <p:set>
                                      <p:cBhvr>
                                        <p:cTn id="134" dur="1" fill="hold">
                                          <p:stCondLst>
                                            <p:cond delay="0"/>
                                          </p:stCondLst>
                                        </p:cTn>
                                        <p:tgtEl>
                                          <p:spTgt spid="17">
                                            <p:txEl>
                                              <p:pRg st="0" end="0"/>
                                            </p:txEl>
                                          </p:spTgt>
                                        </p:tgtEl>
                                        <p:attrNameLst>
                                          <p:attrName>style.visibility</p:attrName>
                                        </p:attrNameLst>
                                      </p:cBhvr>
                                      <p:to>
                                        <p:strVal val="visible"/>
                                      </p:to>
                                    </p:set>
                                    <p:anim calcmode="lin" valueType="num">
                                      <p:cBhvr additive="base">
                                        <p:cTn id="135" dur="75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136" dur="75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par>
                          <p:cTn id="137" fill="hold">
                            <p:stCondLst>
                              <p:cond delay="6000"/>
                            </p:stCondLst>
                            <p:childTnLst>
                              <p:par>
                                <p:cTn id="138" presetID="16" presetClass="entr" presetSubtype="37" fill="hold" grpId="0" nodeType="afterEffect">
                                  <p:stCondLst>
                                    <p:cond delay="250"/>
                                  </p:stCondLst>
                                  <p:childTnLst>
                                    <p:set>
                                      <p:cBhvr>
                                        <p:cTn id="139" dur="1" fill="hold">
                                          <p:stCondLst>
                                            <p:cond delay="0"/>
                                          </p:stCondLst>
                                        </p:cTn>
                                        <p:tgtEl>
                                          <p:spTgt spid="18"/>
                                        </p:tgtEl>
                                        <p:attrNameLst>
                                          <p:attrName>style.visibility</p:attrName>
                                        </p:attrNameLst>
                                      </p:cBhvr>
                                      <p:to>
                                        <p:strVal val="visible"/>
                                      </p:to>
                                    </p:set>
                                    <p:animEffect transition="in" filter="barn(outVertical)">
                                      <p:cBhvr>
                                        <p:cTn id="140" dur="500"/>
                                        <p:tgtEl>
                                          <p:spTgt spid="18"/>
                                        </p:tgtEl>
                                      </p:cBhvr>
                                    </p:animEffect>
                                  </p:childTnLst>
                                </p:cTn>
                              </p:par>
                            </p:childTnLst>
                          </p:cTn>
                        </p:par>
                        <p:par>
                          <p:cTn id="141" fill="hold">
                            <p:stCondLst>
                              <p:cond delay="6750"/>
                            </p:stCondLst>
                            <p:childTnLst>
                              <p:par>
                                <p:cTn id="142" presetID="10" presetClass="entr" presetSubtype="0" fill="hold" grpId="0" nodeType="afterEffect">
                                  <p:stCondLst>
                                    <p:cond delay="0"/>
                                  </p:stCondLst>
                                  <p:childTnLst>
                                    <p:set>
                                      <p:cBhvr>
                                        <p:cTn id="143" dur="1" fill="hold">
                                          <p:stCondLst>
                                            <p:cond delay="0"/>
                                          </p:stCondLst>
                                        </p:cTn>
                                        <p:tgtEl>
                                          <p:spTgt spid="19"/>
                                        </p:tgtEl>
                                        <p:attrNameLst>
                                          <p:attrName>style.visibility</p:attrName>
                                        </p:attrNameLst>
                                      </p:cBhvr>
                                      <p:to>
                                        <p:strVal val="visible"/>
                                      </p:to>
                                    </p:set>
                                    <p:animEffect transition="in" filter="fade">
                                      <p:cBhvr>
                                        <p:cTn id="144" dur="500"/>
                                        <p:tgtEl>
                                          <p:spTgt spid="19"/>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22">
                                            <p:txEl>
                                              <p:pRg st="0" end="0"/>
                                            </p:txEl>
                                          </p:spTgt>
                                        </p:tgtEl>
                                        <p:attrNameLst>
                                          <p:attrName>style.visibility</p:attrName>
                                        </p:attrNameLst>
                                      </p:cBhvr>
                                      <p:to>
                                        <p:strVal val="visible"/>
                                      </p:to>
                                    </p:set>
                                    <p:animEffect transition="in" filter="fade">
                                      <p:cBhvr>
                                        <p:cTn id="147" dur="500"/>
                                        <p:tgtEl>
                                          <p:spTgt spid="22">
                                            <p:txEl>
                                              <p:pRg st="0" end="0"/>
                                            </p:txEl>
                                          </p:spTgt>
                                        </p:tgtEl>
                                      </p:cBhvr>
                                    </p:animEffect>
                                  </p:childTnLst>
                                </p:cTn>
                              </p:par>
                            </p:childTnLst>
                          </p:cTn>
                        </p:par>
                        <p:par>
                          <p:cTn id="148" fill="hold">
                            <p:stCondLst>
                              <p:cond delay="7250"/>
                            </p:stCondLst>
                            <p:childTnLst>
                              <p:par>
                                <p:cTn id="149" presetID="10" presetClass="entr" presetSubtype="0" fill="hold" grpId="0" nodeType="afterEffect">
                                  <p:stCondLst>
                                    <p:cond delay="0"/>
                                  </p:stCondLst>
                                  <p:childTnLst>
                                    <p:set>
                                      <p:cBhvr>
                                        <p:cTn id="150" dur="1" fill="hold">
                                          <p:stCondLst>
                                            <p:cond delay="0"/>
                                          </p:stCondLst>
                                        </p:cTn>
                                        <p:tgtEl>
                                          <p:spTgt spid="20"/>
                                        </p:tgtEl>
                                        <p:attrNameLst>
                                          <p:attrName>style.visibility</p:attrName>
                                        </p:attrNameLst>
                                      </p:cBhvr>
                                      <p:to>
                                        <p:strVal val="visible"/>
                                      </p:to>
                                    </p:set>
                                    <p:animEffect transition="in" filter="fade">
                                      <p:cBhvr>
                                        <p:cTn id="151" dur="500"/>
                                        <p:tgtEl>
                                          <p:spTgt spid="20"/>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23">
                                            <p:txEl>
                                              <p:pRg st="0" end="0"/>
                                            </p:txEl>
                                          </p:spTgt>
                                        </p:tgtEl>
                                        <p:attrNameLst>
                                          <p:attrName>style.visibility</p:attrName>
                                        </p:attrNameLst>
                                      </p:cBhvr>
                                      <p:to>
                                        <p:strVal val="visible"/>
                                      </p:to>
                                    </p:set>
                                    <p:animEffect transition="in" filter="fade">
                                      <p:cBhvr>
                                        <p:cTn id="154" dur="500"/>
                                        <p:tgtEl>
                                          <p:spTgt spid="23">
                                            <p:txEl>
                                              <p:pRg st="0" end="0"/>
                                            </p:txEl>
                                          </p:spTgt>
                                        </p:tgtEl>
                                      </p:cBhvr>
                                    </p:animEffect>
                                  </p:childTnLst>
                                </p:cTn>
                              </p:par>
                            </p:childTnLst>
                          </p:cTn>
                        </p:par>
                        <p:par>
                          <p:cTn id="155" fill="hold">
                            <p:stCondLst>
                              <p:cond delay="7750"/>
                            </p:stCondLst>
                            <p:childTnLst>
                              <p:par>
                                <p:cTn id="156" presetID="10" presetClass="entr" presetSubtype="0" fill="hold" grpId="0" nodeType="afterEffect">
                                  <p:stCondLst>
                                    <p:cond delay="0"/>
                                  </p:stCondLst>
                                  <p:childTnLst>
                                    <p:set>
                                      <p:cBhvr>
                                        <p:cTn id="157" dur="1" fill="hold">
                                          <p:stCondLst>
                                            <p:cond delay="0"/>
                                          </p:stCondLst>
                                        </p:cTn>
                                        <p:tgtEl>
                                          <p:spTgt spid="21"/>
                                        </p:tgtEl>
                                        <p:attrNameLst>
                                          <p:attrName>style.visibility</p:attrName>
                                        </p:attrNameLst>
                                      </p:cBhvr>
                                      <p:to>
                                        <p:strVal val="visible"/>
                                      </p:to>
                                    </p:set>
                                    <p:animEffect transition="in" filter="fade">
                                      <p:cBhvr>
                                        <p:cTn id="158" dur="500"/>
                                        <p:tgtEl>
                                          <p:spTgt spid="21"/>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24">
                                            <p:txEl>
                                              <p:pRg st="0" end="0"/>
                                            </p:txEl>
                                          </p:spTgt>
                                        </p:tgtEl>
                                        <p:attrNameLst>
                                          <p:attrName>style.visibility</p:attrName>
                                        </p:attrNameLst>
                                      </p:cBhvr>
                                      <p:to>
                                        <p:strVal val="visible"/>
                                      </p:to>
                                    </p:set>
                                    <p:animEffect transition="in" filter="fade">
                                      <p:cBhvr>
                                        <p:cTn id="161"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6" grpId="0" animBg="1"/>
      <p:bldP spid="6" grpId="1" animBg="1"/>
      <p:bldP spid="28" grpId="0" animBg="1"/>
      <p:bldP spid="28" grpId="1" animBg="1"/>
      <p:bldP spid="30" grpId="0" animBg="1"/>
      <p:bldP spid="30" grpId="1" animBg="1"/>
      <p:bldP spid="3" grpId="0"/>
      <p:bldP spid="4" grpId="0" animBg="1"/>
      <p:bldP spid="5" grpId="0" build="p">
        <p:tmplLst>
          <p:tmpl lvl="1">
            <p:tnLst>
              <p:par>
                <p:cTn presetID="22" presetClass="entr" presetSubtype="8" fill="hold" nodeType="afterEffect">
                  <p:stCondLst>
                    <p:cond delay="0"/>
                  </p:stCondLst>
                  <p:iterate type="lt">
                    <p:tmPct val="10000"/>
                  </p:iterate>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7" grpId="0" animBg="1"/>
      <p:bldP spid="7" grpId="1" animBg="1"/>
      <p:bldP spid="8" grpId="0" animBg="1"/>
      <p:bldP spid="9" grpId="0"/>
      <p:bldP spid="10" grpId="0" animBg="1"/>
      <p:bldP spid="11" grpId="0" animBg="1"/>
      <p:bldP spid="12" grpId="0"/>
      <p:bldP spid="13" grpId="0"/>
      <p:bldP spid="14" grpId="0" build="p">
        <p:tmplLst>
          <p:tmpl lvl="1">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build="p">
        <p:tmplLst>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17" grpId="0" build="p">
        <p:tmplLst>
          <p:tmpl lvl="1">
            <p:tnLst>
              <p:par>
                <p:cTn presetID="2" presetClass="entr" presetSubtype="8" decel="100000" fill="hold" nodeType="afterEffect">
                  <p:stCondLst>
                    <p:cond delay="25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0-#ppt_w/2"/>
                          </p:val>
                        </p:tav>
                        <p:tav tm="100000">
                          <p:val>
                            <p:strVal val="#ppt_x"/>
                          </p:val>
                        </p:tav>
                      </p:tavLst>
                    </p:anim>
                    <p:anim calcmode="lin" valueType="num">
                      <p:cBhvr additive="base">
                        <p:cTn dur="750" fill="hold"/>
                        <p:tgtEl>
                          <p:spTgt spid="17"/>
                        </p:tgtEl>
                        <p:attrNameLst>
                          <p:attrName>ppt_y</p:attrName>
                        </p:attrNameLst>
                      </p:cBhvr>
                      <p:tavLst>
                        <p:tav tm="0">
                          <p:val>
                            <p:strVal val="#ppt_y"/>
                          </p:val>
                        </p:tav>
                        <p:tav tm="100000">
                          <p:val>
                            <p:strVal val="#ppt_y"/>
                          </p:val>
                        </p:tav>
                      </p:tavLst>
                    </p:anim>
                  </p:childTnLst>
                </p:cTn>
              </p:par>
            </p:tnLst>
          </p:tmpl>
        </p:tmplLst>
      </p:bldP>
      <p:bldP spid="18" grpId="0" animBg="1"/>
      <p:bldP spid="19" grpId="0"/>
      <p:bldP spid="20" grpId="0"/>
      <p:bldP spid="21" grpId="0"/>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p:tmplLst>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build="p">
        <p:tmplLst>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animBg="1"/>
      <p:bldP spid="25" grpId="1" animBg="1"/>
      <p:bldP spid="26" grpId="0" animBg="1"/>
      <p:bldP spid="26" grpId="1" animBg="1"/>
      <p:bldP spid="34" grpId="0" animBg="1"/>
      <p:bldP spid="34" grpId="1" animBg="1"/>
    </p:bld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quare Images 1">
    <p:bg>
      <p:bgPr>
        <a:solidFill>
          <a:schemeClr val="tx2"/>
        </a:solidFill>
        <a:effectLst/>
      </p:bgPr>
    </p:bg>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2617200" cy="2570400"/>
          </a:xfrm>
          <a:solidFill>
            <a:schemeClr val="accent1"/>
          </a:solidFill>
        </p:spPr>
        <p:txBody>
          <a:bodyPr>
            <a:normAutofit/>
          </a:bodyPr>
          <a:lstStyle>
            <a:lvl1pPr>
              <a:defRPr sz="1600" baseline="0"/>
            </a:lvl1pPr>
          </a:lstStyle>
          <a:p>
            <a:r>
              <a:rPr kumimoji="1" lang="en-US" altLang="ja-JP" dirty="0"/>
              <a:t>Add an image</a:t>
            </a:r>
            <a:endParaRPr kumimoji="1" lang="ja-JP" altLang="en-US" dirty="0"/>
          </a:p>
        </p:txBody>
      </p:sp>
      <p:sp>
        <p:nvSpPr>
          <p:cNvPr id="6" name="図プレースホルダー 3"/>
          <p:cNvSpPr>
            <a:spLocks noGrp="1"/>
          </p:cNvSpPr>
          <p:nvPr>
            <p:ph type="pic" sz="quarter" idx="12" hasCustomPrompt="1"/>
          </p:nvPr>
        </p:nvSpPr>
        <p:spPr>
          <a:xfrm>
            <a:off x="0" y="25731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5" name="図プレースホルダー 3"/>
          <p:cNvSpPr>
            <a:spLocks noGrp="1"/>
          </p:cNvSpPr>
          <p:nvPr>
            <p:ph type="pic" sz="quarter" idx="11" hasCustomPrompt="1"/>
          </p:nvPr>
        </p:nvSpPr>
        <p:spPr>
          <a:xfrm>
            <a:off x="2614271" y="0"/>
            <a:ext cx="2617200" cy="2570400"/>
          </a:xfrm>
          <a:solidFill>
            <a:schemeClr val="accent6"/>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8" name="図プレースホルダー 3"/>
          <p:cNvSpPr>
            <a:spLocks noGrp="1"/>
          </p:cNvSpPr>
          <p:nvPr>
            <p:ph type="pic" sz="quarter" idx="14" hasCustomPrompt="1"/>
          </p:nvPr>
        </p:nvSpPr>
        <p:spPr>
          <a:xfrm>
            <a:off x="2614271" y="25731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3" name="図プレースホルダー 3"/>
          <p:cNvSpPr>
            <a:spLocks noGrp="1"/>
          </p:cNvSpPr>
          <p:nvPr>
            <p:ph type="pic" sz="quarter" idx="15" hasCustomPrompt="1"/>
          </p:nvPr>
        </p:nvSpPr>
        <p:spPr>
          <a:xfrm>
            <a:off x="5224006" y="0"/>
            <a:ext cx="2617200" cy="2570400"/>
          </a:xfrm>
          <a:solidFill>
            <a:schemeClr val="accent3"/>
          </a:solidFill>
        </p:spPr>
        <p:txBody>
          <a:bodyPr>
            <a:normAutofit/>
          </a:bodyPr>
          <a:lstStyle>
            <a:lvl1pPr>
              <a:defRPr sz="1600" baseline="0"/>
            </a:lvl1pPr>
          </a:lstStyle>
          <a:p>
            <a:r>
              <a:rPr kumimoji="1" lang="en-US" altLang="ja-JP" dirty="0"/>
              <a:t>Add an image</a:t>
            </a:r>
            <a:endParaRPr kumimoji="1" lang="ja-JP" altLang="en-US" dirty="0"/>
          </a:p>
        </p:txBody>
      </p:sp>
      <p:sp>
        <p:nvSpPr>
          <p:cNvPr id="15" name="図プレースホルダー 3"/>
          <p:cNvSpPr>
            <a:spLocks noGrp="1"/>
          </p:cNvSpPr>
          <p:nvPr>
            <p:ph type="pic" sz="quarter" idx="17" hasCustomPrompt="1"/>
          </p:nvPr>
        </p:nvSpPr>
        <p:spPr>
          <a:xfrm>
            <a:off x="5224006" y="25731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5" name="図プレースホルダー 3"/>
          <p:cNvSpPr>
            <a:spLocks noGrp="1"/>
          </p:cNvSpPr>
          <p:nvPr>
            <p:ph type="pic" sz="quarter" idx="27" hasCustomPrompt="1"/>
          </p:nvPr>
        </p:nvSpPr>
        <p:spPr>
          <a:xfrm>
            <a:off x="5224006" y="5143500"/>
            <a:ext cx="2617200" cy="2570400"/>
          </a:xfrm>
          <a:solidFill>
            <a:schemeClr val="accent4"/>
          </a:solidFill>
        </p:spPr>
        <p:txBody>
          <a:bodyPr>
            <a:normAutofit/>
          </a:bodyPr>
          <a:lstStyle>
            <a:lvl1pPr>
              <a:defRPr sz="1600" baseline="0"/>
            </a:lvl1pPr>
          </a:lstStyle>
          <a:p>
            <a:r>
              <a:rPr kumimoji="1" lang="en-US" altLang="ja-JP" dirty="0"/>
              <a:t>Add an image</a:t>
            </a:r>
            <a:endParaRPr kumimoji="1" lang="ja-JP" altLang="en-US" dirty="0"/>
          </a:p>
        </p:txBody>
      </p:sp>
      <p:sp>
        <p:nvSpPr>
          <p:cNvPr id="27" name="図プレースホルダー 3"/>
          <p:cNvSpPr>
            <a:spLocks noGrp="1"/>
          </p:cNvSpPr>
          <p:nvPr>
            <p:ph type="pic" sz="quarter" idx="29" hasCustomPrompt="1"/>
          </p:nvPr>
        </p:nvSpPr>
        <p:spPr>
          <a:xfrm>
            <a:off x="5224006" y="77166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8" name="図プレースホルダー 3"/>
          <p:cNvSpPr>
            <a:spLocks noGrp="1"/>
          </p:cNvSpPr>
          <p:nvPr>
            <p:ph type="pic" sz="quarter" idx="30" hasCustomPrompt="1"/>
          </p:nvPr>
        </p:nvSpPr>
        <p:spPr>
          <a:xfrm>
            <a:off x="7833741" y="77166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1" name="図プレースホルダー 3"/>
          <p:cNvSpPr>
            <a:spLocks noGrp="1"/>
          </p:cNvSpPr>
          <p:nvPr>
            <p:ph type="pic" sz="quarter" idx="33" hasCustomPrompt="1"/>
          </p:nvPr>
        </p:nvSpPr>
        <p:spPr>
          <a:xfrm>
            <a:off x="10443476" y="77166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8" name="図プレースホルダー 3"/>
          <p:cNvSpPr>
            <a:spLocks noGrp="1"/>
          </p:cNvSpPr>
          <p:nvPr>
            <p:ph type="pic" sz="quarter" idx="20" hasCustomPrompt="1"/>
          </p:nvPr>
        </p:nvSpPr>
        <p:spPr>
          <a:xfrm>
            <a:off x="13053211" y="0"/>
            <a:ext cx="2617200" cy="2570400"/>
          </a:xfrm>
          <a:solidFill>
            <a:schemeClr val="accent3">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0" name="図プレースホルダー 3"/>
          <p:cNvSpPr>
            <a:spLocks noGrp="1"/>
          </p:cNvSpPr>
          <p:nvPr>
            <p:ph type="pic" sz="quarter" idx="22" hasCustomPrompt="1"/>
          </p:nvPr>
        </p:nvSpPr>
        <p:spPr>
          <a:xfrm>
            <a:off x="13053211" y="2573100"/>
            <a:ext cx="2617200" cy="2570400"/>
          </a:xfrm>
          <a:solidFill>
            <a:schemeClr val="accent3"/>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2" name="図プレースホルダー 3"/>
          <p:cNvSpPr>
            <a:spLocks noGrp="1"/>
          </p:cNvSpPr>
          <p:nvPr>
            <p:ph type="pic" sz="quarter" idx="34" hasCustomPrompt="1"/>
          </p:nvPr>
        </p:nvSpPr>
        <p:spPr>
          <a:xfrm>
            <a:off x="13053211" y="7716600"/>
            <a:ext cx="2617200" cy="2570400"/>
          </a:xfrm>
          <a:solidFill>
            <a:schemeClr val="accent6">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7" name="図プレースホルダー 3"/>
          <p:cNvSpPr>
            <a:spLocks noGrp="1"/>
          </p:cNvSpPr>
          <p:nvPr>
            <p:ph type="pic" sz="quarter" idx="35" hasCustomPrompt="1"/>
          </p:nvPr>
        </p:nvSpPr>
        <p:spPr>
          <a:xfrm>
            <a:off x="15662949" y="0"/>
            <a:ext cx="2617200" cy="2570400"/>
          </a:xfrm>
          <a:solidFill>
            <a:schemeClr val="accent5"/>
          </a:solidFill>
        </p:spPr>
        <p:txBody>
          <a:bodyPr>
            <a:normAutofit/>
          </a:bodyPr>
          <a:lstStyle>
            <a:lvl1pPr>
              <a:defRPr sz="1600" baseline="0"/>
            </a:lvl1pPr>
          </a:lstStyle>
          <a:p>
            <a:r>
              <a:rPr kumimoji="1" lang="en-US" altLang="ja-JP" dirty="0"/>
              <a:t>Add an image</a:t>
            </a:r>
            <a:endParaRPr kumimoji="1" lang="ja-JP" altLang="en-US" dirty="0"/>
          </a:p>
        </p:txBody>
      </p:sp>
      <p:sp>
        <p:nvSpPr>
          <p:cNvPr id="38" name="図プレースホルダー 3"/>
          <p:cNvSpPr>
            <a:spLocks noGrp="1"/>
          </p:cNvSpPr>
          <p:nvPr>
            <p:ph type="pic" sz="quarter" idx="36" hasCustomPrompt="1"/>
          </p:nvPr>
        </p:nvSpPr>
        <p:spPr>
          <a:xfrm>
            <a:off x="15662949" y="2573100"/>
            <a:ext cx="2617200" cy="2570400"/>
          </a:xfrm>
          <a:solidFill>
            <a:schemeClr val="accent6">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40" name="図プレースホルダー 3"/>
          <p:cNvSpPr>
            <a:spLocks noGrp="1"/>
          </p:cNvSpPr>
          <p:nvPr>
            <p:ph type="pic" sz="quarter" idx="38" hasCustomPrompt="1"/>
          </p:nvPr>
        </p:nvSpPr>
        <p:spPr>
          <a:xfrm>
            <a:off x="15662949" y="77166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70" name="図プレースホルダー 69"/>
          <p:cNvSpPr>
            <a:spLocks noGrp="1"/>
          </p:cNvSpPr>
          <p:nvPr>
            <p:ph type="pic" sz="quarter" idx="39" hasCustomPrompt="1"/>
          </p:nvPr>
        </p:nvSpPr>
        <p:spPr>
          <a:xfrm>
            <a:off x="1" y="5143500"/>
            <a:ext cx="5223600" cy="5143500"/>
          </a:xfrm>
          <a:solidFill>
            <a:schemeClr val="accent1">
              <a:lumMod val="60000"/>
              <a:lumOff val="40000"/>
            </a:schemeClr>
          </a:solidFill>
        </p:spPr>
        <p:txBody>
          <a:bodyPr/>
          <a:lstStyle>
            <a:lvl1pPr>
              <a:defRPr/>
            </a:lvl1pPr>
          </a:lstStyle>
          <a:p>
            <a:r>
              <a:rPr kumimoji="1" lang="en-US" altLang="ja-JP" dirty="0"/>
              <a:t>Add an image </a:t>
            </a:r>
            <a:endParaRPr kumimoji="1" lang="ja-JP" altLang="en-US" dirty="0"/>
          </a:p>
        </p:txBody>
      </p:sp>
      <p:sp>
        <p:nvSpPr>
          <p:cNvPr id="71" name="図プレースホルダー 69"/>
          <p:cNvSpPr>
            <a:spLocks noGrp="1"/>
          </p:cNvSpPr>
          <p:nvPr>
            <p:ph type="pic" sz="quarter" idx="40" hasCustomPrompt="1"/>
          </p:nvPr>
        </p:nvSpPr>
        <p:spPr>
          <a:xfrm>
            <a:off x="7833741" y="0"/>
            <a:ext cx="5223600" cy="5143500"/>
          </a:xfrm>
          <a:solidFill>
            <a:schemeClr val="accent2">
              <a:lumMod val="60000"/>
              <a:lumOff val="40000"/>
            </a:schemeClr>
          </a:solidFill>
        </p:spPr>
        <p:txBody>
          <a:bodyPr/>
          <a:lstStyle>
            <a:lvl1pPr>
              <a:defRPr/>
            </a:lvl1pPr>
          </a:lstStyle>
          <a:p>
            <a:r>
              <a:rPr kumimoji="1" lang="en-US" altLang="ja-JP" dirty="0"/>
              <a:t>add an image </a:t>
            </a:r>
            <a:endParaRPr kumimoji="1" lang="ja-JP" altLang="en-US" dirty="0"/>
          </a:p>
        </p:txBody>
      </p:sp>
      <p:sp>
        <p:nvSpPr>
          <p:cNvPr id="77" name="タイトル 1"/>
          <p:cNvSpPr>
            <a:spLocks noGrp="1"/>
          </p:cNvSpPr>
          <p:nvPr>
            <p:ph type="title" hasCustomPrompt="1"/>
          </p:nvPr>
        </p:nvSpPr>
        <p:spPr>
          <a:xfrm>
            <a:off x="8228077" y="5247624"/>
            <a:ext cx="9577064" cy="1350907"/>
          </a:xfrm>
        </p:spPr>
        <p:txBody>
          <a:bodyPr anchor="b">
            <a:normAutofit/>
          </a:bodyPr>
          <a:lstStyle>
            <a:lvl1pP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78" name="正方形/長方形 77"/>
          <p:cNvSpPr/>
          <p:nvPr userDrawn="1"/>
        </p:nvSpPr>
        <p:spPr>
          <a:xfrm>
            <a:off x="8372093" y="6613755"/>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テキスト プレースホルダー 6"/>
          <p:cNvSpPr>
            <a:spLocks noGrp="1"/>
          </p:cNvSpPr>
          <p:nvPr>
            <p:ph type="body" sz="quarter" idx="16" hasCustomPrompt="1"/>
          </p:nvPr>
        </p:nvSpPr>
        <p:spPr>
          <a:xfrm>
            <a:off x="8228077" y="6686425"/>
            <a:ext cx="9577064" cy="935442"/>
          </a:xfrm>
        </p:spPr>
        <p:txBody>
          <a:bodyPr anchor="t">
            <a:noAutofit/>
          </a:bodyPr>
          <a:lstStyle>
            <a:lvl1pPr algn="l">
              <a:defRPr sz="3200" i="1" baseline="0">
                <a:solidFill>
                  <a:schemeClr val="accent1"/>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4126177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par>
                                <p:cTn id="8" presetID="14" presetClass="entr" presetSubtype="10" fill="hold" grpId="0" nodeType="withEffect">
                                  <p:stCondLst>
                                    <p:cond delay="100"/>
                                  </p:stCondLst>
                                  <p:childTnLst>
                                    <p:set>
                                      <p:cBhvr>
                                        <p:cTn id="9" dur="1" fill="hold">
                                          <p:stCondLst>
                                            <p:cond delay="0"/>
                                          </p:stCondLst>
                                        </p:cTn>
                                        <p:tgtEl>
                                          <p:spTgt spid="13"/>
                                        </p:tgtEl>
                                        <p:attrNameLst>
                                          <p:attrName>style.visibility</p:attrName>
                                        </p:attrNameLst>
                                      </p:cBhvr>
                                      <p:to>
                                        <p:strVal val="visible"/>
                                      </p:to>
                                    </p:set>
                                    <p:animEffect transition="in" filter="randombar(horizontal)">
                                      <p:cBhvr>
                                        <p:cTn id="10" dur="500"/>
                                        <p:tgtEl>
                                          <p:spTgt spid="13"/>
                                        </p:tgtEl>
                                      </p:cBhvr>
                                    </p:animEffect>
                                  </p:childTnLst>
                                </p:cTn>
                              </p:par>
                              <p:par>
                                <p:cTn id="11" presetID="14" presetClass="entr" presetSubtype="10" fill="hold" grpId="0" nodeType="withEffect">
                                  <p:stCondLst>
                                    <p:cond delay="200"/>
                                  </p:stCondLst>
                                  <p:childTnLst>
                                    <p:set>
                                      <p:cBhvr>
                                        <p:cTn id="12" dur="1" fill="hold">
                                          <p:stCondLst>
                                            <p:cond delay="0"/>
                                          </p:stCondLst>
                                        </p:cTn>
                                        <p:tgtEl>
                                          <p:spTgt spid="32"/>
                                        </p:tgtEl>
                                        <p:attrNameLst>
                                          <p:attrName>style.visibility</p:attrName>
                                        </p:attrNameLst>
                                      </p:cBhvr>
                                      <p:to>
                                        <p:strVal val="visible"/>
                                      </p:to>
                                    </p:set>
                                    <p:animEffect transition="in" filter="randombar(horizontal)">
                                      <p:cBhvr>
                                        <p:cTn id="13" dur="500"/>
                                        <p:tgtEl>
                                          <p:spTgt spid="32"/>
                                        </p:tgtEl>
                                      </p:cBhvr>
                                    </p:animEffect>
                                  </p:childTnLst>
                                </p:cTn>
                              </p:par>
                              <p:par>
                                <p:cTn id="14" presetID="14" presetClass="entr" presetSubtype="10" fill="hold" grpId="0" nodeType="withEffect">
                                  <p:stCondLst>
                                    <p:cond delay="300"/>
                                  </p:stCondLst>
                                  <p:childTnLst>
                                    <p:set>
                                      <p:cBhvr>
                                        <p:cTn id="15" dur="1" fill="hold">
                                          <p:stCondLst>
                                            <p:cond delay="0"/>
                                          </p:stCondLst>
                                        </p:cTn>
                                        <p:tgtEl>
                                          <p:spTgt spid="28"/>
                                        </p:tgtEl>
                                        <p:attrNameLst>
                                          <p:attrName>style.visibility</p:attrName>
                                        </p:attrNameLst>
                                      </p:cBhvr>
                                      <p:to>
                                        <p:strVal val="visible"/>
                                      </p:to>
                                    </p:set>
                                    <p:animEffect transition="in" filter="randombar(horizontal)">
                                      <p:cBhvr>
                                        <p:cTn id="16" dur="500"/>
                                        <p:tgtEl>
                                          <p:spTgt spid="28"/>
                                        </p:tgtEl>
                                      </p:cBhvr>
                                    </p:animEffect>
                                  </p:childTnLst>
                                </p:cTn>
                              </p:par>
                              <p:par>
                                <p:cTn id="17" presetID="14" presetClass="entr" presetSubtype="10" fill="hold" grpId="0" nodeType="withEffect">
                                  <p:stCondLst>
                                    <p:cond delay="400"/>
                                  </p:stCondLst>
                                  <p:childTnLst>
                                    <p:set>
                                      <p:cBhvr>
                                        <p:cTn id="18" dur="1" fill="hold">
                                          <p:stCondLst>
                                            <p:cond delay="0"/>
                                          </p:stCondLst>
                                        </p:cTn>
                                        <p:tgtEl>
                                          <p:spTgt spid="70"/>
                                        </p:tgtEl>
                                        <p:attrNameLst>
                                          <p:attrName>style.visibility</p:attrName>
                                        </p:attrNameLst>
                                      </p:cBhvr>
                                      <p:to>
                                        <p:strVal val="visible"/>
                                      </p:to>
                                    </p:set>
                                    <p:animEffect transition="in" filter="randombar(horizontal)">
                                      <p:cBhvr>
                                        <p:cTn id="19" dur="500"/>
                                        <p:tgtEl>
                                          <p:spTgt spid="70"/>
                                        </p:tgtEl>
                                      </p:cBhvr>
                                    </p:animEffect>
                                  </p:childTnLst>
                                </p:cTn>
                              </p:par>
                              <p:par>
                                <p:cTn id="20" presetID="14" presetClass="entr" presetSubtype="10" fill="hold" grpId="0" nodeType="withEffect">
                                  <p:stCondLst>
                                    <p:cond delay="500"/>
                                  </p:stCondLst>
                                  <p:childTnLst>
                                    <p:set>
                                      <p:cBhvr>
                                        <p:cTn id="21" dur="1" fill="hold">
                                          <p:stCondLst>
                                            <p:cond delay="0"/>
                                          </p:stCondLst>
                                        </p:cTn>
                                        <p:tgtEl>
                                          <p:spTgt spid="25"/>
                                        </p:tgtEl>
                                        <p:attrNameLst>
                                          <p:attrName>style.visibility</p:attrName>
                                        </p:attrNameLst>
                                      </p:cBhvr>
                                      <p:to>
                                        <p:strVal val="visible"/>
                                      </p:to>
                                    </p:set>
                                    <p:animEffect transition="in" filter="randombar(horizontal)">
                                      <p:cBhvr>
                                        <p:cTn id="22" dur="500"/>
                                        <p:tgtEl>
                                          <p:spTgt spid="25"/>
                                        </p:tgtEl>
                                      </p:cBhvr>
                                    </p:animEffect>
                                  </p:childTnLst>
                                </p:cTn>
                              </p:par>
                              <p:par>
                                <p:cTn id="23" presetID="14" presetClass="entr" presetSubtype="10" fill="hold" grpId="0" nodeType="withEffect">
                                  <p:stCondLst>
                                    <p:cond delay="600"/>
                                  </p:stCondLst>
                                  <p:childTnLst>
                                    <p:set>
                                      <p:cBhvr>
                                        <p:cTn id="24" dur="1" fill="hold">
                                          <p:stCondLst>
                                            <p:cond delay="0"/>
                                          </p:stCondLst>
                                        </p:cTn>
                                        <p:tgtEl>
                                          <p:spTgt spid="18"/>
                                        </p:tgtEl>
                                        <p:attrNameLst>
                                          <p:attrName>style.visibility</p:attrName>
                                        </p:attrNameLst>
                                      </p:cBhvr>
                                      <p:to>
                                        <p:strVal val="visible"/>
                                      </p:to>
                                    </p:set>
                                    <p:animEffect transition="in" filter="randombar(horizontal)">
                                      <p:cBhvr>
                                        <p:cTn id="25" dur="500"/>
                                        <p:tgtEl>
                                          <p:spTgt spid="18"/>
                                        </p:tgtEl>
                                      </p:cBhvr>
                                    </p:animEffect>
                                  </p:childTnLst>
                                </p:cTn>
                              </p:par>
                              <p:par>
                                <p:cTn id="26" presetID="14" presetClass="entr" presetSubtype="10" fill="hold" grpId="0" nodeType="withEffect">
                                  <p:stCondLst>
                                    <p:cond delay="700"/>
                                  </p:stCondLst>
                                  <p:childTnLst>
                                    <p:set>
                                      <p:cBhvr>
                                        <p:cTn id="27" dur="1" fill="hold">
                                          <p:stCondLst>
                                            <p:cond delay="0"/>
                                          </p:stCondLst>
                                        </p:cTn>
                                        <p:tgtEl>
                                          <p:spTgt spid="6"/>
                                        </p:tgtEl>
                                        <p:attrNameLst>
                                          <p:attrName>style.visibility</p:attrName>
                                        </p:attrNameLst>
                                      </p:cBhvr>
                                      <p:to>
                                        <p:strVal val="visible"/>
                                      </p:to>
                                    </p:set>
                                    <p:animEffect transition="in" filter="randombar(horizontal)">
                                      <p:cBhvr>
                                        <p:cTn id="28" dur="500"/>
                                        <p:tgtEl>
                                          <p:spTgt spid="6"/>
                                        </p:tgtEl>
                                      </p:cBhvr>
                                    </p:animEffect>
                                  </p:childTnLst>
                                </p:cTn>
                              </p:par>
                              <p:par>
                                <p:cTn id="29" presetID="14" presetClass="entr" presetSubtype="10" fill="hold" grpId="0" nodeType="withEffect">
                                  <p:stCondLst>
                                    <p:cond delay="800"/>
                                  </p:stCondLst>
                                  <p:childTnLst>
                                    <p:set>
                                      <p:cBhvr>
                                        <p:cTn id="30" dur="1" fill="hold">
                                          <p:stCondLst>
                                            <p:cond delay="0"/>
                                          </p:stCondLst>
                                        </p:cTn>
                                        <p:tgtEl>
                                          <p:spTgt spid="5"/>
                                        </p:tgtEl>
                                        <p:attrNameLst>
                                          <p:attrName>style.visibility</p:attrName>
                                        </p:attrNameLst>
                                      </p:cBhvr>
                                      <p:to>
                                        <p:strVal val="visible"/>
                                      </p:to>
                                    </p:set>
                                    <p:animEffect transition="in" filter="randombar(horizontal)">
                                      <p:cBhvr>
                                        <p:cTn id="31" dur="500"/>
                                        <p:tgtEl>
                                          <p:spTgt spid="5"/>
                                        </p:tgtEl>
                                      </p:cBhvr>
                                    </p:animEffect>
                                  </p:childTnLst>
                                </p:cTn>
                              </p:par>
                              <p:par>
                                <p:cTn id="32" presetID="14" presetClass="entr" presetSubtype="10" fill="hold" grpId="0" nodeType="withEffect">
                                  <p:stCondLst>
                                    <p:cond delay="900"/>
                                  </p:stCondLst>
                                  <p:childTnLst>
                                    <p:set>
                                      <p:cBhvr>
                                        <p:cTn id="33" dur="1" fill="hold">
                                          <p:stCondLst>
                                            <p:cond delay="0"/>
                                          </p:stCondLst>
                                        </p:cTn>
                                        <p:tgtEl>
                                          <p:spTgt spid="40"/>
                                        </p:tgtEl>
                                        <p:attrNameLst>
                                          <p:attrName>style.visibility</p:attrName>
                                        </p:attrNameLst>
                                      </p:cBhvr>
                                      <p:to>
                                        <p:strVal val="visible"/>
                                      </p:to>
                                    </p:set>
                                    <p:animEffect transition="in" filter="randombar(horizontal)">
                                      <p:cBhvr>
                                        <p:cTn id="34" dur="500"/>
                                        <p:tgtEl>
                                          <p:spTgt spid="40"/>
                                        </p:tgtEl>
                                      </p:cBhvr>
                                    </p:animEffect>
                                  </p:childTnLst>
                                </p:cTn>
                              </p:par>
                              <p:par>
                                <p:cTn id="35" presetID="14" presetClass="entr" presetSubtype="10" fill="hold" grpId="0" nodeType="withEffect">
                                  <p:stCondLst>
                                    <p:cond delay="1000"/>
                                  </p:stCondLst>
                                  <p:childTnLst>
                                    <p:set>
                                      <p:cBhvr>
                                        <p:cTn id="36" dur="1" fill="hold">
                                          <p:stCondLst>
                                            <p:cond delay="0"/>
                                          </p:stCondLst>
                                        </p:cTn>
                                        <p:tgtEl>
                                          <p:spTgt spid="37"/>
                                        </p:tgtEl>
                                        <p:attrNameLst>
                                          <p:attrName>style.visibility</p:attrName>
                                        </p:attrNameLst>
                                      </p:cBhvr>
                                      <p:to>
                                        <p:strVal val="visible"/>
                                      </p:to>
                                    </p:set>
                                    <p:animEffect transition="in" filter="randombar(horizontal)">
                                      <p:cBhvr>
                                        <p:cTn id="37" dur="500"/>
                                        <p:tgtEl>
                                          <p:spTgt spid="37"/>
                                        </p:tgtEl>
                                      </p:cBhvr>
                                    </p:animEffect>
                                  </p:childTnLst>
                                </p:cTn>
                              </p:par>
                              <p:par>
                                <p:cTn id="38" presetID="14" presetClass="entr" presetSubtype="10" fill="hold" grpId="0" nodeType="withEffect">
                                  <p:stCondLst>
                                    <p:cond delay="1100"/>
                                  </p:stCondLst>
                                  <p:childTnLst>
                                    <p:set>
                                      <p:cBhvr>
                                        <p:cTn id="39" dur="1" fill="hold">
                                          <p:stCondLst>
                                            <p:cond delay="0"/>
                                          </p:stCondLst>
                                        </p:cTn>
                                        <p:tgtEl>
                                          <p:spTgt spid="8"/>
                                        </p:tgtEl>
                                        <p:attrNameLst>
                                          <p:attrName>style.visibility</p:attrName>
                                        </p:attrNameLst>
                                      </p:cBhvr>
                                      <p:to>
                                        <p:strVal val="visible"/>
                                      </p:to>
                                    </p:set>
                                    <p:animEffect transition="in" filter="randombar(horizontal)">
                                      <p:cBhvr>
                                        <p:cTn id="40" dur="500"/>
                                        <p:tgtEl>
                                          <p:spTgt spid="8"/>
                                        </p:tgtEl>
                                      </p:cBhvr>
                                    </p:animEffect>
                                  </p:childTnLst>
                                </p:cTn>
                              </p:par>
                              <p:par>
                                <p:cTn id="41" presetID="14" presetClass="entr" presetSubtype="10" fill="hold" grpId="0" nodeType="withEffect">
                                  <p:stCondLst>
                                    <p:cond delay="1200"/>
                                  </p:stCondLst>
                                  <p:childTnLst>
                                    <p:set>
                                      <p:cBhvr>
                                        <p:cTn id="42" dur="1" fill="hold">
                                          <p:stCondLst>
                                            <p:cond delay="0"/>
                                          </p:stCondLst>
                                        </p:cTn>
                                        <p:tgtEl>
                                          <p:spTgt spid="20"/>
                                        </p:tgtEl>
                                        <p:attrNameLst>
                                          <p:attrName>style.visibility</p:attrName>
                                        </p:attrNameLst>
                                      </p:cBhvr>
                                      <p:to>
                                        <p:strVal val="visible"/>
                                      </p:to>
                                    </p:set>
                                    <p:animEffect transition="in" filter="randombar(horizontal)">
                                      <p:cBhvr>
                                        <p:cTn id="43" dur="500"/>
                                        <p:tgtEl>
                                          <p:spTgt spid="20"/>
                                        </p:tgtEl>
                                      </p:cBhvr>
                                    </p:animEffect>
                                  </p:childTnLst>
                                </p:cTn>
                              </p:par>
                              <p:par>
                                <p:cTn id="44" presetID="14" presetClass="entr" presetSubtype="10" fill="hold" grpId="0" nodeType="withEffect">
                                  <p:stCondLst>
                                    <p:cond delay="1300"/>
                                  </p:stCondLst>
                                  <p:childTnLst>
                                    <p:set>
                                      <p:cBhvr>
                                        <p:cTn id="45" dur="1" fill="hold">
                                          <p:stCondLst>
                                            <p:cond delay="0"/>
                                          </p:stCondLst>
                                        </p:cTn>
                                        <p:tgtEl>
                                          <p:spTgt spid="38"/>
                                        </p:tgtEl>
                                        <p:attrNameLst>
                                          <p:attrName>style.visibility</p:attrName>
                                        </p:attrNameLst>
                                      </p:cBhvr>
                                      <p:to>
                                        <p:strVal val="visible"/>
                                      </p:to>
                                    </p:set>
                                    <p:animEffect transition="in" filter="randombar(horizontal)">
                                      <p:cBhvr>
                                        <p:cTn id="46" dur="500"/>
                                        <p:tgtEl>
                                          <p:spTgt spid="38"/>
                                        </p:tgtEl>
                                      </p:cBhvr>
                                    </p:animEffect>
                                  </p:childTnLst>
                                </p:cTn>
                              </p:par>
                              <p:par>
                                <p:cTn id="47" presetID="14" presetClass="entr" presetSubtype="10" fill="hold" grpId="0" nodeType="withEffect">
                                  <p:stCondLst>
                                    <p:cond delay="1400"/>
                                  </p:stCondLst>
                                  <p:childTnLst>
                                    <p:set>
                                      <p:cBhvr>
                                        <p:cTn id="48" dur="1" fill="hold">
                                          <p:stCondLst>
                                            <p:cond delay="0"/>
                                          </p:stCondLst>
                                        </p:cTn>
                                        <p:tgtEl>
                                          <p:spTgt spid="71"/>
                                        </p:tgtEl>
                                        <p:attrNameLst>
                                          <p:attrName>style.visibility</p:attrName>
                                        </p:attrNameLst>
                                      </p:cBhvr>
                                      <p:to>
                                        <p:strVal val="visible"/>
                                      </p:to>
                                    </p:set>
                                    <p:animEffect transition="in" filter="randombar(horizontal)">
                                      <p:cBhvr>
                                        <p:cTn id="49" dur="500"/>
                                        <p:tgtEl>
                                          <p:spTgt spid="71"/>
                                        </p:tgtEl>
                                      </p:cBhvr>
                                    </p:animEffect>
                                  </p:childTnLst>
                                </p:cTn>
                              </p:par>
                              <p:par>
                                <p:cTn id="50" presetID="14" presetClass="entr" presetSubtype="10" fill="hold" grpId="0" nodeType="withEffect">
                                  <p:stCondLst>
                                    <p:cond delay="1500"/>
                                  </p:stCondLst>
                                  <p:childTnLst>
                                    <p:set>
                                      <p:cBhvr>
                                        <p:cTn id="51" dur="1" fill="hold">
                                          <p:stCondLst>
                                            <p:cond delay="0"/>
                                          </p:stCondLst>
                                        </p:cTn>
                                        <p:tgtEl>
                                          <p:spTgt spid="27"/>
                                        </p:tgtEl>
                                        <p:attrNameLst>
                                          <p:attrName>style.visibility</p:attrName>
                                        </p:attrNameLst>
                                      </p:cBhvr>
                                      <p:to>
                                        <p:strVal val="visible"/>
                                      </p:to>
                                    </p:set>
                                    <p:animEffect transition="in" filter="randombar(horizontal)">
                                      <p:cBhvr>
                                        <p:cTn id="52" dur="500"/>
                                        <p:tgtEl>
                                          <p:spTgt spid="27"/>
                                        </p:tgtEl>
                                      </p:cBhvr>
                                    </p:animEffect>
                                  </p:childTnLst>
                                </p:cTn>
                              </p:par>
                              <p:par>
                                <p:cTn id="53" presetID="14" presetClass="entr" presetSubtype="10" fill="hold" grpId="0" nodeType="withEffect">
                                  <p:stCondLst>
                                    <p:cond delay="1600"/>
                                  </p:stCondLst>
                                  <p:childTnLst>
                                    <p:set>
                                      <p:cBhvr>
                                        <p:cTn id="54" dur="1" fill="hold">
                                          <p:stCondLst>
                                            <p:cond delay="0"/>
                                          </p:stCondLst>
                                        </p:cTn>
                                        <p:tgtEl>
                                          <p:spTgt spid="31"/>
                                        </p:tgtEl>
                                        <p:attrNameLst>
                                          <p:attrName>style.visibility</p:attrName>
                                        </p:attrNameLst>
                                      </p:cBhvr>
                                      <p:to>
                                        <p:strVal val="visible"/>
                                      </p:to>
                                    </p:set>
                                    <p:animEffect transition="in" filter="randombar(horizontal)">
                                      <p:cBhvr>
                                        <p:cTn id="55" dur="500"/>
                                        <p:tgtEl>
                                          <p:spTgt spid="31"/>
                                        </p:tgtEl>
                                      </p:cBhvr>
                                    </p:animEffect>
                                  </p:childTnLst>
                                </p:cTn>
                              </p:par>
                              <p:par>
                                <p:cTn id="56" presetID="14" presetClass="entr" presetSubtype="10" fill="hold" grpId="0" nodeType="withEffect">
                                  <p:stCondLst>
                                    <p:cond delay="1700"/>
                                  </p:stCondLst>
                                  <p:childTnLst>
                                    <p:set>
                                      <p:cBhvr>
                                        <p:cTn id="57" dur="1" fill="hold">
                                          <p:stCondLst>
                                            <p:cond delay="0"/>
                                          </p:stCondLst>
                                        </p:cTn>
                                        <p:tgtEl>
                                          <p:spTgt spid="4"/>
                                        </p:tgtEl>
                                        <p:attrNameLst>
                                          <p:attrName>style.visibility</p:attrName>
                                        </p:attrNameLst>
                                      </p:cBhvr>
                                      <p:to>
                                        <p:strVal val="visible"/>
                                      </p:to>
                                    </p:set>
                                    <p:animEffect transition="in" filter="randombar(horizontal)">
                                      <p:cBhvr>
                                        <p:cTn id="58" dur="500"/>
                                        <p:tgtEl>
                                          <p:spTgt spid="4"/>
                                        </p:tgtEl>
                                      </p:cBhvr>
                                    </p:animEffect>
                                  </p:childTnLst>
                                </p:cTn>
                              </p:par>
                            </p:childTnLst>
                          </p:cTn>
                        </p:par>
                        <p:par>
                          <p:cTn id="59" fill="hold">
                            <p:stCondLst>
                              <p:cond delay="2200"/>
                            </p:stCondLst>
                            <p:childTnLst>
                              <p:par>
                                <p:cTn id="60" presetID="2" presetClass="entr" presetSubtype="2" decel="100000" fill="hold" grpId="0" nodeType="afterEffect">
                                  <p:stCondLst>
                                    <p:cond delay="0"/>
                                  </p:stCondLst>
                                  <p:iterate type="wd">
                                    <p:tmPct val="10000"/>
                                  </p:iterate>
                                  <p:childTnLst>
                                    <p:set>
                                      <p:cBhvr>
                                        <p:cTn id="61" dur="1" fill="hold">
                                          <p:stCondLst>
                                            <p:cond delay="0"/>
                                          </p:stCondLst>
                                        </p:cTn>
                                        <p:tgtEl>
                                          <p:spTgt spid="77"/>
                                        </p:tgtEl>
                                        <p:attrNameLst>
                                          <p:attrName>style.visibility</p:attrName>
                                        </p:attrNameLst>
                                      </p:cBhvr>
                                      <p:to>
                                        <p:strVal val="visible"/>
                                      </p:to>
                                    </p:set>
                                    <p:anim calcmode="lin" valueType="num">
                                      <p:cBhvr additive="base">
                                        <p:cTn id="62" dur="500" fill="hold"/>
                                        <p:tgtEl>
                                          <p:spTgt spid="77"/>
                                        </p:tgtEl>
                                        <p:attrNameLst>
                                          <p:attrName>ppt_x</p:attrName>
                                        </p:attrNameLst>
                                      </p:cBhvr>
                                      <p:tavLst>
                                        <p:tav tm="0">
                                          <p:val>
                                            <p:strVal val="1+#ppt_w/2"/>
                                          </p:val>
                                        </p:tav>
                                        <p:tav tm="100000">
                                          <p:val>
                                            <p:strVal val="#ppt_x"/>
                                          </p:val>
                                        </p:tav>
                                      </p:tavLst>
                                    </p:anim>
                                    <p:anim calcmode="lin" valueType="num">
                                      <p:cBhvr additive="base">
                                        <p:cTn id="63" dur="500" fill="hold"/>
                                        <p:tgtEl>
                                          <p:spTgt spid="77"/>
                                        </p:tgtEl>
                                        <p:attrNameLst>
                                          <p:attrName>ppt_y</p:attrName>
                                        </p:attrNameLst>
                                      </p:cBhvr>
                                      <p:tavLst>
                                        <p:tav tm="0">
                                          <p:val>
                                            <p:strVal val="#ppt_y"/>
                                          </p:val>
                                        </p:tav>
                                        <p:tav tm="100000">
                                          <p:val>
                                            <p:strVal val="#ppt_y"/>
                                          </p:val>
                                        </p:tav>
                                      </p:tavLst>
                                    </p:anim>
                                  </p:childTnLst>
                                </p:cTn>
                              </p:par>
                              <p:par>
                                <p:cTn id="64" presetID="2" presetClass="entr" presetSubtype="2" decel="100000" fill="hold" grpId="0" nodeType="withEffect">
                                  <p:stCondLst>
                                    <p:cond delay="0"/>
                                  </p:stCondLst>
                                  <p:childTnLst>
                                    <p:set>
                                      <p:cBhvr>
                                        <p:cTn id="65" dur="1" fill="hold">
                                          <p:stCondLst>
                                            <p:cond delay="0"/>
                                          </p:stCondLst>
                                        </p:cTn>
                                        <p:tgtEl>
                                          <p:spTgt spid="78"/>
                                        </p:tgtEl>
                                        <p:attrNameLst>
                                          <p:attrName>style.visibility</p:attrName>
                                        </p:attrNameLst>
                                      </p:cBhvr>
                                      <p:to>
                                        <p:strVal val="visible"/>
                                      </p:to>
                                    </p:set>
                                    <p:anim calcmode="lin" valueType="num">
                                      <p:cBhvr additive="base">
                                        <p:cTn id="66" dur="500" fill="hold"/>
                                        <p:tgtEl>
                                          <p:spTgt spid="78"/>
                                        </p:tgtEl>
                                        <p:attrNameLst>
                                          <p:attrName>ppt_x</p:attrName>
                                        </p:attrNameLst>
                                      </p:cBhvr>
                                      <p:tavLst>
                                        <p:tav tm="0">
                                          <p:val>
                                            <p:strVal val="1+#ppt_w/2"/>
                                          </p:val>
                                        </p:tav>
                                        <p:tav tm="100000">
                                          <p:val>
                                            <p:strVal val="#ppt_x"/>
                                          </p:val>
                                        </p:tav>
                                      </p:tavLst>
                                    </p:anim>
                                    <p:anim calcmode="lin" valueType="num">
                                      <p:cBhvr additive="base">
                                        <p:cTn id="67" dur="500" fill="hold"/>
                                        <p:tgtEl>
                                          <p:spTgt spid="78"/>
                                        </p:tgtEl>
                                        <p:attrNameLst>
                                          <p:attrName>ppt_y</p:attrName>
                                        </p:attrNameLst>
                                      </p:cBhvr>
                                      <p:tavLst>
                                        <p:tav tm="0">
                                          <p:val>
                                            <p:strVal val="#ppt_y"/>
                                          </p:val>
                                        </p:tav>
                                        <p:tav tm="100000">
                                          <p:val>
                                            <p:strVal val="#ppt_y"/>
                                          </p:val>
                                        </p:tav>
                                      </p:tavLst>
                                    </p:anim>
                                  </p:childTnLst>
                                </p:cTn>
                              </p:par>
                            </p:childTnLst>
                          </p:cTn>
                        </p:par>
                        <p:par>
                          <p:cTn id="68" fill="hold">
                            <p:stCondLst>
                              <p:cond delay="2800"/>
                            </p:stCondLst>
                            <p:childTnLst>
                              <p:par>
                                <p:cTn id="69" presetID="22" presetClass="entr" presetSubtype="8" fill="hold" grpId="0" nodeType="afterEffect">
                                  <p:stCondLst>
                                    <p:cond delay="0"/>
                                  </p:stCondLst>
                                  <p:iterate type="lt">
                                    <p:tmPct val="10000"/>
                                  </p:iterate>
                                  <p:childTnLst>
                                    <p:set>
                                      <p:cBhvr>
                                        <p:cTn id="70" dur="1" fill="hold">
                                          <p:stCondLst>
                                            <p:cond delay="0"/>
                                          </p:stCondLst>
                                        </p:cTn>
                                        <p:tgtEl>
                                          <p:spTgt spid="79">
                                            <p:txEl>
                                              <p:pRg st="0" end="0"/>
                                            </p:txEl>
                                          </p:spTgt>
                                        </p:tgtEl>
                                        <p:attrNameLst>
                                          <p:attrName>style.visibility</p:attrName>
                                        </p:attrNameLst>
                                      </p:cBhvr>
                                      <p:to>
                                        <p:strVal val="visible"/>
                                      </p:to>
                                    </p:set>
                                    <p:animEffect transition="in" filter="wipe(left)">
                                      <p:cBhvr>
                                        <p:cTn id="71" dur="500"/>
                                        <p:tgtEl>
                                          <p:spTgt spid="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5" grpId="0" animBg="1"/>
      <p:bldP spid="8" grpId="0" animBg="1"/>
      <p:bldP spid="13" grpId="0" animBg="1"/>
      <p:bldP spid="15" grpId="0" animBg="1"/>
      <p:bldP spid="25" grpId="0" animBg="1"/>
      <p:bldP spid="27" grpId="0" animBg="1"/>
      <p:bldP spid="28" grpId="0" animBg="1"/>
      <p:bldP spid="31" grpId="0" animBg="1"/>
      <p:bldP spid="18" grpId="0" animBg="1"/>
      <p:bldP spid="20" grpId="0" animBg="1"/>
      <p:bldP spid="32" grpId="0" animBg="1"/>
      <p:bldP spid="37" grpId="0" animBg="1"/>
      <p:bldP spid="38" grpId="0" animBg="1"/>
      <p:bldP spid="40" grpId="0" animBg="1"/>
      <p:bldP spid="70" grpId="0" animBg="1"/>
      <p:bldP spid="71" grpId="0" animBg="1"/>
      <p:bldP spid="77" grpId="0"/>
      <p:bldP spid="78" grpId="0" animBg="1"/>
      <p:bldP spid="79" grpId="0" build="p">
        <p:tmplLst>
          <p:tmpl lvl="1">
            <p:tnLst>
              <p:par>
                <p:cTn presetID="22" presetClass="entr" presetSubtype="8" fill="hold" nodeType="afterEffect">
                  <p:stCondLst>
                    <p:cond delay="0"/>
                  </p:stCondLst>
                  <p:iterate type="lt">
                    <p:tmPct val="10000"/>
                  </p:iterate>
                  <p:childTnLst>
                    <p:set>
                      <p:cBhvr>
                        <p:cTn dur="1" fill="hold">
                          <p:stCondLst>
                            <p:cond delay="0"/>
                          </p:stCondLst>
                        </p:cTn>
                        <p:tgtEl>
                          <p:spTgt spid="79"/>
                        </p:tgtEl>
                        <p:attrNameLst>
                          <p:attrName>style.visibility</p:attrName>
                        </p:attrNameLst>
                      </p:cBhvr>
                      <p:to>
                        <p:strVal val="visible"/>
                      </p:to>
                    </p:set>
                    <p:animEffect transition="in" filter="wipe(left)">
                      <p:cBhvr>
                        <p:cTn dur="500"/>
                        <p:tgtEl>
                          <p:spTgt spid="79"/>
                        </p:tgtEl>
                      </p:cBhvr>
                    </p:animEffect>
                  </p:childTnLst>
                </p:cTn>
              </p:par>
            </p:tnLst>
          </p:tmpl>
        </p:tmplLst>
      </p:bldP>
    </p:bld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quare Images 2">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2617200" cy="2570400"/>
          </a:xfrm>
          <a:solidFill>
            <a:schemeClr val="accent1"/>
          </a:solidFill>
        </p:spPr>
        <p:txBody>
          <a:bodyPr>
            <a:normAutofit/>
          </a:bodyPr>
          <a:lstStyle>
            <a:lvl1pPr>
              <a:defRPr sz="1600" baseline="0"/>
            </a:lvl1pPr>
          </a:lstStyle>
          <a:p>
            <a:r>
              <a:rPr kumimoji="1" lang="en-US" altLang="ja-JP" dirty="0"/>
              <a:t>Add an image</a:t>
            </a:r>
            <a:endParaRPr kumimoji="1" lang="ja-JP" altLang="en-US" dirty="0"/>
          </a:p>
        </p:txBody>
      </p:sp>
      <p:sp>
        <p:nvSpPr>
          <p:cNvPr id="6" name="図プレースホルダー 3"/>
          <p:cNvSpPr>
            <a:spLocks noGrp="1"/>
          </p:cNvSpPr>
          <p:nvPr>
            <p:ph type="pic" sz="quarter" idx="12" hasCustomPrompt="1"/>
          </p:nvPr>
        </p:nvSpPr>
        <p:spPr>
          <a:xfrm>
            <a:off x="0" y="25731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1" name="図プレースホルダー 3"/>
          <p:cNvSpPr>
            <a:spLocks noGrp="1"/>
          </p:cNvSpPr>
          <p:nvPr>
            <p:ph type="pic" sz="quarter" idx="23" hasCustomPrompt="1"/>
          </p:nvPr>
        </p:nvSpPr>
        <p:spPr>
          <a:xfrm>
            <a:off x="0" y="5143500"/>
            <a:ext cx="2617200" cy="2570400"/>
          </a:xfrm>
          <a:solidFill>
            <a:schemeClr val="accent1"/>
          </a:solidFill>
        </p:spPr>
        <p:txBody>
          <a:bodyPr>
            <a:normAutofit/>
          </a:bodyPr>
          <a:lstStyle>
            <a:lvl1pPr>
              <a:defRPr sz="1600" baseline="0"/>
            </a:lvl1pPr>
          </a:lstStyle>
          <a:p>
            <a:r>
              <a:rPr kumimoji="1" lang="en-US" altLang="ja-JP" dirty="0"/>
              <a:t>Add an image</a:t>
            </a:r>
            <a:endParaRPr kumimoji="1" lang="ja-JP" altLang="en-US" dirty="0"/>
          </a:p>
        </p:txBody>
      </p:sp>
      <p:sp>
        <p:nvSpPr>
          <p:cNvPr id="23" name="図プレースホルダー 3"/>
          <p:cNvSpPr>
            <a:spLocks noGrp="1"/>
          </p:cNvSpPr>
          <p:nvPr>
            <p:ph type="pic" sz="quarter" idx="25" hasCustomPrompt="1"/>
          </p:nvPr>
        </p:nvSpPr>
        <p:spPr>
          <a:xfrm>
            <a:off x="0" y="77166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5" name="図プレースホルダー 3"/>
          <p:cNvSpPr>
            <a:spLocks noGrp="1"/>
          </p:cNvSpPr>
          <p:nvPr>
            <p:ph type="pic" sz="quarter" idx="11" hasCustomPrompt="1"/>
          </p:nvPr>
        </p:nvSpPr>
        <p:spPr>
          <a:xfrm>
            <a:off x="2614271" y="0"/>
            <a:ext cx="2617200" cy="2570400"/>
          </a:xfrm>
          <a:solidFill>
            <a:schemeClr val="accent6"/>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8" name="図プレースホルダー 3"/>
          <p:cNvSpPr>
            <a:spLocks noGrp="1"/>
          </p:cNvSpPr>
          <p:nvPr>
            <p:ph type="pic" sz="quarter" idx="14" hasCustomPrompt="1"/>
          </p:nvPr>
        </p:nvSpPr>
        <p:spPr>
          <a:xfrm>
            <a:off x="2614271" y="25731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2" name="図プレースホルダー 3"/>
          <p:cNvSpPr>
            <a:spLocks noGrp="1"/>
          </p:cNvSpPr>
          <p:nvPr>
            <p:ph type="pic" sz="quarter" idx="24" hasCustomPrompt="1"/>
          </p:nvPr>
        </p:nvSpPr>
        <p:spPr>
          <a:xfrm>
            <a:off x="2614271" y="5143500"/>
            <a:ext cx="2617200" cy="2570400"/>
          </a:xfrm>
          <a:solidFill>
            <a:schemeClr val="accent3"/>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4" name="図プレースホルダー 3"/>
          <p:cNvSpPr>
            <a:spLocks noGrp="1"/>
          </p:cNvSpPr>
          <p:nvPr>
            <p:ph type="pic" sz="quarter" idx="26" hasCustomPrompt="1"/>
          </p:nvPr>
        </p:nvSpPr>
        <p:spPr>
          <a:xfrm>
            <a:off x="2614271" y="77166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3" name="図プレースホルダー 3"/>
          <p:cNvSpPr>
            <a:spLocks noGrp="1"/>
          </p:cNvSpPr>
          <p:nvPr>
            <p:ph type="pic" sz="quarter" idx="15" hasCustomPrompt="1"/>
          </p:nvPr>
        </p:nvSpPr>
        <p:spPr>
          <a:xfrm>
            <a:off x="5224006" y="0"/>
            <a:ext cx="2617200" cy="2570400"/>
          </a:xfrm>
          <a:solidFill>
            <a:schemeClr val="accent3"/>
          </a:solidFill>
        </p:spPr>
        <p:txBody>
          <a:bodyPr>
            <a:normAutofit/>
          </a:bodyPr>
          <a:lstStyle>
            <a:lvl1pPr>
              <a:defRPr sz="1600" baseline="0"/>
            </a:lvl1pPr>
          </a:lstStyle>
          <a:p>
            <a:r>
              <a:rPr kumimoji="1" lang="en-US" altLang="ja-JP" dirty="0"/>
              <a:t>Add an image</a:t>
            </a:r>
            <a:endParaRPr kumimoji="1" lang="ja-JP" altLang="en-US" dirty="0"/>
          </a:p>
        </p:txBody>
      </p:sp>
      <p:sp>
        <p:nvSpPr>
          <p:cNvPr id="15" name="図プレースホルダー 3"/>
          <p:cNvSpPr>
            <a:spLocks noGrp="1"/>
          </p:cNvSpPr>
          <p:nvPr>
            <p:ph type="pic" sz="quarter" idx="17" hasCustomPrompt="1"/>
          </p:nvPr>
        </p:nvSpPr>
        <p:spPr>
          <a:xfrm>
            <a:off x="5224006" y="25731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5" name="図プレースホルダー 3"/>
          <p:cNvSpPr>
            <a:spLocks noGrp="1"/>
          </p:cNvSpPr>
          <p:nvPr>
            <p:ph type="pic" sz="quarter" idx="27" hasCustomPrompt="1"/>
          </p:nvPr>
        </p:nvSpPr>
        <p:spPr>
          <a:xfrm>
            <a:off x="5224006" y="5143500"/>
            <a:ext cx="2617200" cy="2570400"/>
          </a:xfrm>
          <a:solidFill>
            <a:schemeClr val="accent4"/>
          </a:solidFill>
        </p:spPr>
        <p:txBody>
          <a:bodyPr>
            <a:normAutofit/>
          </a:bodyPr>
          <a:lstStyle>
            <a:lvl1pPr>
              <a:defRPr sz="1600" baseline="0"/>
            </a:lvl1pPr>
          </a:lstStyle>
          <a:p>
            <a:r>
              <a:rPr kumimoji="1" lang="en-US" altLang="ja-JP" dirty="0"/>
              <a:t>Add an image</a:t>
            </a:r>
            <a:endParaRPr kumimoji="1" lang="ja-JP" altLang="en-US" dirty="0"/>
          </a:p>
        </p:txBody>
      </p:sp>
      <p:sp>
        <p:nvSpPr>
          <p:cNvPr id="27" name="図プレースホルダー 3"/>
          <p:cNvSpPr>
            <a:spLocks noGrp="1"/>
          </p:cNvSpPr>
          <p:nvPr>
            <p:ph type="pic" sz="quarter" idx="29" hasCustomPrompt="1"/>
          </p:nvPr>
        </p:nvSpPr>
        <p:spPr>
          <a:xfrm>
            <a:off x="5224006" y="77166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4" name="図プレースホルダー 3"/>
          <p:cNvSpPr>
            <a:spLocks noGrp="1"/>
          </p:cNvSpPr>
          <p:nvPr>
            <p:ph type="pic" sz="quarter" idx="16" hasCustomPrompt="1"/>
          </p:nvPr>
        </p:nvSpPr>
        <p:spPr>
          <a:xfrm>
            <a:off x="7833741" y="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6" name="図プレースホルダー 3"/>
          <p:cNvSpPr>
            <a:spLocks noGrp="1"/>
          </p:cNvSpPr>
          <p:nvPr>
            <p:ph type="pic" sz="quarter" idx="18" hasCustomPrompt="1"/>
          </p:nvPr>
        </p:nvSpPr>
        <p:spPr>
          <a:xfrm>
            <a:off x="7833741" y="2573100"/>
            <a:ext cx="2617200" cy="2570400"/>
          </a:xfrm>
          <a:solidFill>
            <a:schemeClr val="accent2">
              <a:lumMod val="60000"/>
              <a:lumOff val="40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6" name="図プレースホルダー 3"/>
          <p:cNvSpPr>
            <a:spLocks noGrp="1"/>
          </p:cNvSpPr>
          <p:nvPr>
            <p:ph type="pic" sz="quarter" idx="28" hasCustomPrompt="1"/>
          </p:nvPr>
        </p:nvSpPr>
        <p:spPr>
          <a:xfrm>
            <a:off x="7833741" y="5143500"/>
            <a:ext cx="2617200" cy="2570400"/>
          </a:xfrm>
          <a:solidFill>
            <a:schemeClr val="accent3"/>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8" name="図プレースホルダー 3"/>
          <p:cNvSpPr>
            <a:spLocks noGrp="1"/>
          </p:cNvSpPr>
          <p:nvPr>
            <p:ph type="pic" sz="quarter" idx="30" hasCustomPrompt="1"/>
          </p:nvPr>
        </p:nvSpPr>
        <p:spPr>
          <a:xfrm>
            <a:off x="7833741" y="77166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7" name="図プレースホルダー 3"/>
          <p:cNvSpPr>
            <a:spLocks noGrp="1"/>
          </p:cNvSpPr>
          <p:nvPr>
            <p:ph type="pic" sz="quarter" idx="19" hasCustomPrompt="1"/>
          </p:nvPr>
        </p:nvSpPr>
        <p:spPr>
          <a:xfrm>
            <a:off x="10443476" y="0"/>
            <a:ext cx="2617200" cy="2570400"/>
          </a:xfrm>
          <a:solidFill>
            <a:schemeClr val="accent1"/>
          </a:solidFill>
        </p:spPr>
        <p:txBody>
          <a:bodyPr>
            <a:normAutofit/>
          </a:bodyPr>
          <a:lstStyle>
            <a:lvl1pPr>
              <a:defRPr sz="1600" baseline="0"/>
            </a:lvl1pPr>
          </a:lstStyle>
          <a:p>
            <a:r>
              <a:rPr kumimoji="1" lang="en-US" altLang="ja-JP" dirty="0"/>
              <a:t>Add an image</a:t>
            </a:r>
            <a:endParaRPr kumimoji="1" lang="ja-JP" altLang="en-US" dirty="0"/>
          </a:p>
        </p:txBody>
      </p:sp>
      <p:sp>
        <p:nvSpPr>
          <p:cNvPr id="19" name="図プレースホルダー 3"/>
          <p:cNvSpPr>
            <a:spLocks noGrp="1"/>
          </p:cNvSpPr>
          <p:nvPr>
            <p:ph type="pic" sz="quarter" idx="21" hasCustomPrompt="1"/>
          </p:nvPr>
        </p:nvSpPr>
        <p:spPr>
          <a:xfrm>
            <a:off x="10443476" y="25731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9" name="図プレースホルダー 3"/>
          <p:cNvSpPr>
            <a:spLocks noGrp="1"/>
          </p:cNvSpPr>
          <p:nvPr>
            <p:ph type="pic" sz="quarter" idx="31" hasCustomPrompt="1"/>
          </p:nvPr>
        </p:nvSpPr>
        <p:spPr>
          <a:xfrm>
            <a:off x="10443476" y="5143500"/>
            <a:ext cx="2617200" cy="2570400"/>
          </a:xfrm>
          <a:solidFill>
            <a:schemeClr val="accent6"/>
          </a:solidFill>
        </p:spPr>
        <p:txBody>
          <a:bodyPr>
            <a:normAutofit/>
          </a:bodyPr>
          <a:lstStyle>
            <a:lvl1pPr>
              <a:defRPr sz="1600" baseline="0"/>
            </a:lvl1pPr>
          </a:lstStyle>
          <a:p>
            <a:r>
              <a:rPr kumimoji="1" lang="en-US" altLang="ja-JP" dirty="0"/>
              <a:t>Add an image</a:t>
            </a:r>
            <a:endParaRPr kumimoji="1" lang="ja-JP" altLang="en-US" dirty="0"/>
          </a:p>
        </p:txBody>
      </p:sp>
      <p:sp>
        <p:nvSpPr>
          <p:cNvPr id="31" name="図プレースホルダー 3"/>
          <p:cNvSpPr>
            <a:spLocks noGrp="1"/>
          </p:cNvSpPr>
          <p:nvPr>
            <p:ph type="pic" sz="quarter" idx="33" hasCustomPrompt="1"/>
          </p:nvPr>
        </p:nvSpPr>
        <p:spPr>
          <a:xfrm>
            <a:off x="10443476" y="77166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8" name="図プレースホルダー 3"/>
          <p:cNvSpPr>
            <a:spLocks noGrp="1"/>
          </p:cNvSpPr>
          <p:nvPr>
            <p:ph type="pic" sz="quarter" idx="20" hasCustomPrompt="1"/>
          </p:nvPr>
        </p:nvSpPr>
        <p:spPr>
          <a:xfrm>
            <a:off x="13053211" y="0"/>
            <a:ext cx="2617200" cy="2570400"/>
          </a:xfrm>
          <a:solidFill>
            <a:schemeClr val="accent3">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0" name="図プレースホルダー 3"/>
          <p:cNvSpPr>
            <a:spLocks noGrp="1"/>
          </p:cNvSpPr>
          <p:nvPr>
            <p:ph type="pic" sz="quarter" idx="22" hasCustomPrompt="1"/>
          </p:nvPr>
        </p:nvSpPr>
        <p:spPr>
          <a:xfrm>
            <a:off x="13053211" y="2573100"/>
            <a:ext cx="2617200" cy="2570400"/>
          </a:xfrm>
          <a:solidFill>
            <a:schemeClr val="accent3"/>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0" name="図プレースホルダー 3"/>
          <p:cNvSpPr>
            <a:spLocks noGrp="1"/>
          </p:cNvSpPr>
          <p:nvPr>
            <p:ph type="pic" sz="quarter" idx="32" hasCustomPrompt="1"/>
          </p:nvPr>
        </p:nvSpPr>
        <p:spPr>
          <a:xfrm>
            <a:off x="13053211" y="51435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2" name="図プレースホルダー 3"/>
          <p:cNvSpPr>
            <a:spLocks noGrp="1"/>
          </p:cNvSpPr>
          <p:nvPr>
            <p:ph type="pic" sz="quarter" idx="34" hasCustomPrompt="1"/>
          </p:nvPr>
        </p:nvSpPr>
        <p:spPr>
          <a:xfrm>
            <a:off x="13053211" y="7716600"/>
            <a:ext cx="2617200" cy="2570400"/>
          </a:xfrm>
          <a:solidFill>
            <a:schemeClr val="accent6">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7" name="図プレースホルダー 3"/>
          <p:cNvSpPr>
            <a:spLocks noGrp="1"/>
          </p:cNvSpPr>
          <p:nvPr>
            <p:ph type="pic" sz="quarter" idx="35" hasCustomPrompt="1"/>
          </p:nvPr>
        </p:nvSpPr>
        <p:spPr>
          <a:xfrm>
            <a:off x="15662949" y="0"/>
            <a:ext cx="2617200" cy="2570400"/>
          </a:xfrm>
          <a:solidFill>
            <a:schemeClr val="accent5"/>
          </a:solidFill>
        </p:spPr>
        <p:txBody>
          <a:bodyPr>
            <a:normAutofit/>
          </a:bodyPr>
          <a:lstStyle>
            <a:lvl1pPr>
              <a:defRPr sz="1600" baseline="0"/>
            </a:lvl1pPr>
          </a:lstStyle>
          <a:p>
            <a:r>
              <a:rPr kumimoji="1" lang="en-US" altLang="ja-JP" dirty="0"/>
              <a:t>Add an image</a:t>
            </a:r>
            <a:endParaRPr kumimoji="1" lang="ja-JP" altLang="en-US" dirty="0"/>
          </a:p>
        </p:txBody>
      </p:sp>
      <p:sp>
        <p:nvSpPr>
          <p:cNvPr id="38" name="図プレースホルダー 3"/>
          <p:cNvSpPr>
            <a:spLocks noGrp="1"/>
          </p:cNvSpPr>
          <p:nvPr>
            <p:ph type="pic" sz="quarter" idx="36" hasCustomPrompt="1"/>
          </p:nvPr>
        </p:nvSpPr>
        <p:spPr>
          <a:xfrm>
            <a:off x="15662949" y="2573100"/>
            <a:ext cx="2617200" cy="2570400"/>
          </a:xfrm>
          <a:solidFill>
            <a:schemeClr val="accent6">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9" name="図プレースホルダー 3"/>
          <p:cNvSpPr>
            <a:spLocks noGrp="1"/>
          </p:cNvSpPr>
          <p:nvPr>
            <p:ph type="pic" sz="quarter" idx="37" hasCustomPrompt="1"/>
          </p:nvPr>
        </p:nvSpPr>
        <p:spPr>
          <a:xfrm>
            <a:off x="15662949" y="5143500"/>
            <a:ext cx="2617200" cy="2570400"/>
          </a:xfrm>
          <a:solidFill>
            <a:schemeClr val="accent1"/>
          </a:solidFill>
        </p:spPr>
        <p:txBody>
          <a:bodyPr>
            <a:normAutofit/>
          </a:bodyPr>
          <a:lstStyle>
            <a:lvl1pPr>
              <a:defRPr sz="1600" baseline="0"/>
            </a:lvl1pPr>
          </a:lstStyle>
          <a:p>
            <a:r>
              <a:rPr kumimoji="1" lang="en-US" altLang="ja-JP" dirty="0"/>
              <a:t>Add an image</a:t>
            </a:r>
            <a:endParaRPr kumimoji="1" lang="ja-JP" altLang="en-US" dirty="0"/>
          </a:p>
        </p:txBody>
      </p:sp>
      <p:sp>
        <p:nvSpPr>
          <p:cNvPr id="40" name="図プレースホルダー 3"/>
          <p:cNvSpPr>
            <a:spLocks noGrp="1"/>
          </p:cNvSpPr>
          <p:nvPr>
            <p:ph type="pic" sz="quarter" idx="38" hasCustomPrompt="1"/>
          </p:nvPr>
        </p:nvSpPr>
        <p:spPr>
          <a:xfrm>
            <a:off x="15662949" y="77166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Tree>
    <p:extLst>
      <p:ext uri="{BB962C8B-B14F-4D97-AF65-F5344CB8AC3E}">
        <p14:creationId xmlns:p14="http://schemas.microsoft.com/office/powerpoint/2010/main" val="31985783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 Images">
    <p:bg>
      <p:bgPr>
        <a:solidFill>
          <a:schemeClr val="tx2"/>
        </a:solidFill>
        <a:effectLst/>
      </p:bgPr>
    </p:bg>
    <p:spTree>
      <p:nvGrpSpPr>
        <p:cNvPr id="1" name=""/>
        <p:cNvGrpSpPr/>
        <p:nvPr/>
      </p:nvGrpSpPr>
      <p:grpSpPr>
        <a:xfrm>
          <a:off x="0" y="0"/>
          <a:ext cx="0" cy="0"/>
          <a:chOff x="0" y="0"/>
          <a:chExt cx="0" cy="0"/>
        </a:xfrm>
      </p:grpSpPr>
      <p:sp>
        <p:nvSpPr>
          <p:cNvPr id="19" name="円/楕円 18"/>
          <p:cNvSpPr/>
          <p:nvPr userDrawn="1"/>
        </p:nvSpPr>
        <p:spPr>
          <a:xfrm>
            <a:off x="15302222" y="6021206"/>
            <a:ext cx="811957" cy="81195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20" name="円/楕円 19"/>
          <p:cNvSpPr/>
          <p:nvPr userDrawn="1"/>
        </p:nvSpPr>
        <p:spPr>
          <a:xfrm>
            <a:off x="1776050" y="3775348"/>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1" name="円/楕円 20"/>
          <p:cNvSpPr/>
          <p:nvPr userDrawn="1"/>
        </p:nvSpPr>
        <p:spPr>
          <a:xfrm>
            <a:off x="619487" y="3343300"/>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2" name="円/楕円 21"/>
          <p:cNvSpPr/>
          <p:nvPr userDrawn="1"/>
        </p:nvSpPr>
        <p:spPr>
          <a:xfrm>
            <a:off x="3579631" y="4035524"/>
            <a:ext cx="432048" cy="43204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3" name="円/楕円 22"/>
          <p:cNvSpPr/>
          <p:nvPr userDrawn="1"/>
        </p:nvSpPr>
        <p:spPr>
          <a:xfrm>
            <a:off x="16477199" y="5820740"/>
            <a:ext cx="486995" cy="4869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4" name="図プレースホルダー 5"/>
          <p:cNvSpPr>
            <a:spLocks noGrp="1"/>
          </p:cNvSpPr>
          <p:nvPr>
            <p:ph type="pic" sz="quarter" idx="12" hasCustomPrompt="1"/>
          </p:nvPr>
        </p:nvSpPr>
        <p:spPr>
          <a:xfrm>
            <a:off x="38182" y="43542"/>
            <a:ext cx="3600000" cy="3600000"/>
          </a:xfrm>
          <a:solidFill>
            <a:schemeClr val="accent1"/>
          </a:solidFill>
        </p:spPr>
        <p:txBody>
          <a:bodyPr/>
          <a:lstStyle>
            <a:lvl1pPr>
              <a:defRPr sz="1800"/>
            </a:lvl1pPr>
          </a:lstStyle>
          <a:p>
            <a:r>
              <a:rPr kumimoji="1" lang="en-US" altLang="ja-JP" dirty="0"/>
              <a:t>Add an image</a:t>
            </a:r>
            <a:endParaRPr kumimoji="1" lang="ja-JP" altLang="en-US" dirty="0"/>
          </a:p>
        </p:txBody>
      </p:sp>
      <p:sp>
        <p:nvSpPr>
          <p:cNvPr id="5" name="図プレースホルダー 5"/>
          <p:cNvSpPr>
            <a:spLocks noGrp="1"/>
          </p:cNvSpPr>
          <p:nvPr>
            <p:ph type="pic" sz="quarter" idx="13" hasCustomPrompt="1"/>
          </p:nvPr>
        </p:nvSpPr>
        <p:spPr>
          <a:xfrm>
            <a:off x="3687753" y="43542"/>
            <a:ext cx="3600000" cy="3600000"/>
          </a:xfrm>
          <a:solidFill>
            <a:schemeClr val="accent3"/>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6" name="図プレースホルダー 5"/>
          <p:cNvSpPr>
            <a:spLocks noGrp="1"/>
          </p:cNvSpPr>
          <p:nvPr>
            <p:ph type="pic" sz="quarter" idx="14" hasCustomPrompt="1"/>
          </p:nvPr>
        </p:nvSpPr>
        <p:spPr>
          <a:xfrm>
            <a:off x="7337324" y="43542"/>
            <a:ext cx="3600000" cy="3600000"/>
          </a:xfrm>
          <a:solidFill>
            <a:schemeClr val="accent2"/>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7" name="図プレースホルダー 5"/>
          <p:cNvSpPr>
            <a:spLocks noGrp="1"/>
          </p:cNvSpPr>
          <p:nvPr>
            <p:ph type="pic" sz="quarter" idx="15" hasCustomPrompt="1"/>
          </p:nvPr>
        </p:nvSpPr>
        <p:spPr>
          <a:xfrm>
            <a:off x="10988185" y="43542"/>
            <a:ext cx="3600000" cy="3600000"/>
          </a:xfrm>
          <a:solidFill>
            <a:schemeClr val="accent4"/>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8" name="図プレースホルダー 5"/>
          <p:cNvSpPr>
            <a:spLocks noGrp="1"/>
          </p:cNvSpPr>
          <p:nvPr>
            <p:ph type="pic" sz="quarter" idx="16" hasCustomPrompt="1"/>
          </p:nvPr>
        </p:nvSpPr>
        <p:spPr>
          <a:xfrm>
            <a:off x="14636467" y="43542"/>
            <a:ext cx="3600000" cy="3600000"/>
          </a:xfrm>
          <a:solidFill>
            <a:schemeClr val="accent5"/>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9" name="図プレースホルダー 5"/>
          <p:cNvSpPr>
            <a:spLocks noGrp="1"/>
          </p:cNvSpPr>
          <p:nvPr>
            <p:ph type="pic" sz="quarter" idx="17" hasCustomPrompt="1"/>
          </p:nvPr>
        </p:nvSpPr>
        <p:spPr>
          <a:xfrm>
            <a:off x="35931" y="6628665"/>
            <a:ext cx="3600000" cy="3600000"/>
          </a:xfrm>
          <a:solidFill>
            <a:schemeClr val="accent5"/>
          </a:solidFill>
        </p:spPr>
        <p:txBody>
          <a:bodyPr/>
          <a:lstStyle>
            <a:lvl1pPr>
              <a:defRPr sz="1800"/>
            </a:lvl1pPr>
          </a:lstStyle>
          <a:p>
            <a:r>
              <a:rPr kumimoji="1" lang="en-US" altLang="ja-JP" dirty="0"/>
              <a:t>Add an image</a:t>
            </a:r>
            <a:endParaRPr kumimoji="1" lang="ja-JP" altLang="en-US" dirty="0"/>
          </a:p>
        </p:txBody>
      </p:sp>
      <p:sp>
        <p:nvSpPr>
          <p:cNvPr id="10" name="図プレースホルダー 5"/>
          <p:cNvSpPr>
            <a:spLocks noGrp="1"/>
          </p:cNvSpPr>
          <p:nvPr>
            <p:ph type="pic" sz="quarter" idx="18" hasCustomPrompt="1"/>
          </p:nvPr>
        </p:nvSpPr>
        <p:spPr>
          <a:xfrm>
            <a:off x="3685502" y="6628665"/>
            <a:ext cx="3600000" cy="3600000"/>
          </a:xfrm>
          <a:solidFill>
            <a:schemeClr val="accent4"/>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1" name="図プレースホルダー 5"/>
          <p:cNvSpPr>
            <a:spLocks noGrp="1"/>
          </p:cNvSpPr>
          <p:nvPr>
            <p:ph type="pic" sz="quarter" idx="19" hasCustomPrompt="1"/>
          </p:nvPr>
        </p:nvSpPr>
        <p:spPr>
          <a:xfrm>
            <a:off x="7335073" y="6628665"/>
            <a:ext cx="3600000" cy="3600000"/>
          </a:xfrm>
          <a:solidFill>
            <a:schemeClr val="accent2"/>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2" name="図プレースホルダー 5"/>
          <p:cNvSpPr>
            <a:spLocks noGrp="1"/>
          </p:cNvSpPr>
          <p:nvPr>
            <p:ph type="pic" sz="quarter" idx="20" hasCustomPrompt="1"/>
          </p:nvPr>
        </p:nvSpPr>
        <p:spPr>
          <a:xfrm>
            <a:off x="10985934" y="6628665"/>
            <a:ext cx="3600000" cy="3600000"/>
          </a:xfrm>
          <a:solidFill>
            <a:schemeClr val="accent3"/>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3" name="図プレースホルダー 5"/>
          <p:cNvSpPr>
            <a:spLocks noGrp="1"/>
          </p:cNvSpPr>
          <p:nvPr>
            <p:ph type="pic" sz="quarter" idx="21" hasCustomPrompt="1"/>
          </p:nvPr>
        </p:nvSpPr>
        <p:spPr>
          <a:xfrm>
            <a:off x="14634216" y="6628665"/>
            <a:ext cx="3600000" cy="3600000"/>
          </a:xfrm>
          <a:solidFill>
            <a:schemeClr val="accent1"/>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6" name="タイトル 1"/>
          <p:cNvSpPr>
            <a:spLocks noGrp="1"/>
          </p:cNvSpPr>
          <p:nvPr>
            <p:ph type="title" hasCustomPrompt="1"/>
          </p:nvPr>
        </p:nvSpPr>
        <p:spPr>
          <a:xfrm>
            <a:off x="725714" y="3955852"/>
            <a:ext cx="16822057" cy="1350907"/>
          </a:xfrm>
        </p:spPr>
        <p:txBody>
          <a:bodyPr anchor="b">
            <a:normAutofit/>
          </a:bodyPr>
          <a:lstStyle>
            <a:lvl1pPr algn="ct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17" name="正方形/長方形 16"/>
          <p:cNvSpPr/>
          <p:nvPr userDrawn="1"/>
        </p:nvSpPr>
        <p:spPr>
          <a:xfrm>
            <a:off x="7522233" y="5321983"/>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6"/>
          <p:cNvSpPr>
            <a:spLocks noGrp="1"/>
          </p:cNvSpPr>
          <p:nvPr>
            <p:ph type="body" sz="quarter" idx="22" hasCustomPrompt="1"/>
          </p:nvPr>
        </p:nvSpPr>
        <p:spPr>
          <a:xfrm>
            <a:off x="725714" y="5394653"/>
            <a:ext cx="16822057" cy="935442"/>
          </a:xfrm>
        </p:spPr>
        <p:txBody>
          <a:bodyPr anchor="t">
            <a:noAutofit/>
          </a:bodyPr>
          <a:lstStyle>
            <a:lvl1pPr algn="ctr">
              <a:defRPr sz="3200" i="1" baseline="0">
                <a:solidFill>
                  <a:schemeClr val="accent1"/>
                </a:solidFill>
                <a:latin typeface="+mn-lt"/>
              </a:defRPr>
            </a:lvl1pPr>
          </a:lstStyle>
          <a:p>
            <a:pPr lvl="0"/>
            <a:r>
              <a:rPr kumimoji="1" lang="en-US" altLang="ja-JP" dirty="0"/>
              <a:t>Text goes here</a:t>
            </a:r>
            <a:endParaRPr kumimoji="1" lang="ja-JP" altLang="en-US" dirty="0"/>
          </a:p>
        </p:txBody>
      </p:sp>
      <p:sp>
        <p:nvSpPr>
          <p:cNvPr id="24" name="円/楕円 23"/>
          <p:cNvSpPr/>
          <p:nvPr userDrawn="1"/>
        </p:nvSpPr>
        <p:spPr>
          <a:xfrm>
            <a:off x="17313986" y="5243147"/>
            <a:ext cx="757710" cy="7577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Tree>
    <p:extLst>
      <p:ext uri="{BB962C8B-B14F-4D97-AF65-F5344CB8AC3E}">
        <p14:creationId xmlns:p14="http://schemas.microsoft.com/office/powerpoint/2010/main" val="192935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grpId="0" nodeType="withEffect">
                                  <p:stCondLst>
                                    <p:cond delay="225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par>
                                <p:cTn id="11" presetID="14" presetClass="entr" presetSubtype="10" fill="hold" grpId="0" nodeType="withEffect">
                                  <p:stCondLst>
                                    <p:cond delay="175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par>
                                <p:cTn id="14" presetID="14" presetClass="entr" presetSubtype="10" fill="hold" grpId="0" nodeType="withEffect">
                                  <p:stCondLst>
                                    <p:cond delay="500"/>
                                  </p:stCondLst>
                                  <p:childTnLst>
                                    <p:set>
                                      <p:cBhvr>
                                        <p:cTn id="15" dur="1" fill="hold">
                                          <p:stCondLst>
                                            <p:cond delay="0"/>
                                          </p:stCondLst>
                                        </p:cTn>
                                        <p:tgtEl>
                                          <p:spTgt spid="7"/>
                                        </p:tgtEl>
                                        <p:attrNameLst>
                                          <p:attrName>style.visibility</p:attrName>
                                        </p:attrNameLst>
                                      </p:cBhvr>
                                      <p:to>
                                        <p:strVal val="visible"/>
                                      </p:to>
                                    </p:set>
                                    <p:animEffect transition="in" filter="randombar(horizontal)">
                                      <p:cBhvr>
                                        <p:cTn id="16" dur="500"/>
                                        <p:tgtEl>
                                          <p:spTgt spid="7"/>
                                        </p:tgtEl>
                                      </p:cBhvr>
                                    </p:animEffect>
                                  </p:childTnLst>
                                </p:cTn>
                              </p:par>
                              <p:par>
                                <p:cTn id="17" presetID="14" presetClass="entr" presetSubtype="10" fill="hold" grpId="0" nodeType="withEffect">
                                  <p:stCondLst>
                                    <p:cond delay="150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par>
                                <p:cTn id="20" presetID="14" presetClass="entr" presetSubtype="10" fill="hold" grpId="0" nodeType="withEffect">
                                  <p:stCondLst>
                                    <p:cond delay="250"/>
                                  </p:stCondLst>
                                  <p:childTnLst>
                                    <p:set>
                                      <p:cBhvr>
                                        <p:cTn id="21" dur="1" fill="hold">
                                          <p:stCondLst>
                                            <p:cond delay="0"/>
                                          </p:stCondLst>
                                        </p:cTn>
                                        <p:tgtEl>
                                          <p:spTgt spid="13"/>
                                        </p:tgtEl>
                                        <p:attrNameLst>
                                          <p:attrName>style.visibility</p:attrName>
                                        </p:attrNameLst>
                                      </p:cBhvr>
                                      <p:to>
                                        <p:strVal val="visible"/>
                                      </p:to>
                                    </p:set>
                                    <p:animEffect transition="in" filter="randombar(horizontal)">
                                      <p:cBhvr>
                                        <p:cTn id="22" dur="500"/>
                                        <p:tgtEl>
                                          <p:spTgt spid="13"/>
                                        </p:tgtEl>
                                      </p:cBhvr>
                                    </p:animEffect>
                                  </p:childTnLst>
                                </p:cTn>
                              </p:par>
                              <p:par>
                                <p:cTn id="23" presetID="14" presetClass="entr" presetSubtype="10" fill="hold" grpId="0" nodeType="withEffect">
                                  <p:stCondLst>
                                    <p:cond delay="750"/>
                                  </p:stCondLst>
                                  <p:childTnLst>
                                    <p:set>
                                      <p:cBhvr>
                                        <p:cTn id="24" dur="1" fill="hold">
                                          <p:stCondLst>
                                            <p:cond delay="0"/>
                                          </p:stCondLst>
                                        </p:cTn>
                                        <p:tgtEl>
                                          <p:spTgt spid="12"/>
                                        </p:tgtEl>
                                        <p:attrNameLst>
                                          <p:attrName>style.visibility</p:attrName>
                                        </p:attrNameLst>
                                      </p:cBhvr>
                                      <p:to>
                                        <p:strVal val="visible"/>
                                      </p:to>
                                    </p:set>
                                    <p:animEffect transition="in" filter="randombar(horizontal)">
                                      <p:cBhvr>
                                        <p:cTn id="25" dur="500"/>
                                        <p:tgtEl>
                                          <p:spTgt spid="12"/>
                                        </p:tgtEl>
                                      </p:cBhvr>
                                    </p:animEffect>
                                  </p:childTnLst>
                                </p:cTn>
                              </p:par>
                              <p:par>
                                <p:cTn id="26" presetID="14" presetClass="entr" presetSubtype="10" fill="hold" grpId="0" nodeType="withEffect">
                                  <p:stCondLst>
                                    <p:cond delay="1250"/>
                                  </p:stCondLst>
                                  <p:childTnLst>
                                    <p:set>
                                      <p:cBhvr>
                                        <p:cTn id="27" dur="1" fill="hold">
                                          <p:stCondLst>
                                            <p:cond delay="0"/>
                                          </p:stCondLst>
                                        </p:cTn>
                                        <p:tgtEl>
                                          <p:spTgt spid="11"/>
                                        </p:tgtEl>
                                        <p:attrNameLst>
                                          <p:attrName>style.visibility</p:attrName>
                                        </p:attrNameLst>
                                      </p:cBhvr>
                                      <p:to>
                                        <p:strVal val="visible"/>
                                      </p:to>
                                    </p:set>
                                    <p:animEffect transition="in" filter="randombar(horizontal)">
                                      <p:cBhvr>
                                        <p:cTn id="28" dur="500"/>
                                        <p:tgtEl>
                                          <p:spTgt spid="11"/>
                                        </p:tgtEl>
                                      </p:cBhvr>
                                    </p:animEffect>
                                  </p:childTnLst>
                                </p:cTn>
                              </p:par>
                              <p:par>
                                <p:cTn id="29" presetID="14" presetClass="entr" presetSubtype="10" fill="hold" grpId="0" nodeType="withEffect">
                                  <p:stCondLst>
                                    <p:cond delay="1000"/>
                                  </p:stCondLst>
                                  <p:childTnLst>
                                    <p:set>
                                      <p:cBhvr>
                                        <p:cTn id="30" dur="1" fill="hold">
                                          <p:stCondLst>
                                            <p:cond delay="0"/>
                                          </p:stCondLst>
                                        </p:cTn>
                                        <p:tgtEl>
                                          <p:spTgt spid="10"/>
                                        </p:tgtEl>
                                        <p:attrNameLst>
                                          <p:attrName>style.visibility</p:attrName>
                                        </p:attrNameLst>
                                      </p:cBhvr>
                                      <p:to>
                                        <p:strVal val="visible"/>
                                      </p:to>
                                    </p:set>
                                    <p:animEffect transition="in" filter="randombar(horizontal)">
                                      <p:cBhvr>
                                        <p:cTn id="31" dur="500"/>
                                        <p:tgtEl>
                                          <p:spTgt spid="10"/>
                                        </p:tgtEl>
                                      </p:cBhvr>
                                    </p:animEffect>
                                  </p:childTnLst>
                                </p:cTn>
                              </p:par>
                              <p:par>
                                <p:cTn id="32" presetID="14" presetClass="entr" presetSubtype="10" fill="hold" grpId="0" nodeType="withEffect">
                                  <p:stCondLst>
                                    <p:cond delay="2000"/>
                                  </p:stCondLst>
                                  <p:childTnLst>
                                    <p:set>
                                      <p:cBhvr>
                                        <p:cTn id="33" dur="1" fill="hold">
                                          <p:stCondLst>
                                            <p:cond delay="0"/>
                                          </p:stCondLst>
                                        </p:cTn>
                                        <p:tgtEl>
                                          <p:spTgt spid="9"/>
                                        </p:tgtEl>
                                        <p:attrNameLst>
                                          <p:attrName>style.visibility</p:attrName>
                                        </p:attrNameLst>
                                      </p:cBhvr>
                                      <p:to>
                                        <p:strVal val="visible"/>
                                      </p:to>
                                    </p:set>
                                    <p:animEffect transition="in" filter="randombar(horizontal)">
                                      <p:cBhvr>
                                        <p:cTn id="34" dur="500"/>
                                        <p:tgtEl>
                                          <p:spTgt spid="9"/>
                                        </p:tgtEl>
                                      </p:cBhvr>
                                    </p:animEffect>
                                  </p:childTnLst>
                                </p:cTn>
                              </p:par>
                            </p:childTnLst>
                          </p:cTn>
                        </p:par>
                        <p:par>
                          <p:cTn id="35" fill="hold">
                            <p:stCondLst>
                              <p:cond delay="2750"/>
                            </p:stCondLst>
                            <p:childTnLst>
                              <p:par>
                                <p:cTn id="36" presetID="2" presetClass="entr" presetSubtype="8" decel="100000" fill="hold" grpId="0" nodeType="afterEffect">
                                  <p:stCondLst>
                                    <p:cond delay="250"/>
                                  </p:stCondLst>
                                  <p:iterate type="wd">
                                    <p:tmPct val="10000"/>
                                  </p:iterate>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0-#ppt_w/2"/>
                                          </p:val>
                                        </p:tav>
                                        <p:tav tm="100000">
                                          <p:val>
                                            <p:strVal val="#ppt_x"/>
                                          </p:val>
                                        </p:tav>
                                      </p:tavLst>
                                    </p:anim>
                                    <p:anim calcmode="lin" valueType="num">
                                      <p:cBhvr additive="base">
                                        <p:cTn id="39" dur="500" fill="hold"/>
                                        <p:tgtEl>
                                          <p:spTgt spid="16"/>
                                        </p:tgtEl>
                                        <p:attrNameLst>
                                          <p:attrName>ppt_y</p:attrName>
                                        </p:attrNameLst>
                                      </p:cBhvr>
                                      <p:tavLst>
                                        <p:tav tm="0">
                                          <p:val>
                                            <p:strVal val="#ppt_y"/>
                                          </p:val>
                                        </p:tav>
                                        <p:tav tm="100000">
                                          <p:val>
                                            <p:strVal val="#ppt_y"/>
                                          </p:val>
                                        </p:tav>
                                      </p:tavLst>
                                    </p:anim>
                                  </p:childTnLst>
                                </p:cTn>
                              </p:par>
                              <p:par>
                                <p:cTn id="40" presetID="2" presetClass="entr" presetSubtype="2" decel="100000" fill="hold" grpId="0" nodeType="withEffect">
                                  <p:stCondLst>
                                    <p:cond delay="25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500" fill="hold"/>
                                        <p:tgtEl>
                                          <p:spTgt spid="17"/>
                                        </p:tgtEl>
                                        <p:attrNameLst>
                                          <p:attrName>ppt_x</p:attrName>
                                        </p:attrNameLst>
                                      </p:cBhvr>
                                      <p:tavLst>
                                        <p:tav tm="0">
                                          <p:val>
                                            <p:strVal val="1+#ppt_w/2"/>
                                          </p:val>
                                        </p:tav>
                                        <p:tav tm="100000">
                                          <p:val>
                                            <p:strVal val="#ppt_x"/>
                                          </p:val>
                                        </p:tav>
                                      </p:tavLst>
                                    </p:anim>
                                    <p:anim calcmode="lin" valueType="num">
                                      <p:cBhvr additive="base">
                                        <p:cTn id="43" dur="500" fill="hold"/>
                                        <p:tgtEl>
                                          <p:spTgt spid="17"/>
                                        </p:tgtEl>
                                        <p:attrNameLst>
                                          <p:attrName>ppt_y</p:attrName>
                                        </p:attrNameLst>
                                      </p:cBhvr>
                                      <p:tavLst>
                                        <p:tav tm="0">
                                          <p:val>
                                            <p:strVal val="#ppt_y"/>
                                          </p:val>
                                        </p:tav>
                                        <p:tav tm="100000">
                                          <p:val>
                                            <p:strVal val="#ppt_y"/>
                                          </p:val>
                                        </p:tav>
                                      </p:tavLst>
                                    </p:anim>
                                  </p:childTnLst>
                                </p:cTn>
                              </p:par>
                            </p:childTnLst>
                          </p:cTn>
                        </p:par>
                        <p:par>
                          <p:cTn id="44" fill="hold">
                            <p:stCondLst>
                              <p:cond delay="3600"/>
                            </p:stCondLst>
                            <p:childTnLst>
                              <p:par>
                                <p:cTn id="45" presetID="22" presetClass="entr" presetSubtype="8" fill="hold" grpId="0" nodeType="afterEffect">
                                  <p:stCondLst>
                                    <p:cond delay="0"/>
                                  </p:stCondLst>
                                  <p:iterate type="lt">
                                    <p:tmPct val="10000"/>
                                  </p:iterate>
                                  <p:childTnLst>
                                    <p:set>
                                      <p:cBhvr>
                                        <p:cTn id="46" dur="1" fill="hold">
                                          <p:stCondLst>
                                            <p:cond delay="0"/>
                                          </p:stCondLst>
                                        </p:cTn>
                                        <p:tgtEl>
                                          <p:spTgt spid="18">
                                            <p:txEl>
                                              <p:pRg st="0" end="0"/>
                                            </p:txEl>
                                          </p:spTgt>
                                        </p:tgtEl>
                                        <p:attrNameLst>
                                          <p:attrName>style.visibility</p:attrName>
                                        </p:attrNameLst>
                                      </p:cBhvr>
                                      <p:to>
                                        <p:strVal val="visible"/>
                                      </p:to>
                                    </p:set>
                                    <p:animEffect transition="in" filter="wipe(left)">
                                      <p:cBhvr>
                                        <p:cTn id="47" dur="500"/>
                                        <p:tgtEl>
                                          <p:spTgt spid="18">
                                            <p:txEl>
                                              <p:pRg st="0" end="0"/>
                                            </p:txEl>
                                          </p:spTgt>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 calcmode="lin" valueType="num">
                                      <p:cBhvr>
                                        <p:cTn id="50" dur="400" fill="hold"/>
                                        <p:tgtEl>
                                          <p:spTgt spid="21"/>
                                        </p:tgtEl>
                                        <p:attrNameLst>
                                          <p:attrName>ppt_w</p:attrName>
                                        </p:attrNameLst>
                                      </p:cBhvr>
                                      <p:tavLst>
                                        <p:tav tm="0">
                                          <p:val>
                                            <p:fltVal val="0"/>
                                          </p:val>
                                        </p:tav>
                                        <p:tav tm="100000">
                                          <p:val>
                                            <p:strVal val="#ppt_w"/>
                                          </p:val>
                                        </p:tav>
                                      </p:tavLst>
                                    </p:anim>
                                    <p:anim calcmode="lin" valueType="num">
                                      <p:cBhvr>
                                        <p:cTn id="51" dur="400" fill="hold"/>
                                        <p:tgtEl>
                                          <p:spTgt spid="21"/>
                                        </p:tgtEl>
                                        <p:attrNameLst>
                                          <p:attrName>ppt_h</p:attrName>
                                        </p:attrNameLst>
                                      </p:cBhvr>
                                      <p:tavLst>
                                        <p:tav tm="0">
                                          <p:val>
                                            <p:fltVal val="0"/>
                                          </p:val>
                                        </p:tav>
                                        <p:tav tm="100000">
                                          <p:val>
                                            <p:strVal val="#ppt_h"/>
                                          </p:val>
                                        </p:tav>
                                      </p:tavLst>
                                    </p:anim>
                                    <p:animEffect transition="in" filter="fade">
                                      <p:cBhvr>
                                        <p:cTn id="52" dur="400"/>
                                        <p:tgtEl>
                                          <p:spTgt spid="21"/>
                                        </p:tgtEl>
                                      </p:cBhvr>
                                    </p:animEffect>
                                  </p:childTnLst>
                                </p:cTn>
                              </p:par>
                              <p:par>
                                <p:cTn id="53" presetID="53" presetClass="entr" presetSubtype="16" fill="hold" grpId="0" nodeType="withEffect">
                                  <p:stCondLst>
                                    <p:cond delay="100"/>
                                  </p:stCondLst>
                                  <p:childTnLst>
                                    <p:set>
                                      <p:cBhvr>
                                        <p:cTn id="54" dur="1" fill="hold">
                                          <p:stCondLst>
                                            <p:cond delay="0"/>
                                          </p:stCondLst>
                                        </p:cTn>
                                        <p:tgtEl>
                                          <p:spTgt spid="20"/>
                                        </p:tgtEl>
                                        <p:attrNameLst>
                                          <p:attrName>style.visibility</p:attrName>
                                        </p:attrNameLst>
                                      </p:cBhvr>
                                      <p:to>
                                        <p:strVal val="visible"/>
                                      </p:to>
                                    </p:set>
                                    <p:anim calcmode="lin" valueType="num">
                                      <p:cBhvr>
                                        <p:cTn id="55" dur="400" fill="hold"/>
                                        <p:tgtEl>
                                          <p:spTgt spid="20"/>
                                        </p:tgtEl>
                                        <p:attrNameLst>
                                          <p:attrName>ppt_w</p:attrName>
                                        </p:attrNameLst>
                                      </p:cBhvr>
                                      <p:tavLst>
                                        <p:tav tm="0">
                                          <p:val>
                                            <p:fltVal val="0"/>
                                          </p:val>
                                        </p:tav>
                                        <p:tav tm="100000">
                                          <p:val>
                                            <p:strVal val="#ppt_w"/>
                                          </p:val>
                                        </p:tav>
                                      </p:tavLst>
                                    </p:anim>
                                    <p:anim calcmode="lin" valueType="num">
                                      <p:cBhvr>
                                        <p:cTn id="56" dur="400" fill="hold"/>
                                        <p:tgtEl>
                                          <p:spTgt spid="20"/>
                                        </p:tgtEl>
                                        <p:attrNameLst>
                                          <p:attrName>ppt_h</p:attrName>
                                        </p:attrNameLst>
                                      </p:cBhvr>
                                      <p:tavLst>
                                        <p:tav tm="0">
                                          <p:val>
                                            <p:fltVal val="0"/>
                                          </p:val>
                                        </p:tav>
                                        <p:tav tm="100000">
                                          <p:val>
                                            <p:strVal val="#ppt_h"/>
                                          </p:val>
                                        </p:tav>
                                      </p:tavLst>
                                    </p:anim>
                                    <p:animEffect transition="in" filter="fade">
                                      <p:cBhvr>
                                        <p:cTn id="57" dur="400"/>
                                        <p:tgtEl>
                                          <p:spTgt spid="20"/>
                                        </p:tgtEl>
                                      </p:cBhvr>
                                    </p:animEffect>
                                  </p:childTnLst>
                                </p:cTn>
                              </p:par>
                              <p:par>
                                <p:cTn id="58" presetID="53" presetClass="entr" presetSubtype="16" fill="hold" grpId="0" nodeType="withEffect">
                                  <p:stCondLst>
                                    <p:cond delay="200"/>
                                  </p:stCondLst>
                                  <p:childTnLst>
                                    <p:set>
                                      <p:cBhvr>
                                        <p:cTn id="59" dur="1" fill="hold">
                                          <p:stCondLst>
                                            <p:cond delay="0"/>
                                          </p:stCondLst>
                                        </p:cTn>
                                        <p:tgtEl>
                                          <p:spTgt spid="22"/>
                                        </p:tgtEl>
                                        <p:attrNameLst>
                                          <p:attrName>style.visibility</p:attrName>
                                        </p:attrNameLst>
                                      </p:cBhvr>
                                      <p:to>
                                        <p:strVal val="visible"/>
                                      </p:to>
                                    </p:set>
                                    <p:anim calcmode="lin" valueType="num">
                                      <p:cBhvr>
                                        <p:cTn id="60" dur="400" fill="hold"/>
                                        <p:tgtEl>
                                          <p:spTgt spid="22"/>
                                        </p:tgtEl>
                                        <p:attrNameLst>
                                          <p:attrName>ppt_w</p:attrName>
                                        </p:attrNameLst>
                                      </p:cBhvr>
                                      <p:tavLst>
                                        <p:tav tm="0">
                                          <p:val>
                                            <p:fltVal val="0"/>
                                          </p:val>
                                        </p:tav>
                                        <p:tav tm="100000">
                                          <p:val>
                                            <p:strVal val="#ppt_w"/>
                                          </p:val>
                                        </p:tav>
                                      </p:tavLst>
                                    </p:anim>
                                    <p:anim calcmode="lin" valueType="num">
                                      <p:cBhvr>
                                        <p:cTn id="61" dur="400" fill="hold"/>
                                        <p:tgtEl>
                                          <p:spTgt spid="22"/>
                                        </p:tgtEl>
                                        <p:attrNameLst>
                                          <p:attrName>ppt_h</p:attrName>
                                        </p:attrNameLst>
                                      </p:cBhvr>
                                      <p:tavLst>
                                        <p:tav tm="0">
                                          <p:val>
                                            <p:fltVal val="0"/>
                                          </p:val>
                                        </p:tav>
                                        <p:tav tm="100000">
                                          <p:val>
                                            <p:strVal val="#ppt_h"/>
                                          </p:val>
                                        </p:tav>
                                      </p:tavLst>
                                    </p:anim>
                                    <p:animEffect transition="in" filter="fade">
                                      <p:cBhvr>
                                        <p:cTn id="62" dur="400"/>
                                        <p:tgtEl>
                                          <p:spTgt spid="22"/>
                                        </p:tgtEl>
                                      </p:cBhvr>
                                    </p:animEffect>
                                  </p:childTnLst>
                                </p:cTn>
                              </p:par>
                              <p:par>
                                <p:cTn id="63" presetID="53" presetClass="entr" presetSubtype="16" fill="hold" grpId="0" nodeType="withEffect">
                                  <p:stCondLst>
                                    <p:cond delay="300"/>
                                  </p:stCondLst>
                                  <p:childTnLst>
                                    <p:set>
                                      <p:cBhvr>
                                        <p:cTn id="64" dur="1" fill="hold">
                                          <p:stCondLst>
                                            <p:cond delay="0"/>
                                          </p:stCondLst>
                                        </p:cTn>
                                        <p:tgtEl>
                                          <p:spTgt spid="19"/>
                                        </p:tgtEl>
                                        <p:attrNameLst>
                                          <p:attrName>style.visibility</p:attrName>
                                        </p:attrNameLst>
                                      </p:cBhvr>
                                      <p:to>
                                        <p:strVal val="visible"/>
                                      </p:to>
                                    </p:set>
                                    <p:anim calcmode="lin" valueType="num">
                                      <p:cBhvr>
                                        <p:cTn id="65" dur="400" fill="hold"/>
                                        <p:tgtEl>
                                          <p:spTgt spid="19"/>
                                        </p:tgtEl>
                                        <p:attrNameLst>
                                          <p:attrName>ppt_w</p:attrName>
                                        </p:attrNameLst>
                                      </p:cBhvr>
                                      <p:tavLst>
                                        <p:tav tm="0">
                                          <p:val>
                                            <p:fltVal val="0"/>
                                          </p:val>
                                        </p:tav>
                                        <p:tav tm="100000">
                                          <p:val>
                                            <p:strVal val="#ppt_w"/>
                                          </p:val>
                                        </p:tav>
                                      </p:tavLst>
                                    </p:anim>
                                    <p:anim calcmode="lin" valueType="num">
                                      <p:cBhvr>
                                        <p:cTn id="66" dur="400" fill="hold"/>
                                        <p:tgtEl>
                                          <p:spTgt spid="19"/>
                                        </p:tgtEl>
                                        <p:attrNameLst>
                                          <p:attrName>ppt_h</p:attrName>
                                        </p:attrNameLst>
                                      </p:cBhvr>
                                      <p:tavLst>
                                        <p:tav tm="0">
                                          <p:val>
                                            <p:fltVal val="0"/>
                                          </p:val>
                                        </p:tav>
                                        <p:tav tm="100000">
                                          <p:val>
                                            <p:strVal val="#ppt_h"/>
                                          </p:val>
                                        </p:tav>
                                      </p:tavLst>
                                    </p:anim>
                                    <p:animEffect transition="in" filter="fade">
                                      <p:cBhvr>
                                        <p:cTn id="67" dur="400"/>
                                        <p:tgtEl>
                                          <p:spTgt spid="19"/>
                                        </p:tgtEl>
                                      </p:cBhvr>
                                    </p:animEffect>
                                  </p:childTnLst>
                                </p:cTn>
                              </p:par>
                              <p:par>
                                <p:cTn id="68" presetID="53" presetClass="entr" presetSubtype="16" fill="hold" grpId="0" nodeType="withEffect">
                                  <p:stCondLst>
                                    <p:cond delay="400"/>
                                  </p:stCondLst>
                                  <p:childTnLst>
                                    <p:set>
                                      <p:cBhvr>
                                        <p:cTn id="69" dur="1" fill="hold">
                                          <p:stCondLst>
                                            <p:cond delay="0"/>
                                          </p:stCondLst>
                                        </p:cTn>
                                        <p:tgtEl>
                                          <p:spTgt spid="23"/>
                                        </p:tgtEl>
                                        <p:attrNameLst>
                                          <p:attrName>style.visibility</p:attrName>
                                        </p:attrNameLst>
                                      </p:cBhvr>
                                      <p:to>
                                        <p:strVal val="visible"/>
                                      </p:to>
                                    </p:set>
                                    <p:anim calcmode="lin" valueType="num">
                                      <p:cBhvr>
                                        <p:cTn id="70" dur="400" fill="hold"/>
                                        <p:tgtEl>
                                          <p:spTgt spid="23"/>
                                        </p:tgtEl>
                                        <p:attrNameLst>
                                          <p:attrName>ppt_w</p:attrName>
                                        </p:attrNameLst>
                                      </p:cBhvr>
                                      <p:tavLst>
                                        <p:tav tm="0">
                                          <p:val>
                                            <p:fltVal val="0"/>
                                          </p:val>
                                        </p:tav>
                                        <p:tav tm="100000">
                                          <p:val>
                                            <p:strVal val="#ppt_w"/>
                                          </p:val>
                                        </p:tav>
                                      </p:tavLst>
                                    </p:anim>
                                    <p:anim calcmode="lin" valueType="num">
                                      <p:cBhvr>
                                        <p:cTn id="71" dur="400" fill="hold"/>
                                        <p:tgtEl>
                                          <p:spTgt spid="23"/>
                                        </p:tgtEl>
                                        <p:attrNameLst>
                                          <p:attrName>ppt_h</p:attrName>
                                        </p:attrNameLst>
                                      </p:cBhvr>
                                      <p:tavLst>
                                        <p:tav tm="0">
                                          <p:val>
                                            <p:fltVal val="0"/>
                                          </p:val>
                                        </p:tav>
                                        <p:tav tm="100000">
                                          <p:val>
                                            <p:strVal val="#ppt_h"/>
                                          </p:val>
                                        </p:tav>
                                      </p:tavLst>
                                    </p:anim>
                                    <p:animEffect transition="in" filter="fade">
                                      <p:cBhvr>
                                        <p:cTn id="72" dur="400"/>
                                        <p:tgtEl>
                                          <p:spTgt spid="23"/>
                                        </p:tgtEl>
                                      </p:cBhvr>
                                    </p:animEffect>
                                  </p:childTnLst>
                                </p:cTn>
                              </p:par>
                              <p:par>
                                <p:cTn id="73" presetID="53" presetClass="entr" presetSubtype="16" fill="hold" grpId="0" nodeType="withEffect">
                                  <p:stCondLst>
                                    <p:cond delay="500"/>
                                  </p:stCondLst>
                                  <p:childTnLst>
                                    <p:set>
                                      <p:cBhvr>
                                        <p:cTn id="74" dur="1" fill="hold">
                                          <p:stCondLst>
                                            <p:cond delay="0"/>
                                          </p:stCondLst>
                                        </p:cTn>
                                        <p:tgtEl>
                                          <p:spTgt spid="24"/>
                                        </p:tgtEl>
                                        <p:attrNameLst>
                                          <p:attrName>style.visibility</p:attrName>
                                        </p:attrNameLst>
                                      </p:cBhvr>
                                      <p:to>
                                        <p:strVal val="visible"/>
                                      </p:to>
                                    </p:set>
                                    <p:anim calcmode="lin" valueType="num">
                                      <p:cBhvr>
                                        <p:cTn id="75" dur="400" fill="hold"/>
                                        <p:tgtEl>
                                          <p:spTgt spid="24"/>
                                        </p:tgtEl>
                                        <p:attrNameLst>
                                          <p:attrName>ppt_w</p:attrName>
                                        </p:attrNameLst>
                                      </p:cBhvr>
                                      <p:tavLst>
                                        <p:tav tm="0">
                                          <p:val>
                                            <p:fltVal val="0"/>
                                          </p:val>
                                        </p:tav>
                                        <p:tav tm="100000">
                                          <p:val>
                                            <p:strVal val="#ppt_w"/>
                                          </p:val>
                                        </p:tav>
                                      </p:tavLst>
                                    </p:anim>
                                    <p:anim calcmode="lin" valueType="num">
                                      <p:cBhvr>
                                        <p:cTn id="76" dur="400" fill="hold"/>
                                        <p:tgtEl>
                                          <p:spTgt spid="24"/>
                                        </p:tgtEl>
                                        <p:attrNameLst>
                                          <p:attrName>ppt_h</p:attrName>
                                        </p:attrNameLst>
                                      </p:cBhvr>
                                      <p:tavLst>
                                        <p:tav tm="0">
                                          <p:val>
                                            <p:fltVal val="0"/>
                                          </p:val>
                                        </p:tav>
                                        <p:tav tm="100000">
                                          <p:val>
                                            <p:strVal val="#ppt_h"/>
                                          </p:val>
                                        </p:tav>
                                      </p:tavLst>
                                    </p:anim>
                                    <p:animEffect transition="in" filter="fade">
                                      <p:cBhvr>
                                        <p:cTn id="77"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6" grpId="0"/>
      <p:bldP spid="17" grpId="0" animBg="1"/>
      <p:bldP spid="18" grpId="0" build="p">
        <p:tmplLst>
          <p:tmpl lvl="1">
            <p:tnLst>
              <p:par>
                <p:cTn presetID="22" presetClass="entr" presetSubtype="8" fill="hold" nodeType="afterEffect">
                  <p:stCondLst>
                    <p:cond delay="0"/>
                  </p:stCondLst>
                  <p:iterate type="lt">
                    <p:tmPct val="10000"/>
                  </p:iterate>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24" grpId="0" animBg="1"/>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Images &amp; Text">
    <p:spTree>
      <p:nvGrpSpPr>
        <p:cNvPr id="1" name=""/>
        <p:cNvGrpSpPr/>
        <p:nvPr/>
      </p:nvGrpSpPr>
      <p:grpSpPr>
        <a:xfrm>
          <a:off x="0" y="0"/>
          <a:ext cx="0" cy="0"/>
          <a:chOff x="0" y="0"/>
          <a:chExt cx="0" cy="0"/>
        </a:xfrm>
      </p:grpSpPr>
      <p:sp>
        <p:nvSpPr>
          <p:cNvPr id="5" name="正方形/長方形 4"/>
          <p:cNvSpPr/>
          <p:nvPr userDrawn="1"/>
        </p:nvSpPr>
        <p:spPr>
          <a:xfrm>
            <a:off x="0" y="0"/>
            <a:ext cx="51435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図プレースホルダー 3"/>
          <p:cNvSpPr>
            <a:spLocks noGrp="1"/>
          </p:cNvSpPr>
          <p:nvPr>
            <p:ph type="pic" sz="quarter" idx="12" hasCustomPrompt="1"/>
          </p:nvPr>
        </p:nvSpPr>
        <p:spPr>
          <a:xfrm>
            <a:off x="-1" y="5143500"/>
            <a:ext cx="9142413" cy="5143500"/>
          </a:xfrm>
          <a:solidFill>
            <a:schemeClr val="bg1">
              <a:lumMod val="9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8" name="図プレースホルダー 3"/>
          <p:cNvSpPr>
            <a:spLocks noGrp="1"/>
          </p:cNvSpPr>
          <p:nvPr>
            <p:ph type="pic" sz="quarter" idx="13" hasCustomPrompt="1"/>
          </p:nvPr>
        </p:nvSpPr>
        <p:spPr>
          <a:xfrm>
            <a:off x="5120145" y="0"/>
            <a:ext cx="7119405" cy="5143500"/>
          </a:xfrm>
          <a:solidFill>
            <a:schemeClr val="bg1">
              <a:lumMod val="9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9" name="図プレースホルダー 3"/>
          <p:cNvSpPr>
            <a:spLocks noGrp="1"/>
          </p:cNvSpPr>
          <p:nvPr>
            <p:ph type="pic" sz="quarter" idx="14" hasCustomPrompt="1"/>
          </p:nvPr>
        </p:nvSpPr>
        <p:spPr>
          <a:xfrm>
            <a:off x="12239550" y="0"/>
            <a:ext cx="6046863" cy="5143500"/>
          </a:xfrm>
          <a:solidFill>
            <a:schemeClr val="bg1">
              <a:lumMod val="9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0" name="正方形/長方形 9"/>
          <p:cNvSpPr/>
          <p:nvPr userDrawn="1"/>
        </p:nvSpPr>
        <p:spPr>
          <a:xfrm>
            <a:off x="9142413" y="5143500"/>
            <a:ext cx="4105250" cy="5143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図プレースホルダー 3"/>
          <p:cNvSpPr>
            <a:spLocks noGrp="1"/>
          </p:cNvSpPr>
          <p:nvPr>
            <p:ph type="pic" sz="quarter" idx="15" hasCustomPrompt="1"/>
          </p:nvPr>
        </p:nvSpPr>
        <p:spPr>
          <a:xfrm>
            <a:off x="13247662" y="5143500"/>
            <a:ext cx="5029236" cy="5143500"/>
          </a:xfrm>
          <a:solidFill>
            <a:schemeClr val="bg1">
              <a:lumMod val="9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2" name="タイトル 1"/>
          <p:cNvSpPr>
            <a:spLocks noGrp="1"/>
          </p:cNvSpPr>
          <p:nvPr>
            <p:ph type="title" hasCustomPrompt="1"/>
          </p:nvPr>
        </p:nvSpPr>
        <p:spPr>
          <a:xfrm>
            <a:off x="214214" y="751012"/>
            <a:ext cx="4680520" cy="1566931"/>
          </a:xfrm>
        </p:spPr>
        <p:txBody>
          <a:bodyPr anchor="b">
            <a:normAutofit/>
          </a:bodyPr>
          <a:lstStyle>
            <a:lvl1pPr algn="ctr">
              <a:defRPr sz="3600" baseline="0">
                <a:solidFill>
                  <a:schemeClr val="bg1"/>
                </a:solidFill>
                <a:latin typeface="Route 159 SemiBold" pitchFamily="50" charset="0"/>
              </a:defRPr>
            </a:lvl1pPr>
          </a:lstStyle>
          <a:p>
            <a:r>
              <a:rPr kumimoji="1" lang="en-US" altLang="ja-JP" dirty="0"/>
              <a:t>Text goes here</a:t>
            </a:r>
            <a:endParaRPr kumimoji="1" lang="ja-JP" altLang="en-US" dirty="0"/>
          </a:p>
        </p:txBody>
      </p:sp>
      <p:sp>
        <p:nvSpPr>
          <p:cNvPr id="13" name="テキスト プレースホルダー 6"/>
          <p:cNvSpPr>
            <a:spLocks noGrp="1"/>
          </p:cNvSpPr>
          <p:nvPr>
            <p:ph type="body" sz="quarter" idx="22" hasCustomPrompt="1"/>
          </p:nvPr>
        </p:nvSpPr>
        <p:spPr>
          <a:xfrm>
            <a:off x="214214" y="2552574"/>
            <a:ext cx="4680521" cy="2230886"/>
          </a:xfrm>
        </p:spPr>
        <p:txBody>
          <a:bodyPr anchor="t">
            <a:noAutofit/>
          </a:bodyPr>
          <a:lstStyle>
            <a:lvl1pPr algn="ctr">
              <a:defRPr sz="2000" i="0" baseline="0">
                <a:solidFill>
                  <a:schemeClr val="bg1"/>
                </a:solidFill>
                <a:latin typeface="+mn-lt"/>
              </a:defRPr>
            </a:lvl1pPr>
          </a:lstStyle>
          <a:p>
            <a:pPr lvl="0"/>
            <a:r>
              <a:rPr kumimoji="1" lang="en-US" altLang="ja-JP" dirty="0"/>
              <a:t>Text goes here</a:t>
            </a:r>
            <a:endParaRPr kumimoji="1" lang="ja-JP" altLang="en-US" dirty="0"/>
          </a:p>
        </p:txBody>
      </p:sp>
      <p:sp>
        <p:nvSpPr>
          <p:cNvPr id="14" name="テキスト プレースホルダー 6"/>
          <p:cNvSpPr>
            <a:spLocks noGrp="1"/>
          </p:cNvSpPr>
          <p:nvPr>
            <p:ph type="body" sz="quarter" idx="23" hasCustomPrompt="1"/>
          </p:nvPr>
        </p:nvSpPr>
        <p:spPr>
          <a:xfrm>
            <a:off x="9287222" y="5359524"/>
            <a:ext cx="3816424" cy="4680520"/>
          </a:xfrm>
        </p:spPr>
        <p:txBody>
          <a:bodyPr anchor="ctr">
            <a:noAutofit/>
          </a:bodyPr>
          <a:lstStyle>
            <a:lvl1pPr algn="l">
              <a:defRPr sz="2000" i="0" baseline="0">
                <a:solidFill>
                  <a:schemeClr val="bg1"/>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2471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12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par>
                          <p:cTn id="23" fill="hold">
                            <p:stCondLst>
                              <p:cond delay="1750"/>
                            </p:stCondLst>
                            <p:childTnLst>
                              <p:par>
                                <p:cTn id="24" presetID="2" presetClass="entr" presetSubtype="1" decel="100000"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0-#ppt_h/2"/>
                                          </p:val>
                                        </p:tav>
                                        <p:tav tm="100000">
                                          <p:val>
                                            <p:strVal val="#ppt_y"/>
                                          </p:val>
                                        </p:tav>
                                      </p:tavLst>
                                    </p:anim>
                                  </p:childTnLst>
                                </p:cTn>
                              </p:par>
                            </p:childTnLst>
                          </p:cTn>
                        </p:par>
                        <p:par>
                          <p:cTn id="28" fill="hold">
                            <p:stCondLst>
                              <p:cond delay="2250"/>
                            </p:stCondLst>
                            <p:childTnLst>
                              <p:par>
                                <p:cTn id="29" presetID="22" presetClass="entr" presetSubtype="8" fill="hold" grpId="0" nodeType="after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animEffect transition="in" filter="wipe(left)">
                                      <p:cBhvr>
                                        <p:cTn id="31" dur="500"/>
                                        <p:tgtEl>
                                          <p:spTgt spid="13">
                                            <p:txEl>
                                              <p:pRg st="0" end="0"/>
                                            </p:txEl>
                                          </p:spTgt>
                                        </p:tgtEl>
                                      </p:cBhvr>
                                    </p:animEffect>
                                  </p:childTnLst>
                                </p:cTn>
                              </p:par>
                            </p:childTnLst>
                          </p:cTn>
                        </p:par>
                        <p:par>
                          <p:cTn id="32" fill="hold">
                            <p:stCondLst>
                              <p:cond delay="2750"/>
                            </p:stCondLst>
                            <p:childTnLst>
                              <p:par>
                                <p:cTn id="33" presetID="22" presetClass="entr" presetSubtype="8" fill="hold" grpId="0" nodeType="afterEffect">
                                  <p:stCondLst>
                                    <p:cond delay="0"/>
                                  </p:stCondLst>
                                  <p:childTnLst>
                                    <p:set>
                                      <p:cBhvr>
                                        <p:cTn id="34" dur="1" fill="hold">
                                          <p:stCondLst>
                                            <p:cond delay="0"/>
                                          </p:stCondLst>
                                        </p:cTn>
                                        <p:tgtEl>
                                          <p:spTgt spid="14">
                                            <p:txEl>
                                              <p:pRg st="0" end="0"/>
                                            </p:txEl>
                                          </p:spTgt>
                                        </p:tgtEl>
                                        <p:attrNameLst>
                                          <p:attrName>style.visibility</p:attrName>
                                        </p:attrNameLst>
                                      </p:cBhvr>
                                      <p:to>
                                        <p:strVal val="visible"/>
                                      </p:to>
                                    </p:set>
                                    <p:animEffect transition="in" filter="wipe(left)">
                                      <p:cBhvr>
                                        <p:cTn id="35"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p:bldP spid="13" grpId="0" build="p">
        <p:tmplLst>
          <p:tmpl lvl="1">
            <p:tnLst>
              <p:par>
                <p:cTn presetID="22" presetClass="entr" presetSubtype="8"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4" grpId="0" build="p">
        <p:tmplLst>
          <p:tmpl lvl="1">
            <p:tnLst>
              <p:par>
                <p:cTn presetID="22" presetClass="entr" presetSubtype="8"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trategy">
    <p:spTree>
      <p:nvGrpSpPr>
        <p:cNvPr id="1" name=""/>
        <p:cNvGrpSpPr/>
        <p:nvPr/>
      </p:nvGrpSpPr>
      <p:grpSpPr>
        <a:xfrm>
          <a:off x="0" y="0"/>
          <a:ext cx="0" cy="0"/>
          <a:chOff x="0" y="0"/>
          <a:chExt cx="0" cy="0"/>
        </a:xfrm>
      </p:grpSpPr>
      <p:sp>
        <p:nvSpPr>
          <p:cNvPr id="10" name="正方形/長方形 9"/>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a:off x="0" y="5965370"/>
            <a:ext cx="18286413" cy="432162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18462" y="4451598"/>
            <a:ext cx="1009181" cy="1513772"/>
          </a:xfrm>
          <a:prstGeom prst="rect">
            <a:avLst/>
          </a:prstGeom>
        </p:spPr>
      </p:pic>
      <p:pic>
        <p:nvPicPr>
          <p:cNvPr id="13" name="図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1034" y="4457082"/>
            <a:ext cx="981758" cy="1508288"/>
          </a:xfrm>
          <a:prstGeom prst="rect">
            <a:avLst/>
          </a:prstGeom>
        </p:spPr>
      </p:pic>
      <p:pic>
        <p:nvPicPr>
          <p:cNvPr id="14" name="図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65154" y="4160910"/>
            <a:ext cx="1206628" cy="1804459"/>
          </a:xfrm>
          <a:prstGeom prst="rect">
            <a:avLst/>
          </a:prstGeom>
        </p:spPr>
      </p:pic>
      <p:pic>
        <p:nvPicPr>
          <p:cNvPr id="15" name="図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595418" y="3705682"/>
            <a:ext cx="1061284" cy="2259688"/>
          </a:xfrm>
          <a:prstGeom prst="rect">
            <a:avLst/>
          </a:prstGeom>
        </p:spPr>
      </p:pic>
      <p:pic>
        <p:nvPicPr>
          <p:cNvPr id="16" name="図 1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894825" y="3628895"/>
            <a:ext cx="1173721" cy="2336475"/>
          </a:xfrm>
          <a:prstGeom prst="rect">
            <a:avLst/>
          </a:prstGeom>
        </p:spPr>
      </p:pic>
      <p:pic>
        <p:nvPicPr>
          <p:cNvPr id="17" name="図 16"/>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306314" y="3283360"/>
            <a:ext cx="1170979" cy="2682009"/>
          </a:xfrm>
          <a:prstGeom prst="rect">
            <a:avLst/>
          </a:prstGeom>
        </p:spPr>
      </p:pic>
      <p:sp>
        <p:nvSpPr>
          <p:cNvPr id="29" name="テキスト プレースホルダー 6"/>
          <p:cNvSpPr>
            <a:spLocks noGrp="1"/>
          </p:cNvSpPr>
          <p:nvPr>
            <p:ph type="body" sz="quarter" idx="21" hasCustomPrompt="1"/>
          </p:nvPr>
        </p:nvSpPr>
        <p:spPr>
          <a:xfrm>
            <a:off x="1042793" y="2918326"/>
            <a:ext cx="4389120" cy="720080"/>
          </a:xfrm>
        </p:spPr>
        <p:txBody>
          <a:bodyPr anchor="ctr">
            <a:noAutofit/>
          </a:bodyPr>
          <a:lstStyle>
            <a:lvl1pPr algn="ct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0" name="テキスト プレースホルダー 6"/>
          <p:cNvSpPr>
            <a:spLocks noGrp="1"/>
          </p:cNvSpPr>
          <p:nvPr>
            <p:ph type="body" sz="quarter" idx="22" hasCustomPrompt="1"/>
          </p:nvPr>
        </p:nvSpPr>
        <p:spPr>
          <a:xfrm>
            <a:off x="3223052" y="2062221"/>
            <a:ext cx="4389120" cy="720080"/>
          </a:xfrm>
        </p:spPr>
        <p:txBody>
          <a:bodyPr anchor="ctr">
            <a:noAutofit/>
          </a:bodyPr>
          <a:lstStyle>
            <a:lvl1pPr algn="ct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p:ph type="body" sz="quarter" idx="23" hasCustomPrompt="1"/>
          </p:nvPr>
        </p:nvSpPr>
        <p:spPr>
          <a:xfrm>
            <a:off x="10287125" y="1516812"/>
            <a:ext cx="4389120" cy="720080"/>
          </a:xfrm>
        </p:spPr>
        <p:txBody>
          <a:bodyPr anchor="ctr">
            <a:noAutofit/>
          </a:bodyPr>
          <a:lstStyle>
            <a:lvl1pPr algn="ct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24" hasCustomPrompt="1"/>
          </p:nvPr>
        </p:nvSpPr>
        <p:spPr>
          <a:xfrm>
            <a:off x="7884580" y="2386311"/>
            <a:ext cx="4389120" cy="720080"/>
          </a:xfrm>
        </p:spPr>
        <p:txBody>
          <a:bodyPr anchor="ctr">
            <a:noAutofit/>
          </a:bodyPr>
          <a:lstStyle>
            <a:lvl1pPr algn="ct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25" hasCustomPrompt="1"/>
          </p:nvPr>
        </p:nvSpPr>
        <p:spPr>
          <a:xfrm>
            <a:off x="5726308" y="1206116"/>
            <a:ext cx="4389120" cy="720080"/>
          </a:xfrm>
        </p:spPr>
        <p:txBody>
          <a:bodyPr anchor="ctr">
            <a:noAutofit/>
          </a:bodyPr>
          <a:lstStyle>
            <a:lvl1pPr algn="ct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4" name="テキスト プレースホルダー 6"/>
          <p:cNvSpPr>
            <a:spLocks noGrp="1"/>
          </p:cNvSpPr>
          <p:nvPr>
            <p:ph type="body" sz="quarter" idx="26" hasCustomPrompt="1"/>
          </p:nvPr>
        </p:nvSpPr>
        <p:spPr>
          <a:xfrm>
            <a:off x="12697243" y="647313"/>
            <a:ext cx="4389120" cy="720080"/>
          </a:xfrm>
        </p:spPr>
        <p:txBody>
          <a:bodyPr anchor="ctr">
            <a:noAutofit/>
          </a:bodyPr>
          <a:lstStyle>
            <a:lvl1pPr algn="ctr">
              <a:defRPr sz="28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cxnSp>
        <p:nvCxnSpPr>
          <p:cNvPr id="36" name="直線コネクタ 35"/>
          <p:cNvCxnSpPr>
            <a:stCxn id="29" idx="2"/>
          </p:cNvCxnSpPr>
          <p:nvPr userDrawn="1"/>
        </p:nvCxnSpPr>
        <p:spPr>
          <a:xfrm>
            <a:off x="3237353" y="3638406"/>
            <a:ext cx="0" cy="672337"/>
          </a:xfrm>
          <a:prstGeom prst="line">
            <a:avLst/>
          </a:prstGeom>
          <a:ln w="28575">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p:nvPr userDrawn="1"/>
        </p:nvCxnSpPr>
        <p:spPr>
          <a:xfrm>
            <a:off x="5425323" y="2917371"/>
            <a:ext cx="0" cy="1383775"/>
          </a:xfrm>
          <a:prstGeom prst="line">
            <a:avLst/>
          </a:prstGeom>
          <a:ln w="28575">
            <a:solidFill>
              <a:schemeClr val="accent3"/>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userDrawn="1"/>
        </p:nvCxnSpPr>
        <p:spPr>
          <a:xfrm>
            <a:off x="7903696" y="2046514"/>
            <a:ext cx="0" cy="1898912"/>
          </a:xfrm>
          <a:prstGeom prst="line">
            <a:avLst/>
          </a:prstGeom>
          <a:ln w="28575">
            <a:solidFill>
              <a:schemeClr val="accent2"/>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userDrawn="1"/>
        </p:nvCxnSpPr>
        <p:spPr>
          <a:xfrm>
            <a:off x="10068670" y="3148370"/>
            <a:ext cx="0" cy="335059"/>
          </a:xfrm>
          <a:prstGeom prst="line">
            <a:avLst/>
          </a:prstGeom>
          <a:ln w="28575">
            <a:solidFill>
              <a:schemeClr val="accent4"/>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userDrawn="1"/>
        </p:nvCxnSpPr>
        <p:spPr>
          <a:xfrm>
            <a:off x="12481685" y="2261998"/>
            <a:ext cx="0" cy="1221431"/>
          </a:xfrm>
          <a:prstGeom prst="line">
            <a:avLst/>
          </a:prstGeom>
          <a:ln w="28575">
            <a:solidFill>
              <a:schemeClr val="accent5"/>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userDrawn="1"/>
        </p:nvCxnSpPr>
        <p:spPr>
          <a:xfrm>
            <a:off x="14906985" y="1384448"/>
            <a:ext cx="0" cy="1763922"/>
          </a:xfrm>
          <a:prstGeom prst="line">
            <a:avLst/>
          </a:prstGeom>
          <a:ln w="28575">
            <a:solidFill>
              <a:schemeClr val="accent6"/>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53" name="タイトル 1"/>
          <p:cNvSpPr>
            <a:spLocks noGrp="1"/>
          </p:cNvSpPr>
          <p:nvPr>
            <p:ph type="title" hasCustomPrompt="1"/>
          </p:nvPr>
        </p:nvSpPr>
        <p:spPr>
          <a:xfrm>
            <a:off x="725714" y="6321681"/>
            <a:ext cx="16822057" cy="1350907"/>
          </a:xfrm>
        </p:spPr>
        <p:txBody>
          <a:bodyPr anchor="b">
            <a:normAutofit/>
          </a:bodyPr>
          <a:lstStyle>
            <a:lvl1pPr algn="ct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54" name="正方形/長方形 53"/>
          <p:cNvSpPr/>
          <p:nvPr userDrawn="1"/>
        </p:nvSpPr>
        <p:spPr>
          <a:xfrm>
            <a:off x="7522233" y="7687812"/>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プレースホルダー 6"/>
          <p:cNvSpPr>
            <a:spLocks noGrp="1"/>
          </p:cNvSpPr>
          <p:nvPr>
            <p:ph type="body" sz="quarter" idx="42" hasCustomPrompt="1"/>
          </p:nvPr>
        </p:nvSpPr>
        <p:spPr>
          <a:xfrm>
            <a:off x="430238" y="7982857"/>
            <a:ext cx="17425936" cy="1669143"/>
          </a:xfrm>
        </p:spPr>
        <p:txBody>
          <a:bodyPr>
            <a:noAutofit/>
          </a:bodyPr>
          <a:lstStyle>
            <a:lvl1pPr algn="ctr">
              <a:defRPr sz="2000" b="0" i="0" u="none" baseline="0">
                <a:solidFill>
                  <a:schemeClr val="bg1"/>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spTree>
    <p:extLst>
      <p:ext uri="{BB962C8B-B14F-4D97-AF65-F5344CB8AC3E}">
        <p14:creationId xmlns:p14="http://schemas.microsoft.com/office/powerpoint/2010/main" val="211789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outVertical)">
                                      <p:cBhvr>
                                        <p:cTn id="7" dur="500"/>
                                        <p:tgtEl>
                                          <p:spTgt spid="11"/>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0-#ppt_h/2"/>
                                          </p:val>
                                        </p:tav>
                                        <p:tav tm="100000">
                                          <p:val>
                                            <p:strVal val="#ppt_y"/>
                                          </p:val>
                                        </p:tav>
                                      </p:tavLst>
                                    </p:anim>
                                  </p:childTnLst>
                                </p:cTn>
                              </p:par>
                            </p:childTnLst>
                          </p:cTn>
                        </p:par>
                        <p:par>
                          <p:cTn id="13" fill="hold">
                            <p:stCondLst>
                              <p:cond delay="1250"/>
                            </p:stCondLst>
                            <p:childTnLst>
                              <p:par>
                                <p:cTn id="14" presetID="22" presetClass="entr" presetSubtype="4" fill="hold"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down)">
                                      <p:cBhvr>
                                        <p:cTn id="16" dur="500"/>
                                        <p:tgtEl>
                                          <p:spTgt spid="36"/>
                                        </p:tgtEl>
                                      </p:cBhvr>
                                    </p:animEffect>
                                  </p:childTnLst>
                                </p:cTn>
                              </p:par>
                            </p:childTnLst>
                          </p:cTn>
                        </p:par>
                        <p:par>
                          <p:cTn id="17" fill="hold">
                            <p:stCondLst>
                              <p:cond delay="1750"/>
                            </p:stCondLst>
                            <p:childTnLst>
                              <p:par>
                                <p:cTn id="18" presetID="53" presetClass="entr" presetSubtype="16" fill="hold" grpId="0" nodeType="afterEffect">
                                  <p:stCondLst>
                                    <p:cond delay="0"/>
                                  </p:stCondLst>
                                  <p:iterate type="lt">
                                    <p:tmPct val="5000"/>
                                  </p:iterate>
                                  <p:childTnLst>
                                    <p:set>
                                      <p:cBhvr>
                                        <p:cTn id="19" dur="1" fill="hold">
                                          <p:stCondLst>
                                            <p:cond delay="0"/>
                                          </p:stCondLst>
                                        </p:cTn>
                                        <p:tgtEl>
                                          <p:spTgt spid="29">
                                            <p:txEl>
                                              <p:pRg st="0" end="0"/>
                                            </p:txEl>
                                          </p:spTgt>
                                        </p:tgtEl>
                                        <p:attrNameLst>
                                          <p:attrName>style.visibility</p:attrName>
                                        </p:attrNameLst>
                                      </p:cBhvr>
                                      <p:to>
                                        <p:strVal val="visible"/>
                                      </p:to>
                                    </p:set>
                                    <p:anim calcmode="lin" valueType="num">
                                      <p:cBhvr>
                                        <p:cTn id="20" dur="500" fill="hold"/>
                                        <p:tgtEl>
                                          <p:spTgt spid="29">
                                            <p:txEl>
                                              <p:pRg st="0" end="0"/>
                                            </p:txEl>
                                          </p:spTgt>
                                        </p:tgtEl>
                                        <p:attrNameLst>
                                          <p:attrName>ppt_w</p:attrName>
                                        </p:attrNameLst>
                                      </p:cBhvr>
                                      <p:tavLst>
                                        <p:tav tm="0">
                                          <p:val>
                                            <p:fltVal val="0"/>
                                          </p:val>
                                        </p:tav>
                                        <p:tav tm="100000">
                                          <p:val>
                                            <p:strVal val="#ppt_w"/>
                                          </p:val>
                                        </p:tav>
                                      </p:tavLst>
                                    </p:anim>
                                    <p:anim calcmode="lin" valueType="num">
                                      <p:cBhvr>
                                        <p:cTn id="21" dur="500" fill="hold"/>
                                        <p:tgtEl>
                                          <p:spTgt spid="29">
                                            <p:txEl>
                                              <p:pRg st="0" end="0"/>
                                            </p:txEl>
                                          </p:spTgt>
                                        </p:tgtEl>
                                        <p:attrNameLst>
                                          <p:attrName>ppt_h</p:attrName>
                                        </p:attrNameLst>
                                      </p:cBhvr>
                                      <p:tavLst>
                                        <p:tav tm="0">
                                          <p:val>
                                            <p:fltVal val="0"/>
                                          </p:val>
                                        </p:tav>
                                        <p:tav tm="100000">
                                          <p:val>
                                            <p:strVal val="#ppt_h"/>
                                          </p:val>
                                        </p:tav>
                                      </p:tavLst>
                                    </p:anim>
                                    <p:animEffect transition="in" filter="fade">
                                      <p:cBhvr>
                                        <p:cTn id="22" dur="500"/>
                                        <p:tgtEl>
                                          <p:spTgt spid="29">
                                            <p:txEl>
                                              <p:pRg st="0" end="0"/>
                                            </p:txEl>
                                          </p:spTgt>
                                        </p:tgtEl>
                                      </p:cBhvr>
                                    </p:animEffect>
                                  </p:childTnLst>
                                </p:cTn>
                              </p:par>
                            </p:childTnLst>
                          </p:cTn>
                        </p:par>
                        <p:par>
                          <p:cTn id="23" fill="hold">
                            <p:stCondLst>
                              <p:cond delay="2525"/>
                            </p:stCondLst>
                            <p:childTnLst>
                              <p:par>
                                <p:cTn id="24" presetID="2" presetClass="entr" presetSubtype="1" decel="100000" fill="hold" nodeType="after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750" fill="hold"/>
                                        <p:tgtEl>
                                          <p:spTgt spid="13"/>
                                        </p:tgtEl>
                                        <p:attrNameLst>
                                          <p:attrName>ppt_x</p:attrName>
                                        </p:attrNameLst>
                                      </p:cBhvr>
                                      <p:tavLst>
                                        <p:tav tm="0">
                                          <p:val>
                                            <p:strVal val="#ppt_x"/>
                                          </p:val>
                                        </p:tav>
                                        <p:tav tm="100000">
                                          <p:val>
                                            <p:strVal val="#ppt_x"/>
                                          </p:val>
                                        </p:tav>
                                      </p:tavLst>
                                    </p:anim>
                                    <p:anim calcmode="lin" valueType="num">
                                      <p:cBhvr additive="base">
                                        <p:cTn id="27" dur="750" fill="hold"/>
                                        <p:tgtEl>
                                          <p:spTgt spid="13"/>
                                        </p:tgtEl>
                                        <p:attrNameLst>
                                          <p:attrName>ppt_y</p:attrName>
                                        </p:attrNameLst>
                                      </p:cBhvr>
                                      <p:tavLst>
                                        <p:tav tm="0">
                                          <p:val>
                                            <p:strVal val="0-#ppt_h/2"/>
                                          </p:val>
                                        </p:tav>
                                        <p:tav tm="100000">
                                          <p:val>
                                            <p:strVal val="#ppt_y"/>
                                          </p:val>
                                        </p:tav>
                                      </p:tavLst>
                                    </p:anim>
                                  </p:childTnLst>
                                </p:cTn>
                              </p:par>
                            </p:childTnLst>
                          </p:cTn>
                        </p:par>
                        <p:par>
                          <p:cTn id="28" fill="hold">
                            <p:stCondLst>
                              <p:cond delay="3275"/>
                            </p:stCondLst>
                            <p:childTnLst>
                              <p:par>
                                <p:cTn id="29" presetID="22" presetClass="entr" presetSubtype="4"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wipe(down)">
                                      <p:cBhvr>
                                        <p:cTn id="31" dur="500"/>
                                        <p:tgtEl>
                                          <p:spTgt spid="40"/>
                                        </p:tgtEl>
                                      </p:cBhvr>
                                    </p:animEffect>
                                  </p:childTnLst>
                                </p:cTn>
                              </p:par>
                            </p:childTnLst>
                          </p:cTn>
                        </p:par>
                        <p:par>
                          <p:cTn id="32" fill="hold">
                            <p:stCondLst>
                              <p:cond delay="3775"/>
                            </p:stCondLst>
                            <p:childTnLst>
                              <p:par>
                                <p:cTn id="33" presetID="53" presetClass="entr" presetSubtype="16" fill="hold" grpId="0" nodeType="afterEffect">
                                  <p:stCondLst>
                                    <p:cond delay="0"/>
                                  </p:stCondLst>
                                  <p:iterate type="lt">
                                    <p:tmPct val="5000"/>
                                  </p:iterate>
                                  <p:childTnLst>
                                    <p:set>
                                      <p:cBhvr>
                                        <p:cTn id="34" dur="1" fill="hold">
                                          <p:stCondLst>
                                            <p:cond delay="0"/>
                                          </p:stCondLst>
                                        </p:cTn>
                                        <p:tgtEl>
                                          <p:spTgt spid="30">
                                            <p:txEl>
                                              <p:pRg st="0" end="0"/>
                                            </p:txEl>
                                          </p:spTgt>
                                        </p:tgtEl>
                                        <p:attrNameLst>
                                          <p:attrName>style.visibility</p:attrName>
                                        </p:attrNameLst>
                                      </p:cBhvr>
                                      <p:to>
                                        <p:strVal val="visible"/>
                                      </p:to>
                                    </p:set>
                                    <p:anim calcmode="lin" valueType="num">
                                      <p:cBhvr>
                                        <p:cTn id="35" dur="500" fill="hold"/>
                                        <p:tgtEl>
                                          <p:spTgt spid="30">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30">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30">
                                            <p:txEl>
                                              <p:pRg st="0" end="0"/>
                                            </p:txEl>
                                          </p:spTgt>
                                        </p:tgtEl>
                                      </p:cBhvr>
                                    </p:animEffect>
                                  </p:childTnLst>
                                </p:cTn>
                              </p:par>
                            </p:childTnLst>
                          </p:cTn>
                        </p:par>
                        <p:par>
                          <p:cTn id="38" fill="hold">
                            <p:stCondLst>
                              <p:cond delay="4550"/>
                            </p:stCondLst>
                            <p:childTnLst>
                              <p:par>
                                <p:cTn id="39" presetID="2" presetClass="entr" presetSubtype="1" decel="10000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750" fill="hold"/>
                                        <p:tgtEl>
                                          <p:spTgt spid="14"/>
                                        </p:tgtEl>
                                        <p:attrNameLst>
                                          <p:attrName>ppt_x</p:attrName>
                                        </p:attrNameLst>
                                      </p:cBhvr>
                                      <p:tavLst>
                                        <p:tav tm="0">
                                          <p:val>
                                            <p:strVal val="#ppt_x"/>
                                          </p:val>
                                        </p:tav>
                                        <p:tav tm="100000">
                                          <p:val>
                                            <p:strVal val="#ppt_x"/>
                                          </p:val>
                                        </p:tav>
                                      </p:tavLst>
                                    </p:anim>
                                    <p:anim calcmode="lin" valueType="num">
                                      <p:cBhvr additive="base">
                                        <p:cTn id="42" dur="750" fill="hold"/>
                                        <p:tgtEl>
                                          <p:spTgt spid="14"/>
                                        </p:tgtEl>
                                        <p:attrNameLst>
                                          <p:attrName>ppt_y</p:attrName>
                                        </p:attrNameLst>
                                      </p:cBhvr>
                                      <p:tavLst>
                                        <p:tav tm="0">
                                          <p:val>
                                            <p:strVal val="0-#ppt_h/2"/>
                                          </p:val>
                                        </p:tav>
                                        <p:tav tm="100000">
                                          <p:val>
                                            <p:strVal val="#ppt_y"/>
                                          </p:val>
                                        </p:tav>
                                      </p:tavLst>
                                    </p:anim>
                                  </p:childTnLst>
                                </p:cTn>
                              </p:par>
                            </p:childTnLst>
                          </p:cTn>
                        </p:par>
                        <p:par>
                          <p:cTn id="43" fill="hold">
                            <p:stCondLst>
                              <p:cond delay="5300"/>
                            </p:stCondLst>
                            <p:childTnLst>
                              <p:par>
                                <p:cTn id="44" presetID="22" presetClass="entr" presetSubtype="4" fill="hold" nodeType="after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wipe(down)">
                                      <p:cBhvr>
                                        <p:cTn id="46" dur="500"/>
                                        <p:tgtEl>
                                          <p:spTgt spid="42"/>
                                        </p:tgtEl>
                                      </p:cBhvr>
                                    </p:animEffect>
                                  </p:childTnLst>
                                </p:cTn>
                              </p:par>
                            </p:childTnLst>
                          </p:cTn>
                        </p:par>
                        <p:par>
                          <p:cTn id="47" fill="hold">
                            <p:stCondLst>
                              <p:cond delay="5800"/>
                            </p:stCondLst>
                            <p:childTnLst>
                              <p:par>
                                <p:cTn id="48" presetID="53" presetClass="entr" presetSubtype="16" fill="hold" grpId="0" nodeType="afterEffect">
                                  <p:stCondLst>
                                    <p:cond delay="0"/>
                                  </p:stCondLst>
                                  <p:iterate type="lt">
                                    <p:tmPct val="5000"/>
                                  </p:iterate>
                                  <p:childTnLst>
                                    <p:set>
                                      <p:cBhvr>
                                        <p:cTn id="49" dur="1" fill="hold">
                                          <p:stCondLst>
                                            <p:cond delay="0"/>
                                          </p:stCondLst>
                                        </p:cTn>
                                        <p:tgtEl>
                                          <p:spTgt spid="33">
                                            <p:txEl>
                                              <p:pRg st="0" end="0"/>
                                            </p:txEl>
                                          </p:spTgt>
                                        </p:tgtEl>
                                        <p:attrNameLst>
                                          <p:attrName>style.visibility</p:attrName>
                                        </p:attrNameLst>
                                      </p:cBhvr>
                                      <p:to>
                                        <p:strVal val="visible"/>
                                      </p:to>
                                    </p:set>
                                    <p:anim calcmode="lin" valueType="num">
                                      <p:cBhvr>
                                        <p:cTn id="50" dur="500" fill="hold"/>
                                        <p:tgtEl>
                                          <p:spTgt spid="33">
                                            <p:txEl>
                                              <p:pRg st="0" end="0"/>
                                            </p:txEl>
                                          </p:spTgt>
                                        </p:tgtEl>
                                        <p:attrNameLst>
                                          <p:attrName>ppt_w</p:attrName>
                                        </p:attrNameLst>
                                      </p:cBhvr>
                                      <p:tavLst>
                                        <p:tav tm="0">
                                          <p:val>
                                            <p:fltVal val="0"/>
                                          </p:val>
                                        </p:tav>
                                        <p:tav tm="100000">
                                          <p:val>
                                            <p:strVal val="#ppt_w"/>
                                          </p:val>
                                        </p:tav>
                                      </p:tavLst>
                                    </p:anim>
                                    <p:anim calcmode="lin" valueType="num">
                                      <p:cBhvr>
                                        <p:cTn id="51" dur="500" fill="hold"/>
                                        <p:tgtEl>
                                          <p:spTgt spid="33">
                                            <p:txEl>
                                              <p:pRg st="0" end="0"/>
                                            </p:txEl>
                                          </p:spTgt>
                                        </p:tgtEl>
                                        <p:attrNameLst>
                                          <p:attrName>ppt_h</p:attrName>
                                        </p:attrNameLst>
                                      </p:cBhvr>
                                      <p:tavLst>
                                        <p:tav tm="0">
                                          <p:val>
                                            <p:fltVal val="0"/>
                                          </p:val>
                                        </p:tav>
                                        <p:tav tm="100000">
                                          <p:val>
                                            <p:strVal val="#ppt_h"/>
                                          </p:val>
                                        </p:tav>
                                      </p:tavLst>
                                    </p:anim>
                                    <p:animEffect transition="in" filter="fade">
                                      <p:cBhvr>
                                        <p:cTn id="52" dur="500"/>
                                        <p:tgtEl>
                                          <p:spTgt spid="33">
                                            <p:txEl>
                                              <p:pRg st="0" end="0"/>
                                            </p:txEl>
                                          </p:spTgt>
                                        </p:tgtEl>
                                      </p:cBhvr>
                                    </p:animEffect>
                                  </p:childTnLst>
                                </p:cTn>
                              </p:par>
                            </p:childTnLst>
                          </p:cTn>
                        </p:par>
                        <p:par>
                          <p:cTn id="53" fill="hold">
                            <p:stCondLst>
                              <p:cond delay="6575"/>
                            </p:stCondLst>
                            <p:childTnLst>
                              <p:par>
                                <p:cTn id="54" presetID="2" presetClass="entr" presetSubtype="1" decel="100000"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750" fill="hold"/>
                                        <p:tgtEl>
                                          <p:spTgt spid="15"/>
                                        </p:tgtEl>
                                        <p:attrNameLst>
                                          <p:attrName>ppt_x</p:attrName>
                                        </p:attrNameLst>
                                      </p:cBhvr>
                                      <p:tavLst>
                                        <p:tav tm="0">
                                          <p:val>
                                            <p:strVal val="#ppt_x"/>
                                          </p:val>
                                        </p:tav>
                                        <p:tav tm="100000">
                                          <p:val>
                                            <p:strVal val="#ppt_x"/>
                                          </p:val>
                                        </p:tav>
                                      </p:tavLst>
                                    </p:anim>
                                    <p:anim calcmode="lin" valueType="num">
                                      <p:cBhvr additive="base">
                                        <p:cTn id="57" dur="750" fill="hold"/>
                                        <p:tgtEl>
                                          <p:spTgt spid="15"/>
                                        </p:tgtEl>
                                        <p:attrNameLst>
                                          <p:attrName>ppt_y</p:attrName>
                                        </p:attrNameLst>
                                      </p:cBhvr>
                                      <p:tavLst>
                                        <p:tav tm="0">
                                          <p:val>
                                            <p:strVal val="0-#ppt_h/2"/>
                                          </p:val>
                                        </p:tav>
                                        <p:tav tm="100000">
                                          <p:val>
                                            <p:strVal val="#ppt_y"/>
                                          </p:val>
                                        </p:tav>
                                      </p:tavLst>
                                    </p:anim>
                                  </p:childTnLst>
                                </p:cTn>
                              </p:par>
                            </p:childTnLst>
                          </p:cTn>
                        </p:par>
                        <p:par>
                          <p:cTn id="58" fill="hold">
                            <p:stCondLst>
                              <p:cond delay="7325"/>
                            </p:stCondLst>
                            <p:childTnLst>
                              <p:par>
                                <p:cTn id="59" presetID="22" presetClass="entr" presetSubtype="4" fill="hold" nodeType="after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down)">
                                      <p:cBhvr>
                                        <p:cTn id="61" dur="500"/>
                                        <p:tgtEl>
                                          <p:spTgt spid="44"/>
                                        </p:tgtEl>
                                      </p:cBhvr>
                                    </p:animEffect>
                                  </p:childTnLst>
                                </p:cTn>
                              </p:par>
                            </p:childTnLst>
                          </p:cTn>
                        </p:par>
                        <p:par>
                          <p:cTn id="62" fill="hold">
                            <p:stCondLst>
                              <p:cond delay="7825"/>
                            </p:stCondLst>
                            <p:childTnLst>
                              <p:par>
                                <p:cTn id="63" presetID="53" presetClass="entr" presetSubtype="16" fill="hold" grpId="0" nodeType="afterEffect">
                                  <p:stCondLst>
                                    <p:cond delay="0"/>
                                  </p:stCondLst>
                                  <p:iterate type="lt">
                                    <p:tmPct val="5000"/>
                                  </p:iterate>
                                  <p:childTnLst>
                                    <p:set>
                                      <p:cBhvr>
                                        <p:cTn id="64" dur="1" fill="hold">
                                          <p:stCondLst>
                                            <p:cond delay="0"/>
                                          </p:stCondLst>
                                        </p:cTn>
                                        <p:tgtEl>
                                          <p:spTgt spid="32">
                                            <p:txEl>
                                              <p:pRg st="0" end="0"/>
                                            </p:txEl>
                                          </p:spTgt>
                                        </p:tgtEl>
                                        <p:attrNameLst>
                                          <p:attrName>style.visibility</p:attrName>
                                        </p:attrNameLst>
                                      </p:cBhvr>
                                      <p:to>
                                        <p:strVal val="visible"/>
                                      </p:to>
                                    </p:set>
                                    <p:anim calcmode="lin" valueType="num">
                                      <p:cBhvr>
                                        <p:cTn id="65" dur="500" fill="hold"/>
                                        <p:tgtEl>
                                          <p:spTgt spid="32">
                                            <p:txEl>
                                              <p:pRg st="0" end="0"/>
                                            </p:txEl>
                                          </p:spTgt>
                                        </p:tgtEl>
                                        <p:attrNameLst>
                                          <p:attrName>ppt_w</p:attrName>
                                        </p:attrNameLst>
                                      </p:cBhvr>
                                      <p:tavLst>
                                        <p:tav tm="0">
                                          <p:val>
                                            <p:fltVal val="0"/>
                                          </p:val>
                                        </p:tav>
                                        <p:tav tm="100000">
                                          <p:val>
                                            <p:strVal val="#ppt_w"/>
                                          </p:val>
                                        </p:tav>
                                      </p:tavLst>
                                    </p:anim>
                                    <p:anim calcmode="lin" valueType="num">
                                      <p:cBhvr>
                                        <p:cTn id="66" dur="500" fill="hold"/>
                                        <p:tgtEl>
                                          <p:spTgt spid="32">
                                            <p:txEl>
                                              <p:pRg st="0" end="0"/>
                                            </p:txEl>
                                          </p:spTgt>
                                        </p:tgtEl>
                                        <p:attrNameLst>
                                          <p:attrName>ppt_h</p:attrName>
                                        </p:attrNameLst>
                                      </p:cBhvr>
                                      <p:tavLst>
                                        <p:tav tm="0">
                                          <p:val>
                                            <p:fltVal val="0"/>
                                          </p:val>
                                        </p:tav>
                                        <p:tav tm="100000">
                                          <p:val>
                                            <p:strVal val="#ppt_h"/>
                                          </p:val>
                                        </p:tav>
                                      </p:tavLst>
                                    </p:anim>
                                    <p:animEffect transition="in" filter="fade">
                                      <p:cBhvr>
                                        <p:cTn id="67" dur="500"/>
                                        <p:tgtEl>
                                          <p:spTgt spid="32">
                                            <p:txEl>
                                              <p:pRg st="0" end="0"/>
                                            </p:txEl>
                                          </p:spTgt>
                                        </p:tgtEl>
                                      </p:cBhvr>
                                    </p:animEffect>
                                  </p:childTnLst>
                                </p:cTn>
                              </p:par>
                            </p:childTnLst>
                          </p:cTn>
                        </p:par>
                        <p:par>
                          <p:cTn id="68" fill="hold">
                            <p:stCondLst>
                              <p:cond delay="8600"/>
                            </p:stCondLst>
                            <p:childTnLst>
                              <p:par>
                                <p:cTn id="69" presetID="2" presetClass="entr" presetSubtype="1" decel="100000" fill="hold" nodeType="after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750" fill="hold"/>
                                        <p:tgtEl>
                                          <p:spTgt spid="16"/>
                                        </p:tgtEl>
                                        <p:attrNameLst>
                                          <p:attrName>ppt_x</p:attrName>
                                        </p:attrNameLst>
                                      </p:cBhvr>
                                      <p:tavLst>
                                        <p:tav tm="0">
                                          <p:val>
                                            <p:strVal val="#ppt_x"/>
                                          </p:val>
                                        </p:tav>
                                        <p:tav tm="100000">
                                          <p:val>
                                            <p:strVal val="#ppt_x"/>
                                          </p:val>
                                        </p:tav>
                                      </p:tavLst>
                                    </p:anim>
                                    <p:anim calcmode="lin" valueType="num">
                                      <p:cBhvr additive="base">
                                        <p:cTn id="72" dur="750" fill="hold"/>
                                        <p:tgtEl>
                                          <p:spTgt spid="16"/>
                                        </p:tgtEl>
                                        <p:attrNameLst>
                                          <p:attrName>ppt_y</p:attrName>
                                        </p:attrNameLst>
                                      </p:cBhvr>
                                      <p:tavLst>
                                        <p:tav tm="0">
                                          <p:val>
                                            <p:strVal val="0-#ppt_h/2"/>
                                          </p:val>
                                        </p:tav>
                                        <p:tav tm="100000">
                                          <p:val>
                                            <p:strVal val="#ppt_y"/>
                                          </p:val>
                                        </p:tav>
                                      </p:tavLst>
                                    </p:anim>
                                  </p:childTnLst>
                                </p:cTn>
                              </p:par>
                            </p:childTnLst>
                          </p:cTn>
                        </p:par>
                        <p:par>
                          <p:cTn id="73" fill="hold">
                            <p:stCondLst>
                              <p:cond delay="9350"/>
                            </p:stCondLst>
                            <p:childTnLst>
                              <p:par>
                                <p:cTn id="74" presetID="22" presetClass="entr" presetSubtype="4" fill="hold" nodeType="after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wipe(down)">
                                      <p:cBhvr>
                                        <p:cTn id="76" dur="500"/>
                                        <p:tgtEl>
                                          <p:spTgt spid="46"/>
                                        </p:tgtEl>
                                      </p:cBhvr>
                                    </p:animEffect>
                                  </p:childTnLst>
                                </p:cTn>
                              </p:par>
                            </p:childTnLst>
                          </p:cTn>
                        </p:par>
                        <p:par>
                          <p:cTn id="77" fill="hold">
                            <p:stCondLst>
                              <p:cond delay="9850"/>
                            </p:stCondLst>
                            <p:childTnLst>
                              <p:par>
                                <p:cTn id="78" presetID="53" presetClass="entr" presetSubtype="16" fill="hold" grpId="0" nodeType="afterEffect">
                                  <p:stCondLst>
                                    <p:cond delay="0"/>
                                  </p:stCondLst>
                                  <p:iterate type="lt">
                                    <p:tmPct val="5000"/>
                                  </p:iterate>
                                  <p:childTnLst>
                                    <p:set>
                                      <p:cBhvr>
                                        <p:cTn id="79" dur="1" fill="hold">
                                          <p:stCondLst>
                                            <p:cond delay="0"/>
                                          </p:stCondLst>
                                        </p:cTn>
                                        <p:tgtEl>
                                          <p:spTgt spid="31">
                                            <p:txEl>
                                              <p:pRg st="0" end="0"/>
                                            </p:txEl>
                                          </p:spTgt>
                                        </p:tgtEl>
                                        <p:attrNameLst>
                                          <p:attrName>style.visibility</p:attrName>
                                        </p:attrNameLst>
                                      </p:cBhvr>
                                      <p:to>
                                        <p:strVal val="visible"/>
                                      </p:to>
                                    </p:set>
                                    <p:anim calcmode="lin" valueType="num">
                                      <p:cBhvr>
                                        <p:cTn id="80" dur="500" fill="hold"/>
                                        <p:tgtEl>
                                          <p:spTgt spid="31">
                                            <p:txEl>
                                              <p:pRg st="0" end="0"/>
                                            </p:txEl>
                                          </p:spTgt>
                                        </p:tgtEl>
                                        <p:attrNameLst>
                                          <p:attrName>ppt_w</p:attrName>
                                        </p:attrNameLst>
                                      </p:cBhvr>
                                      <p:tavLst>
                                        <p:tav tm="0">
                                          <p:val>
                                            <p:fltVal val="0"/>
                                          </p:val>
                                        </p:tav>
                                        <p:tav tm="100000">
                                          <p:val>
                                            <p:strVal val="#ppt_w"/>
                                          </p:val>
                                        </p:tav>
                                      </p:tavLst>
                                    </p:anim>
                                    <p:anim calcmode="lin" valueType="num">
                                      <p:cBhvr>
                                        <p:cTn id="81" dur="500" fill="hold"/>
                                        <p:tgtEl>
                                          <p:spTgt spid="31">
                                            <p:txEl>
                                              <p:pRg st="0" end="0"/>
                                            </p:txEl>
                                          </p:spTgt>
                                        </p:tgtEl>
                                        <p:attrNameLst>
                                          <p:attrName>ppt_h</p:attrName>
                                        </p:attrNameLst>
                                      </p:cBhvr>
                                      <p:tavLst>
                                        <p:tav tm="0">
                                          <p:val>
                                            <p:fltVal val="0"/>
                                          </p:val>
                                        </p:tav>
                                        <p:tav tm="100000">
                                          <p:val>
                                            <p:strVal val="#ppt_h"/>
                                          </p:val>
                                        </p:tav>
                                      </p:tavLst>
                                    </p:anim>
                                    <p:animEffect transition="in" filter="fade">
                                      <p:cBhvr>
                                        <p:cTn id="82" dur="500"/>
                                        <p:tgtEl>
                                          <p:spTgt spid="31">
                                            <p:txEl>
                                              <p:pRg st="0" end="0"/>
                                            </p:txEl>
                                          </p:spTgt>
                                        </p:tgtEl>
                                      </p:cBhvr>
                                    </p:animEffect>
                                  </p:childTnLst>
                                </p:cTn>
                              </p:par>
                            </p:childTnLst>
                          </p:cTn>
                        </p:par>
                        <p:par>
                          <p:cTn id="83" fill="hold">
                            <p:stCondLst>
                              <p:cond delay="10625"/>
                            </p:stCondLst>
                            <p:childTnLst>
                              <p:par>
                                <p:cTn id="84" presetID="2" presetClass="entr" presetSubtype="1" decel="100000" fill="hold" nodeType="afterEffect">
                                  <p:stCondLst>
                                    <p:cond delay="0"/>
                                  </p:stCondLst>
                                  <p:childTnLst>
                                    <p:set>
                                      <p:cBhvr>
                                        <p:cTn id="85" dur="1" fill="hold">
                                          <p:stCondLst>
                                            <p:cond delay="0"/>
                                          </p:stCondLst>
                                        </p:cTn>
                                        <p:tgtEl>
                                          <p:spTgt spid="17"/>
                                        </p:tgtEl>
                                        <p:attrNameLst>
                                          <p:attrName>style.visibility</p:attrName>
                                        </p:attrNameLst>
                                      </p:cBhvr>
                                      <p:to>
                                        <p:strVal val="visible"/>
                                      </p:to>
                                    </p:set>
                                    <p:anim calcmode="lin" valueType="num">
                                      <p:cBhvr additive="base">
                                        <p:cTn id="86" dur="750" fill="hold"/>
                                        <p:tgtEl>
                                          <p:spTgt spid="17"/>
                                        </p:tgtEl>
                                        <p:attrNameLst>
                                          <p:attrName>ppt_x</p:attrName>
                                        </p:attrNameLst>
                                      </p:cBhvr>
                                      <p:tavLst>
                                        <p:tav tm="0">
                                          <p:val>
                                            <p:strVal val="#ppt_x"/>
                                          </p:val>
                                        </p:tav>
                                        <p:tav tm="100000">
                                          <p:val>
                                            <p:strVal val="#ppt_x"/>
                                          </p:val>
                                        </p:tav>
                                      </p:tavLst>
                                    </p:anim>
                                    <p:anim calcmode="lin" valueType="num">
                                      <p:cBhvr additive="base">
                                        <p:cTn id="87" dur="750" fill="hold"/>
                                        <p:tgtEl>
                                          <p:spTgt spid="17"/>
                                        </p:tgtEl>
                                        <p:attrNameLst>
                                          <p:attrName>ppt_y</p:attrName>
                                        </p:attrNameLst>
                                      </p:cBhvr>
                                      <p:tavLst>
                                        <p:tav tm="0">
                                          <p:val>
                                            <p:strVal val="0-#ppt_h/2"/>
                                          </p:val>
                                        </p:tav>
                                        <p:tav tm="100000">
                                          <p:val>
                                            <p:strVal val="#ppt_y"/>
                                          </p:val>
                                        </p:tav>
                                      </p:tavLst>
                                    </p:anim>
                                  </p:childTnLst>
                                </p:cTn>
                              </p:par>
                            </p:childTnLst>
                          </p:cTn>
                        </p:par>
                        <p:par>
                          <p:cTn id="88" fill="hold">
                            <p:stCondLst>
                              <p:cond delay="11375"/>
                            </p:stCondLst>
                            <p:childTnLst>
                              <p:par>
                                <p:cTn id="89" presetID="22" presetClass="entr" presetSubtype="4" fill="hold" nodeType="afterEffect">
                                  <p:stCondLst>
                                    <p:cond delay="0"/>
                                  </p:stCondLst>
                                  <p:childTnLst>
                                    <p:set>
                                      <p:cBhvr>
                                        <p:cTn id="90" dur="1" fill="hold">
                                          <p:stCondLst>
                                            <p:cond delay="0"/>
                                          </p:stCondLst>
                                        </p:cTn>
                                        <p:tgtEl>
                                          <p:spTgt spid="48"/>
                                        </p:tgtEl>
                                        <p:attrNameLst>
                                          <p:attrName>style.visibility</p:attrName>
                                        </p:attrNameLst>
                                      </p:cBhvr>
                                      <p:to>
                                        <p:strVal val="visible"/>
                                      </p:to>
                                    </p:set>
                                    <p:animEffect transition="in" filter="wipe(down)">
                                      <p:cBhvr>
                                        <p:cTn id="91" dur="500"/>
                                        <p:tgtEl>
                                          <p:spTgt spid="48"/>
                                        </p:tgtEl>
                                      </p:cBhvr>
                                    </p:animEffect>
                                  </p:childTnLst>
                                </p:cTn>
                              </p:par>
                            </p:childTnLst>
                          </p:cTn>
                        </p:par>
                        <p:par>
                          <p:cTn id="92" fill="hold">
                            <p:stCondLst>
                              <p:cond delay="11875"/>
                            </p:stCondLst>
                            <p:childTnLst>
                              <p:par>
                                <p:cTn id="93" presetID="53" presetClass="entr" presetSubtype="16" fill="hold" grpId="0" nodeType="afterEffect">
                                  <p:stCondLst>
                                    <p:cond delay="0"/>
                                  </p:stCondLst>
                                  <p:iterate type="lt">
                                    <p:tmPct val="5000"/>
                                  </p:iterate>
                                  <p:childTnLst>
                                    <p:set>
                                      <p:cBhvr>
                                        <p:cTn id="94" dur="1" fill="hold">
                                          <p:stCondLst>
                                            <p:cond delay="0"/>
                                          </p:stCondLst>
                                        </p:cTn>
                                        <p:tgtEl>
                                          <p:spTgt spid="34">
                                            <p:txEl>
                                              <p:pRg st="0" end="0"/>
                                            </p:txEl>
                                          </p:spTgt>
                                        </p:tgtEl>
                                        <p:attrNameLst>
                                          <p:attrName>style.visibility</p:attrName>
                                        </p:attrNameLst>
                                      </p:cBhvr>
                                      <p:to>
                                        <p:strVal val="visible"/>
                                      </p:to>
                                    </p:set>
                                    <p:anim calcmode="lin" valueType="num">
                                      <p:cBhvr>
                                        <p:cTn id="95" dur="500" fill="hold"/>
                                        <p:tgtEl>
                                          <p:spTgt spid="34">
                                            <p:txEl>
                                              <p:pRg st="0" end="0"/>
                                            </p:txEl>
                                          </p:spTgt>
                                        </p:tgtEl>
                                        <p:attrNameLst>
                                          <p:attrName>ppt_w</p:attrName>
                                        </p:attrNameLst>
                                      </p:cBhvr>
                                      <p:tavLst>
                                        <p:tav tm="0">
                                          <p:val>
                                            <p:fltVal val="0"/>
                                          </p:val>
                                        </p:tav>
                                        <p:tav tm="100000">
                                          <p:val>
                                            <p:strVal val="#ppt_w"/>
                                          </p:val>
                                        </p:tav>
                                      </p:tavLst>
                                    </p:anim>
                                    <p:anim calcmode="lin" valueType="num">
                                      <p:cBhvr>
                                        <p:cTn id="96" dur="500" fill="hold"/>
                                        <p:tgtEl>
                                          <p:spTgt spid="34">
                                            <p:txEl>
                                              <p:pRg st="0" end="0"/>
                                            </p:txEl>
                                          </p:spTgt>
                                        </p:tgtEl>
                                        <p:attrNameLst>
                                          <p:attrName>ppt_h</p:attrName>
                                        </p:attrNameLst>
                                      </p:cBhvr>
                                      <p:tavLst>
                                        <p:tav tm="0">
                                          <p:val>
                                            <p:fltVal val="0"/>
                                          </p:val>
                                        </p:tav>
                                        <p:tav tm="100000">
                                          <p:val>
                                            <p:strVal val="#ppt_h"/>
                                          </p:val>
                                        </p:tav>
                                      </p:tavLst>
                                    </p:anim>
                                    <p:animEffect transition="in" filter="fade">
                                      <p:cBhvr>
                                        <p:cTn id="97" dur="500"/>
                                        <p:tgtEl>
                                          <p:spTgt spid="34">
                                            <p:txEl>
                                              <p:pRg st="0" end="0"/>
                                            </p:txEl>
                                          </p:spTgt>
                                        </p:tgtEl>
                                      </p:cBhvr>
                                    </p:animEffect>
                                  </p:childTnLst>
                                </p:cTn>
                              </p:par>
                            </p:childTnLst>
                          </p:cTn>
                        </p:par>
                        <p:par>
                          <p:cTn id="98" fill="hold">
                            <p:stCondLst>
                              <p:cond delay="12650"/>
                            </p:stCondLst>
                            <p:childTnLst>
                              <p:par>
                                <p:cTn id="99" presetID="2" presetClass="entr" presetSubtype="8" decel="100000" fill="hold" grpId="0" nodeType="afterEffect">
                                  <p:stCondLst>
                                    <p:cond delay="0"/>
                                  </p:stCondLst>
                                  <p:iterate type="wd">
                                    <p:tmPct val="10000"/>
                                  </p:iterate>
                                  <p:childTnLst>
                                    <p:set>
                                      <p:cBhvr>
                                        <p:cTn id="100" dur="1" fill="hold">
                                          <p:stCondLst>
                                            <p:cond delay="0"/>
                                          </p:stCondLst>
                                        </p:cTn>
                                        <p:tgtEl>
                                          <p:spTgt spid="53"/>
                                        </p:tgtEl>
                                        <p:attrNameLst>
                                          <p:attrName>style.visibility</p:attrName>
                                        </p:attrNameLst>
                                      </p:cBhvr>
                                      <p:to>
                                        <p:strVal val="visible"/>
                                      </p:to>
                                    </p:set>
                                    <p:anim calcmode="lin" valueType="num">
                                      <p:cBhvr additive="base">
                                        <p:cTn id="101" dur="500" fill="hold"/>
                                        <p:tgtEl>
                                          <p:spTgt spid="53"/>
                                        </p:tgtEl>
                                        <p:attrNameLst>
                                          <p:attrName>ppt_x</p:attrName>
                                        </p:attrNameLst>
                                      </p:cBhvr>
                                      <p:tavLst>
                                        <p:tav tm="0">
                                          <p:val>
                                            <p:strVal val="0-#ppt_w/2"/>
                                          </p:val>
                                        </p:tav>
                                        <p:tav tm="100000">
                                          <p:val>
                                            <p:strVal val="#ppt_x"/>
                                          </p:val>
                                        </p:tav>
                                      </p:tavLst>
                                    </p:anim>
                                    <p:anim calcmode="lin" valueType="num">
                                      <p:cBhvr additive="base">
                                        <p:cTn id="102" dur="500" fill="hold"/>
                                        <p:tgtEl>
                                          <p:spTgt spid="53"/>
                                        </p:tgtEl>
                                        <p:attrNameLst>
                                          <p:attrName>ppt_y</p:attrName>
                                        </p:attrNameLst>
                                      </p:cBhvr>
                                      <p:tavLst>
                                        <p:tav tm="0">
                                          <p:val>
                                            <p:strVal val="#ppt_y"/>
                                          </p:val>
                                        </p:tav>
                                        <p:tav tm="100000">
                                          <p:val>
                                            <p:strVal val="#ppt_y"/>
                                          </p:val>
                                        </p:tav>
                                      </p:tavLst>
                                    </p:anim>
                                  </p:childTnLst>
                                </p:cTn>
                              </p:par>
                              <p:par>
                                <p:cTn id="103" presetID="2" presetClass="entr" presetSubtype="2" decel="100000" fill="hold" grpId="0" nodeType="withEffect">
                                  <p:stCondLst>
                                    <p:cond delay="0"/>
                                  </p:stCondLst>
                                  <p:childTnLst>
                                    <p:set>
                                      <p:cBhvr>
                                        <p:cTn id="104" dur="1" fill="hold">
                                          <p:stCondLst>
                                            <p:cond delay="0"/>
                                          </p:stCondLst>
                                        </p:cTn>
                                        <p:tgtEl>
                                          <p:spTgt spid="54"/>
                                        </p:tgtEl>
                                        <p:attrNameLst>
                                          <p:attrName>style.visibility</p:attrName>
                                        </p:attrNameLst>
                                      </p:cBhvr>
                                      <p:to>
                                        <p:strVal val="visible"/>
                                      </p:to>
                                    </p:set>
                                    <p:anim calcmode="lin" valueType="num">
                                      <p:cBhvr additive="base">
                                        <p:cTn id="105" dur="500" fill="hold"/>
                                        <p:tgtEl>
                                          <p:spTgt spid="54"/>
                                        </p:tgtEl>
                                        <p:attrNameLst>
                                          <p:attrName>ppt_x</p:attrName>
                                        </p:attrNameLst>
                                      </p:cBhvr>
                                      <p:tavLst>
                                        <p:tav tm="0">
                                          <p:val>
                                            <p:strVal val="1+#ppt_w/2"/>
                                          </p:val>
                                        </p:tav>
                                        <p:tav tm="100000">
                                          <p:val>
                                            <p:strVal val="#ppt_x"/>
                                          </p:val>
                                        </p:tav>
                                      </p:tavLst>
                                    </p:anim>
                                    <p:anim calcmode="lin" valueType="num">
                                      <p:cBhvr additive="base">
                                        <p:cTn id="106" dur="500" fill="hold"/>
                                        <p:tgtEl>
                                          <p:spTgt spid="54"/>
                                        </p:tgtEl>
                                        <p:attrNameLst>
                                          <p:attrName>ppt_y</p:attrName>
                                        </p:attrNameLst>
                                      </p:cBhvr>
                                      <p:tavLst>
                                        <p:tav tm="0">
                                          <p:val>
                                            <p:strVal val="#ppt_y"/>
                                          </p:val>
                                        </p:tav>
                                        <p:tav tm="100000">
                                          <p:val>
                                            <p:strVal val="#ppt_y"/>
                                          </p:val>
                                        </p:tav>
                                      </p:tavLst>
                                    </p:anim>
                                  </p:childTnLst>
                                </p:cTn>
                              </p:par>
                            </p:childTnLst>
                          </p:cTn>
                        </p:par>
                        <p:par>
                          <p:cTn id="107" fill="hold">
                            <p:stCondLst>
                              <p:cond delay="13250"/>
                            </p:stCondLst>
                            <p:childTnLst>
                              <p:par>
                                <p:cTn id="108" presetID="22" presetClass="entr" presetSubtype="8" fill="hold" grpId="0" nodeType="afterEffect">
                                  <p:stCondLst>
                                    <p:cond delay="250"/>
                                  </p:stCondLst>
                                  <p:childTnLst>
                                    <p:set>
                                      <p:cBhvr>
                                        <p:cTn id="109" dur="1" fill="hold">
                                          <p:stCondLst>
                                            <p:cond delay="0"/>
                                          </p:stCondLst>
                                        </p:cTn>
                                        <p:tgtEl>
                                          <p:spTgt spid="55">
                                            <p:txEl>
                                              <p:pRg st="0" end="0"/>
                                            </p:txEl>
                                          </p:spTgt>
                                        </p:tgtEl>
                                        <p:attrNameLst>
                                          <p:attrName>style.visibility</p:attrName>
                                        </p:attrNameLst>
                                      </p:cBhvr>
                                      <p:to>
                                        <p:strVal val="visible"/>
                                      </p:to>
                                    </p:set>
                                    <p:animEffect transition="in" filter="wipe(left)">
                                      <p:cBhvr>
                                        <p:cTn id="110" dur="5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9"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29"/>
                        </p:tgtEl>
                        <p:attrNameLst>
                          <p:attrName>style.visibility</p:attrName>
                        </p:attrNameLst>
                      </p:cBhvr>
                      <p:to>
                        <p:strVal val="visible"/>
                      </p:to>
                    </p:set>
                    <p:anim calcmode="lin" valueType="num">
                      <p:cBhvr>
                        <p:cTn dur="500" fill="hold"/>
                        <p:tgtEl>
                          <p:spTgt spid="29"/>
                        </p:tgtEl>
                        <p:attrNameLst>
                          <p:attrName>ppt_w</p:attrName>
                        </p:attrNameLst>
                      </p:cBhvr>
                      <p:tavLst>
                        <p:tav tm="0">
                          <p:val>
                            <p:fltVal val="0"/>
                          </p:val>
                        </p:tav>
                        <p:tav tm="100000">
                          <p:val>
                            <p:strVal val="#ppt_w"/>
                          </p:val>
                        </p:tav>
                      </p:tavLst>
                    </p:anim>
                    <p:anim calcmode="lin" valueType="num">
                      <p:cBhvr>
                        <p:cTn dur="500" fill="hold"/>
                        <p:tgtEl>
                          <p:spTgt spid="29"/>
                        </p:tgtEl>
                        <p:attrNameLst>
                          <p:attrName>ppt_h</p:attrName>
                        </p:attrNameLst>
                      </p:cBhvr>
                      <p:tavLst>
                        <p:tav tm="0">
                          <p:val>
                            <p:fltVal val="0"/>
                          </p:val>
                        </p:tav>
                        <p:tav tm="100000">
                          <p:val>
                            <p:strVal val="#ppt_h"/>
                          </p:val>
                        </p:tav>
                      </p:tavLst>
                    </p:anim>
                    <p:animEffect transition="in" filter="fade">
                      <p:cBhvr>
                        <p:cTn dur="500"/>
                        <p:tgtEl>
                          <p:spTgt spid="29"/>
                        </p:tgtEl>
                      </p:cBhvr>
                    </p:animEffect>
                  </p:childTnLst>
                </p:cTn>
              </p:par>
            </p:tnLst>
          </p:tmpl>
        </p:tmplLst>
      </p:bldP>
      <p:bldP spid="30"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30"/>
                        </p:tgtEl>
                        <p:attrNameLst>
                          <p:attrName>style.visibility</p:attrName>
                        </p:attrNameLst>
                      </p:cBhvr>
                      <p:to>
                        <p:strVal val="visible"/>
                      </p:to>
                    </p:set>
                    <p:anim calcmode="lin" valueType="num">
                      <p:cBhvr>
                        <p:cTn dur="500" fill="hold"/>
                        <p:tgtEl>
                          <p:spTgt spid="30"/>
                        </p:tgtEl>
                        <p:attrNameLst>
                          <p:attrName>ppt_w</p:attrName>
                        </p:attrNameLst>
                      </p:cBhvr>
                      <p:tavLst>
                        <p:tav tm="0">
                          <p:val>
                            <p:fltVal val="0"/>
                          </p:val>
                        </p:tav>
                        <p:tav tm="100000">
                          <p:val>
                            <p:strVal val="#ppt_w"/>
                          </p:val>
                        </p:tav>
                      </p:tavLst>
                    </p:anim>
                    <p:anim calcmode="lin" valueType="num">
                      <p:cBhvr>
                        <p:cTn dur="500" fill="hold"/>
                        <p:tgtEl>
                          <p:spTgt spid="30"/>
                        </p:tgtEl>
                        <p:attrNameLst>
                          <p:attrName>ppt_h</p:attrName>
                        </p:attrNameLst>
                      </p:cBhvr>
                      <p:tavLst>
                        <p:tav tm="0">
                          <p:val>
                            <p:fltVal val="0"/>
                          </p:val>
                        </p:tav>
                        <p:tav tm="100000">
                          <p:val>
                            <p:strVal val="#ppt_h"/>
                          </p:val>
                        </p:tav>
                      </p:tavLst>
                    </p:anim>
                    <p:animEffect transition="in" filter="fade">
                      <p:cBhvr>
                        <p:cTn dur="500"/>
                        <p:tgtEl>
                          <p:spTgt spid="30"/>
                        </p:tgtEl>
                      </p:cBhvr>
                    </p:animEffect>
                  </p:childTnLst>
                </p:cTn>
              </p:par>
            </p:tnLst>
          </p:tmpl>
        </p:tmplLst>
      </p:bldP>
      <p:bldP spid="31"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31"/>
                        </p:tgtEl>
                        <p:attrNameLst>
                          <p:attrName>style.visibility</p:attrName>
                        </p:attrNameLst>
                      </p:cBhvr>
                      <p:to>
                        <p:strVal val="visible"/>
                      </p:to>
                    </p:set>
                    <p:anim calcmode="lin" valueType="num">
                      <p:cBhvr>
                        <p:cTn dur="500" fill="hold"/>
                        <p:tgtEl>
                          <p:spTgt spid="31"/>
                        </p:tgtEl>
                        <p:attrNameLst>
                          <p:attrName>ppt_w</p:attrName>
                        </p:attrNameLst>
                      </p:cBhvr>
                      <p:tavLst>
                        <p:tav tm="0">
                          <p:val>
                            <p:fltVal val="0"/>
                          </p:val>
                        </p:tav>
                        <p:tav tm="100000">
                          <p:val>
                            <p:strVal val="#ppt_w"/>
                          </p:val>
                        </p:tav>
                      </p:tavLst>
                    </p:anim>
                    <p:anim calcmode="lin" valueType="num">
                      <p:cBhvr>
                        <p:cTn dur="500" fill="hold"/>
                        <p:tgtEl>
                          <p:spTgt spid="31"/>
                        </p:tgtEl>
                        <p:attrNameLst>
                          <p:attrName>ppt_h</p:attrName>
                        </p:attrNameLst>
                      </p:cBhvr>
                      <p:tavLst>
                        <p:tav tm="0">
                          <p:val>
                            <p:fltVal val="0"/>
                          </p:val>
                        </p:tav>
                        <p:tav tm="100000">
                          <p:val>
                            <p:strVal val="#ppt_h"/>
                          </p:val>
                        </p:tav>
                      </p:tavLst>
                    </p:anim>
                    <p:animEffect transition="in" filter="fade">
                      <p:cBhvr>
                        <p:cTn dur="500"/>
                        <p:tgtEl>
                          <p:spTgt spid="31"/>
                        </p:tgtEl>
                      </p:cBhvr>
                    </p:animEffect>
                  </p:childTnLst>
                </p:cTn>
              </p:par>
            </p:tnLst>
          </p:tmpl>
        </p:tmplLst>
      </p:bldP>
      <p:bldP spid="32"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32"/>
                        </p:tgtEl>
                        <p:attrNameLst>
                          <p:attrName>style.visibility</p:attrName>
                        </p:attrNameLst>
                      </p:cBhvr>
                      <p:to>
                        <p:strVal val="visible"/>
                      </p:to>
                    </p:set>
                    <p:anim calcmode="lin" valueType="num">
                      <p:cBhvr>
                        <p:cTn dur="500" fill="hold"/>
                        <p:tgtEl>
                          <p:spTgt spid="32"/>
                        </p:tgtEl>
                        <p:attrNameLst>
                          <p:attrName>ppt_w</p:attrName>
                        </p:attrNameLst>
                      </p:cBhvr>
                      <p:tavLst>
                        <p:tav tm="0">
                          <p:val>
                            <p:fltVal val="0"/>
                          </p:val>
                        </p:tav>
                        <p:tav tm="100000">
                          <p:val>
                            <p:strVal val="#ppt_w"/>
                          </p:val>
                        </p:tav>
                      </p:tavLst>
                    </p:anim>
                    <p:anim calcmode="lin" valueType="num">
                      <p:cBhvr>
                        <p:cTn dur="500" fill="hold"/>
                        <p:tgtEl>
                          <p:spTgt spid="32"/>
                        </p:tgtEl>
                        <p:attrNameLst>
                          <p:attrName>ppt_h</p:attrName>
                        </p:attrNameLst>
                      </p:cBhvr>
                      <p:tavLst>
                        <p:tav tm="0">
                          <p:val>
                            <p:fltVal val="0"/>
                          </p:val>
                        </p:tav>
                        <p:tav tm="100000">
                          <p:val>
                            <p:strVal val="#ppt_h"/>
                          </p:val>
                        </p:tav>
                      </p:tavLst>
                    </p:anim>
                    <p:animEffect transition="in" filter="fade">
                      <p:cBhvr>
                        <p:cTn dur="500"/>
                        <p:tgtEl>
                          <p:spTgt spid="32"/>
                        </p:tgtEl>
                      </p:cBhvr>
                    </p:animEffect>
                  </p:childTnLst>
                </p:cTn>
              </p:par>
            </p:tnLst>
          </p:tmpl>
        </p:tmplLst>
      </p:bldP>
      <p:bldP spid="33"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33"/>
                        </p:tgtEl>
                        <p:attrNameLst>
                          <p:attrName>style.visibility</p:attrName>
                        </p:attrNameLst>
                      </p:cBhvr>
                      <p:to>
                        <p:strVal val="visible"/>
                      </p:to>
                    </p:set>
                    <p:anim calcmode="lin" valueType="num">
                      <p:cBhvr>
                        <p:cTn dur="500" fill="hold"/>
                        <p:tgtEl>
                          <p:spTgt spid="33"/>
                        </p:tgtEl>
                        <p:attrNameLst>
                          <p:attrName>ppt_w</p:attrName>
                        </p:attrNameLst>
                      </p:cBhvr>
                      <p:tavLst>
                        <p:tav tm="0">
                          <p:val>
                            <p:fltVal val="0"/>
                          </p:val>
                        </p:tav>
                        <p:tav tm="100000">
                          <p:val>
                            <p:strVal val="#ppt_w"/>
                          </p:val>
                        </p:tav>
                      </p:tavLst>
                    </p:anim>
                    <p:anim calcmode="lin" valueType="num">
                      <p:cBhvr>
                        <p:cTn dur="500" fill="hold"/>
                        <p:tgtEl>
                          <p:spTgt spid="33"/>
                        </p:tgtEl>
                        <p:attrNameLst>
                          <p:attrName>ppt_h</p:attrName>
                        </p:attrNameLst>
                      </p:cBhvr>
                      <p:tavLst>
                        <p:tav tm="0">
                          <p:val>
                            <p:fltVal val="0"/>
                          </p:val>
                        </p:tav>
                        <p:tav tm="100000">
                          <p:val>
                            <p:strVal val="#ppt_h"/>
                          </p:val>
                        </p:tav>
                      </p:tavLst>
                    </p:anim>
                    <p:animEffect transition="in" filter="fade">
                      <p:cBhvr>
                        <p:cTn dur="500"/>
                        <p:tgtEl>
                          <p:spTgt spid="33"/>
                        </p:tgtEl>
                      </p:cBhvr>
                    </p:animEffect>
                  </p:childTnLst>
                </p:cTn>
              </p:par>
            </p:tnLst>
          </p:tmpl>
        </p:tmplLst>
      </p:bldP>
      <p:bldP spid="34"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34"/>
                        </p:tgtEl>
                        <p:attrNameLst>
                          <p:attrName>style.visibility</p:attrName>
                        </p:attrNameLst>
                      </p:cBhvr>
                      <p:to>
                        <p:strVal val="visible"/>
                      </p:to>
                    </p:set>
                    <p:anim calcmode="lin" valueType="num">
                      <p:cBhvr>
                        <p:cTn dur="500" fill="hold"/>
                        <p:tgtEl>
                          <p:spTgt spid="34"/>
                        </p:tgtEl>
                        <p:attrNameLst>
                          <p:attrName>ppt_w</p:attrName>
                        </p:attrNameLst>
                      </p:cBhvr>
                      <p:tavLst>
                        <p:tav tm="0">
                          <p:val>
                            <p:fltVal val="0"/>
                          </p:val>
                        </p:tav>
                        <p:tav tm="100000">
                          <p:val>
                            <p:strVal val="#ppt_w"/>
                          </p:val>
                        </p:tav>
                      </p:tavLst>
                    </p:anim>
                    <p:anim calcmode="lin" valueType="num">
                      <p:cBhvr>
                        <p:cTn dur="500" fill="hold"/>
                        <p:tgtEl>
                          <p:spTgt spid="34"/>
                        </p:tgtEl>
                        <p:attrNameLst>
                          <p:attrName>ppt_h</p:attrName>
                        </p:attrNameLst>
                      </p:cBhvr>
                      <p:tavLst>
                        <p:tav tm="0">
                          <p:val>
                            <p:fltVal val="0"/>
                          </p:val>
                        </p:tav>
                        <p:tav tm="100000">
                          <p:val>
                            <p:strVal val="#ppt_h"/>
                          </p:val>
                        </p:tav>
                      </p:tavLst>
                    </p:anim>
                    <p:animEffect transition="in" filter="fade">
                      <p:cBhvr>
                        <p:cTn dur="500"/>
                        <p:tgtEl>
                          <p:spTgt spid="34"/>
                        </p:tgtEl>
                      </p:cBhvr>
                    </p:animEffect>
                  </p:childTnLst>
                </p:cTn>
              </p:par>
            </p:tnLst>
          </p:tmpl>
        </p:tmplLst>
      </p:bldP>
      <p:bldP spid="53" grpId="0"/>
      <p:bldP spid="54" grpId="0" animBg="1"/>
      <p:bldP spid="55" grpId="0" build="p">
        <p:tmplLst>
          <p:tmpl lvl="1">
            <p:tnLst>
              <p:par>
                <p:cTn presetID="22" presetClass="entr" presetSubtype="8" fill="hold" nodeType="afterEffect">
                  <p:stCondLst>
                    <p:cond delay="250"/>
                  </p:stCondLst>
                  <p:childTnLst>
                    <p:set>
                      <p:cBhvr>
                        <p:cTn dur="1" fill="hold">
                          <p:stCondLst>
                            <p:cond delay="0"/>
                          </p:stCondLst>
                        </p:cTn>
                        <p:tgtEl>
                          <p:spTgt spid="55"/>
                        </p:tgtEl>
                        <p:attrNameLst>
                          <p:attrName>style.visibility</p:attrName>
                        </p:attrNameLst>
                      </p:cBhvr>
                      <p:to>
                        <p:strVal val="visible"/>
                      </p:to>
                    </p:set>
                    <p:animEffect transition="in" filter="wipe(left)">
                      <p:cBhvr>
                        <p:cTn dur="500"/>
                        <p:tgtEl>
                          <p:spTgt spid="55"/>
                        </p:tgtEl>
                      </p:cBhvr>
                    </p:animEffect>
                  </p:childTnLst>
                </p:cTn>
              </p:par>
            </p:tnLst>
          </p:tmpl>
        </p:tmplLst>
      </p:bldP>
    </p:bld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 Opinions">
    <p:spTree>
      <p:nvGrpSpPr>
        <p:cNvPr id="1" name=""/>
        <p:cNvGrpSpPr/>
        <p:nvPr/>
      </p:nvGrpSpPr>
      <p:grpSpPr>
        <a:xfrm>
          <a:off x="0" y="0"/>
          <a:ext cx="0" cy="0"/>
          <a:chOff x="0" y="0"/>
          <a:chExt cx="0" cy="0"/>
        </a:xfrm>
      </p:grpSpPr>
      <p:grpSp>
        <p:nvGrpSpPr>
          <p:cNvPr id="29" name="グループ化 28"/>
          <p:cNvGrpSpPr/>
          <p:nvPr userDrawn="1"/>
        </p:nvGrpSpPr>
        <p:grpSpPr>
          <a:xfrm>
            <a:off x="8014097" y="55909"/>
            <a:ext cx="10272315" cy="6722912"/>
            <a:chOff x="7426437" y="55909"/>
            <a:chExt cx="10859975" cy="6722912"/>
          </a:xfrm>
        </p:grpSpPr>
        <p:sp>
          <p:nvSpPr>
            <p:cNvPr id="13" name="正方形/長方形 12"/>
            <p:cNvSpPr/>
            <p:nvPr userDrawn="1"/>
          </p:nvSpPr>
          <p:spPr>
            <a:xfrm>
              <a:off x="10859975" y="111818"/>
              <a:ext cx="7426437" cy="66670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直角三角形 11"/>
            <p:cNvSpPr/>
            <p:nvPr userDrawn="1"/>
          </p:nvSpPr>
          <p:spPr>
            <a:xfrm flipH="1">
              <a:off x="7426437" y="55909"/>
              <a:ext cx="3433538" cy="6722912"/>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正方形/長方形 1"/>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62255" y="707944"/>
            <a:ext cx="1923834" cy="6070878"/>
          </a:xfrm>
          <a:prstGeom prst="rect">
            <a:avLst/>
          </a:prstGeom>
          <a:effectLst>
            <a:outerShdw blurRad="76200" dir="13500000" sy="23000" kx="1200000" algn="br" rotWithShape="0">
              <a:prstClr val="black">
                <a:alpha val="20000"/>
              </a:prstClr>
            </a:outerShdw>
          </a:effectLst>
        </p:spPr>
      </p:pic>
      <p:pic>
        <p:nvPicPr>
          <p:cNvPr id="4" name="図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50290" y="1526595"/>
            <a:ext cx="1780558" cy="5252227"/>
          </a:xfrm>
          <a:prstGeom prst="rect">
            <a:avLst/>
          </a:prstGeom>
          <a:effectLst>
            <a:outerShdw blurRad="76200" dir="13500000" sy="23000" kx="1200000" algn="br" rotWithShape="0">
              <a:prstClr val="black">
                <a:alpha val="20000"/>
              </a:prstClr>
            </a:outerShdw>
          </a:effectLst>
        </p:spPr>
      </p:pic>
      <p:sp>
        <p:nvSpPr>
          <p:cNvPr id="6" name="正方形/長方形 5"/>
          <p:cNvSpPr/>
          <p:nvPr userDrawn="1"/>
        </p:nvSpPr>
        <p:spPr>
          <a:xfrm>
            <a:off x="0" y="6778822"/>
            <a:ext cx="18286413" cy="35081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1"/>
          <p:cNvSpPr>
            <a:spLocks noGrp="1"/>
          </p:cNvSpPr>
          <p:nvPr userDrawn="1">
            <p:ph type="title" hasCustomPrompt="1"/>
          </p:nvPr>
        </p:nvSpPr>
        <p:spPr>
          <a:xfrm>
            <a:off x="725714" y="6956681"/>
            <a:ext cx="16822057" cy="1350907"/>
          </a:xfrm>
        </p:spPr>
        <p:txBody>
          <a:bodyPr anchor="b">
            <a:normAutofit/>
          </a:bodyPr>
          <a:lstStyle>
            <a:lvl1pPr algn="ct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8" name="正方形/長方形 7"/>
          <p:cNvSpPr/>
          <p:nvPr userDrawn="1"/>
        </p:nvSpPr>
        <p:spPr>
          <a:xfrm>
            <a:off x="7522233" y="832281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プレースホルダー 6"/>
          <p:cNvSpPr>
            <a:spLocks noGrp="1"/>
          </p:cNvSpPr>
          <p:nvPr userDrawn="1">
            <p:ph type="body" sz="quarter" idx="42" hasCustomPrompt="1"/>
          </p:nvPr>
        </p:nvSpPr>
        <p:spPr>
          <a:xfrm>
            <a:off x="11651672" y="596076"/>
            <a:ext cx="6054437" cy="1232724"/>
          </a:xfrm>
        </p:spPr>
        <p:txBody>
          <a:bodyPr>
            <a:noAutofit/>
          </a:bodyPr>
          <a:lstStyle>
            <a:lvl1pPr algn="l">
              <a:defRPr sz="6600" b="0" i="0" u="none" baseline="0">
                <a:solidFill>
                  <a:schemeClr val="accent1"/>
                </a:solidFill>
                <a:latin typeface="+mj-lt"/>
                <a:cs typeface="Open Sans Light" panose="020B0306030504020204" pitchFamily="34" charset="0"/>
              </a:defRPr>
            </a:lvl1pPr>
          </a:lstStyle>
          <a:p>
            <a:pPr lvl="0"/>
            <a:r>
              <a:rPr kumimoji="1" lang="en-US" altLang="ja-JP" dirty="0"/>
              <a:t>Word</a:t>
            </a:r>
            <a:endParaRPr kumimoji="1" lang="ja-JP" altLang="en-US" dirty="0"/>
          </a:p>
        </p:txBody>
      </p:sp>
      <p:sp>
        <p:nvSpPr>
          <p:cNvPr id="10" name="テキスト プレースホルダー 6"/>
          <p:cNvSpPr>
            <a:spLocks noGrp="1"/>
          </p:cNvSpPr>
          <p:nvPr userDrawn="1">
            <p:ph type="body" sz="quarter" idx="43" hasCustomPrompt="1"/>
          </p:nvPr>
        </p:nvSpPr>
        <p:spPr>
          <a:xfrm>
            <a:off x="457943" y="596076"/>
            <a:ext cx="5679617" cy="1232724"/>
          </a:xfrm>
        </p:spPr>
        <p:txBody>
          <a:bodyPr>
            <a:noAutofit/>
          </a:bodyPr>
          <a:lstStyle>
            <a:lvl1pPr algn="r">
              <a:defRPr sz="6600" b="0" i="0" u="none" baseline="0">
                <a:solidFill>
                  <a:schemeClr val="accent5"/>
                </a:solidFill>
                <a:latin typeface="+mj-lt"/>
                <a:cs typeface="Open Sans Light" panose="020B0306030504020204" pitchFamily="34" charset="0"/>
              </a:defRPr>
            </a:lvl1pPr>
          </a:lstStyle>
          <a:p>
            <a:pPr lvl="0"/>
            <a:r>
              <a:rPr kumimoji="1" lang="en-US" altLang="ja-JP" dirty="0"/>
              <a:t>Word</a:t>
            </a:r>
            <a:endParaRPr kumimoji="1" lang="ja-JP" altLang="en-US" dirty="0"/>
          </a:p>
        </p:txBody>
      </p:sp>
      <p:sp>
        <p:nvSpPr>
          <p:cNvPr id="11" name="テキスト プレースホルダー 6"/>
          <p:cNvSpPr>
            <a:spLocks noGrp="1"/>
          </p:cNvSpPr>
          <p:nvPr userDrawn="1">
            <p:ph type="body" sz="quarter" idx="44" hasCustomPrompt="1"/>
          </p:nvPr>
        </p:nvSpPr>
        <p:spPr>
          <a:xfrm>
            <a:off x="430238" y="8532911"/>
            <a:ext cx="17425936" cy="1497780"/>
          </a:xfrm>
        </p:spPr>
        <p:txBody>
          <a:bodyPr>
            <a:noAutofit/>
          </a:bodyPr>
          <a:lstStyle>
            <a:lvl1pPr algn="ctr">
              <a:defRPr sz="2000" b="0" i="0" u="none" baseline="0">
                <a:solidFill>
                  <a:schemeClr val="bg1"/>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sp>
        <p:nvSpPr>
          <p:cNvPr id="14" name="テキスト プレースホルダー 6"/>
          <p:cNvSpPr>
            <a:spLocks noGrp="1"/>
          </p:cNvSpPr>
          <p:nvPr userDrawn="1">
            <p:ph type="body" sz="quarter" idx="45" hasCustomPrompt="1"/>
          </p:nvPr>
        </p:nvSpPr>
        <p:spPr>
          <a:xfrm>
            <a:off x="1091352" y="2895600"/>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15" name="円/楕円 14"/>
          <p:cNvSpPr/>
          <p:nvPr userDrawn="1"/>
        </p:nvSpPr>
        <p:spPr>
          <a:xfrm>
            <a:off x="535674" y="3182774"/>
            <a:ext cx="409325" cy="40932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6"/>
          <p:cNvSpPr>
            <a:spLocks noGrp="1"/>
          </p:cNvSpPr>
          <p:nvPr userDrawn="1">
            <p:ph type="body" sz="quarter" idx="46" hasCustomPrompt="1"/>
          </p:nvPr>
        </p:nvSpPr>
        <p:spPr>
          <a:xfrm>
            <a:off x="1091352" y="4045528"/>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17" name="円/楕円 16"/>
          <p:cNvSpPr/>
          <p:nvPr userDrawn="1"/>
        </p:nvSpPr>
        <p:spPr>
          <a:xfrm>
            <a:off x="541721" y="4332702"/>
            <a:ext cx="409325" cy="40932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6"/>
          <p:cNvSpPr>
            <a:spLocks noGrp="1"/>
          </p:cNvSpPr>
          <p:nvPr userDrawn="1">
            <p:ph type="body" sz="quarter" idx="47" hasCustomPrompt="1"/>
          </p:nvPr>
        </p:nvSpPr>
        <p:spPr>
          <a:xfrm>
            <a:off x="1091352" y="5195455"/>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19" name="円/楕円 18"/>
          <p:cNvSpPr/>
          <p:nvPr userDrawn="1"/>
        </p:nvSpPr>
        <p:spPr>
          <a:xfrm>
            <a:off x="535674" y="5482629"/>
            <a:ext cx="409325" cy="40932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プレースホルダー 6"/>
          <p:cNvSpPr>
            <a:spLocks noGrp="1"/>
          </p:cNvSpPr>
          <p:nvPr userDrawn="1">
            <p:ph type="body" sz="quarter" idx="48" hasCustomPrompt="1"/>
          </p:nvPr>
        </p:nvSpPr>
        <p:spPr>
          <a:xfrm>
            <a:off x="12558306" y="2898757"/>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24" name="円/楕円 23"/>
          <p:cNvSpPr/>
          <p:nvPr userDrawn="1"/>
        </p:nvSpPr>
        <p:spPr>
          <a:xfrm>
            <a:off x="12002628" y="3185931"/>
            <a:ext cx="409325" cy="4093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6"/>
          <p:cNvSpPr>
            <a:spLocks noGrp="1"/>
          </p:cNvSpPr>
          <p:nvPr userDrawn="1">
            <p:ph type="body" sz="quarter" idx="49" hasCustomPrompt="1"/>
          </p:nvPr>
        </p:nvSpPr>
        <p:spPr>
          <a:xfrm>
            <a:off x="12558306" y="4048685"/>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26" name="円/楕円 25"/>
          <p:cNvSpPr/>
          <p:nvPr userDrawn="1"/>
        </p:nvSpPr>
        <p:spPr>
          <a:xfrm>
            <a:off x="12002628" y="4335859"/>
            <a:ext cx="409325" cy="4093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プレースホルダー 6"/>
          <p:cNvSpPr>
            <a:spLocks noGrp="1"/>
          </p:cNvSpPr>
          <p:nvPr userDrawn="1">
            <p:ph type="body" sz="quarter" idx="50" hasCustomPrompt="1"/>
          </p:nvPr>
        </p:nvSpPr>
        <p:spPr>
          <a:xfrm>
            <a:off x="12558306" y="5198612"/>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28" name="円/楕円 27"/>
          <p:cNvSpPr/>
          <p:nvPr userDrawn="1"/>
        </p:nvSpPr>
        <p:spPr>
          <a:xfrm>
            <a:off x="12002628" y="5485786"/>
            <a:ext cx="409325" cy="4093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userDrawn="1"/>
        </p:nvSpPr>
        <p:spPr>
          <a:xfrm>
            <a:off x="3199615" y="1838884"/>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userDrawn="1"/>
        </p:nvSpPr>
        <p:spPr>
          <a:xfrm>
            <a:off x="11055142" y="1838884"/>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77869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down)">
                                      <p:cBhvr>
                                        <p:cTn id="11" dur="500"/>
                                        <p:tgtEl>
                                          <p:spTgt spid="29"/>
                                        </p:tgtEl>
                                      </p:cBhvr>
                                    </p:animEffect>
                                  </p:childTnLst>
                                </p:cTn>
                              </p:par>
                            </p:childTnLst>
                          </p:cTn>
                        </p:par>
                        <p:par>
                          <p:cTn id="12" fill="hold">
                            <p:stCondLst>
                              <p:cond delay="1000"/>
                            </p:stCondLst>
                            <p:childTnLst>
                              <p:par>
                                <p:cTn id="13" presetID="2" presetClass="entr" presetSubtype="8" decel="100000" fill="hold" nodeType="afterEffect">
                                  <p:stCondLst>
                                    <p:cond delay="25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750" fill="hold"/>
                                        <p:tgtEl>
                                          <p:spTgt spid="4"/>
                                        </p:tgtEl>
                                        <p:attrNameLst>
                                          <p:attrName>ppt_x</p:attrName>
                                        </p:attrNameLst>
                                      </p:cBhvr>
                                      <p:tavLst>
                                        <p:tav tm="0">
                                          <p:val>
                                            <p:strVal val="0-#ppt_w/2"/>
                                          </p:val>
                                        </p:tav>
                                        <p:tav tm="100000">
                                          <p:val>
                                            <p:strVal val="#ppt_x"/>
                                          </p:val>
                                        </p:tav>
                                      </p:tavLst>
                                    </p:anim>
                                    <p:anim calcmode="lin" valueType="num">
                                      <p:cBhvr additive="base">
                                        <p:cTn id="16" dur="75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2" decel="100000" fill="hold" nodeType="withEffect">
                                  <p:stCondLst>
                                    <p:cond delay="5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750" fill="hold"/>
                                        <p:tgtEl>
                                          <p:spTgt spid="3"/>
                                        </p:tgtEl>
                                        <p:attrNameLst>
                                          <p:attrName>ppt_x</p:attrName>
                                        </p:attrNameLst>
                                      </p:cBhvr>
                                      <p:tavLst>
                                        <p:tav tm="0">
                                          <p:val>
                                            <p:strVal val="1+#ppt_w/2"/>
                                          </p:val>
                                        </p:tav>
                                        <p:tav tm="100000">
                                          <p:val>
                                            <p:strVal val="#ppt_x"/>
                                          </p:val>
                                        </p:tav>
                                      </p:tavLst>
                                    </p:anim>
                                    <p:anim calcmode="lin" valueType="num">
                                      <p:cBhvr additive="base">
                                        <p:cTn id="20" dur="750" fill="hold"/>
                                        <p:tgtEl>
                                          <p:spTgt spid="3"/>
                                        </p:tgtEl>
                                        <p:attrNameLst>
                                          <p:attrName>ppt_y</p:attrName>
                                        </p:attrNameLst>
                                      </p:cBhvr>
                                      <p:tavLst>
                                        <p:tav tm="0">
                                          <p:val>
                                            <p:strVal val="#ppt_y"/>
                                          </p:val>
                                        </p:tav>
                                        <p:tav tm="100000">
                                          <p:val>
                                            <p:strVal val="#ppt_y"/>
                                          </p:val>
                                        </p:tav>
                                      </p:tavLst>
                                    </p:anim>
                                  </p:childTnLst>
                                </p:cTn>
                              </p:par>
                            </p:childTnLst>
                          </p:cTn>
                        </p:par>
                        <p:par>
                          <p:cTn id="21" fill="hold">
                            <p:stCondLst>
                              <p:cond delay="2250"/>
                            </p:stCondLst>
                            <p:childTnLst>
                              <p:par>
                                <p:cTn id="22" presetID="2" presetClass="entr" presetSubtype="8" decel="100000" fill="hold" grpId="0" nodeType="afterEffect">
                                  <p:stCondLst>
                                    <p:cond delay="0"/>
                                  </p:stCondLst>
                                  <p:iterate type="lt">
                                    <p:tmPct val="10000"/>
                                  </p:iterate>
                                  <p:childTnLst>
                                    <p:set>
                                      <p:cBhvr>
                                        <p:cTn id="23" dur="1" fill="hold">
                                          <p:stCondLst>
                                            <p:cond delay="0"/>
                                          </p:stCondLst>
                                        </p:cTn>
                                        <p:tgtEl>
                                          <p:spTgt spid="10">
                                            <p:txEl>
                                              <p:pRg st="0" end="0"/>
                                            </p:txEl>
                                          </p:spTgt>
                                        </p:tgtEl>
                                        <p:attrNameLst>
                                          <p:attrName>style.visibility</p:attrName>
                                        </p:attrNameLst>
                                      </p:cBhvr>
                                      <p:to>
                                        <p:strVal val="visible"/>
                                      </p:to>
                                    </p:set>
                                    <p:anim calcmode="lin" valueType="num">
                                      <p:cBhvr additive="base">
                                        <p:cTn id="24"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0">
                                            <p:txEl>
                                              <p:pRg st="0" end="0"/>
                                            </p:txEl>
                                          </p:spTgt>
                                        </p:tgtEl>
                                        <p:attrNameLst>
                                          <p:attrName>ppt_y</p:attrName>
                                        </p:attrNameLst>
                                      </p:cBhvr>
                                      <p:tavLst>
                                        <p:tav tm="0">
                                          <p:val>
                                            <p:strVal val="#ppt_y"/>
                                          </p:val>
                                        </p:tav>
                                        <p:tav tm="100000">
                                          <p:val>
                                            <p:strVal val="#ppt_y"/>
                                          </p:val>
                                        </p:tav>
                                      </p:tavLst>
                                    </p:anim>
                                  </p:childTnLst>
                                </p:cTn>
                              </p:par>
                              <p:par>
                                <p:cTn id="26" presetID="2" presetClass="entr" presetSubtype="8" decel="100000" fill="hold" grpId="0" nodeType="withEffect">
                                  <p:stCondLst>
                                    <p:cond delay="25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500" fill="hold"/>
                                        <p:tgtEl>
                                          <p:spTgt spid="30"/>
                                        </p:tgtEl>
                                        <p:attrNameLst>
                                          <p:attrName>ppt_x</p:attrName>
                                        </p:attrNameLst>
                                      </p:cBhvr>
                                      <p:tavLst>
                                        <p:tav tm="0">
                                          <p:val>
                                            <p:strVal val="0-#ppt_w/2"/>
                                          </p:val>
                                        </p:tav>
                                        <p:tav tm="100000">
                                          <p:val>
                                            <p:strVal val="#ppt_x"/>
                                          </p:val>
                                        </p:tav>
                                      </p:tavLst>
                                    </p:anim>
                                    <p:anim calcmode="lin" valueType="num">
                                      <p:cBhvr additive="base">
                                        <p:cTn id="29" dur="500" fill="hold"/>
                                        <p:tgtEl>
                                          <p:spTgt spid="30"/>
                                        </p:tgtEl>
                                        <p:attrNameLst>
                                          <p:attrName>ppt_y</p:attrName>
                                        </p:attrNameLst>
                                      </p:cBhvr>
                                      <p:tavLst>
                                        <p:tav tm="0">
                                          <p:val>
                                            <p:strVal val="#ppt_y"/>
                                          </p:val>
                                        </p:tav>
                                        <p:tav tm="100000">
                                          <p:val>
                                            <p:strVal val="#ppt_y"/>
                                          </p:val>
                                        </p:tav>
                                      </p:tavLst>
                                    </p:anim>
                                  </p:childTnLst>
                                </p:cTn>
                              </p:par>
                            </p:childTnLst>
                          </p:cTn>
                        </p:par>
                        <p:par>
                          <p:cTn id="30" fill="hold">
                            <p:stCondLst>
                              <p:cond delay="3000"/>
                            </p:stCondLst>
                            <p:childTnLst>
                              <p:par>
                                <p:cTn id="31" presetID="2" presetClass="entr" presetSubtype="2" decel="100000" fill="hold" grpId="0" nodeType="afterEffect">
                                  <p:stCondLst>
                                    <p:cond delay="0"/>
                                  </p:stCondLst>
                                  <p:iterate type="lt">
                                    <p:tmPct val="10000"/>
                                  </p:iterate>
                                  <p:childTnLst>
                                    <p:set>
                                      <p:cBhvr>
                                        <p:cTn id="32" dur="1" fill="hold">
                                          <p:stCondLst>
                                            <p:cond delay="0"/>
                                          </p:stCondLst>
                                        </p:cTn>
                                        <p:tgtEl>
                                          <p:spTgt spid="9">
                                            <p:txEl>
                                              <p:pRg st="0" end="0"/>
                                            </p:txEl>
                                          </p:spTgt>
                                        </p:tgtEl>
                                        <p:attrNameLst>
                                          <p:attrName>style.visibility</p:attrName>
                                        </p:attrNameLst>
                                      </p:cBhvr>
                                      <p:to>
                                        <p:strVal val="visible"/>
                                      </p:to>
                                    </p:set>
                                    <p:anim calcmode="lin" valueType="num">
                                      <p:cBhvr additive="base">
                                        <p:cTn id="33"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9">
                                            <p:txEl>
                                              <p:pRg st="0" end="0"/>
                                            </p:txEl>
                                          </p:spTgt>
                                        </p:tgtEl>
                                        <p:attrNameLst>
                                          <p:attrName>ppt_y</p:attrName>
                                        </p:attrNameLst>
                                      </p:cBhvr>
                                      <p:tavLst>
                                        <p:tav tm="0">
                                          <p:val>
                                            <p:strVal val="#ppt_y"/>
                                          </p:val>
                                        </p:tav>
                                        <p:tav tm="100000">
                                          <p:val>
                                            <p:strVal val="#ppt_y"/>
                                          </p:val>
                                        </p:tav>
                                      </p:tavLst>
                                    </p:anim>
                                  </p:childTnLst>
                                </p:cTn>
                              </p:par>
                              <p:par>
                                <p:cTn id="35" presetID="2" presetClass="entr" presetSubtype="2" decel="100000" fill="hold" grpId="0" nodeType="withEffect">
                                  <p:stCondLst>
                                    <p:cond delay="25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1+#ppt_w/2"/>
                                          </p:val>
                                        </p:tav>
                                        <p:tav tm="100000">
                                          <p:val>
                                            <p:strVal val="#ppt_x"/>
                                          </p:val>
                                        </p:tav>
                                      </p:tavLst>
                                    </p:anim>
                                    <p:anim calcmode="lin" valueType="num">
                                      <p:cBhvr additive="base">
                                        <p:cTn id="38" dur="500" fill="hold"/>
                                        <p:tgtEl>
                                          <p:spTgt spid="31"/>
                                        </p:tgtEl>
                                        <p:attrNameLst>
                                          <p:attrName>ppt_y</p:attrName>
                                        </p:attrNameLst>
                                      </p:cBhvr>
                                      <p:tavLst>
                                        <p:tav tm="0">
                                          <p:val>
                                            <p:strVal val="#ppt_y"/>
                                          </p:val>
                                        </p:tav>
                                        <p:tav tm="100000">
                                          <p:val>
                                            <p:strVal val="#ppt_y"/>
                                          </p:val>
                                        </p:tav>
                                      </p:tavLst>
                                    </p:anim>
                                  </p:childTnLst>
                                </p:cTn>
                              </p:par>
                            </p:childTnLst>
                          </p:cTn>
                        </p:par>
                        <p:par>
                          <p:cTn id="39" fill="hold">
                            <p:stCondLst>
                              <p:cond delay="3750"/>
                            </p:stCondLst>
                            <p:childTnLst>
                              <p:par>
                                <p:cTn id="40" presetID="10" presetClass="entr" presetSubtype="0" fill="hold" grpId="0" nodeType="afterEffect">
                                  <p:stCondLst>
                                    <p:cond delay="2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14">
                                            <p:txEl>
                                              <p:pRg st="0" end="0"/>
                                            </p:txEl>
                                          </p:spTgt>
                                        </p:tgtEl>
                                        <p:attrNameLst>
                                          <p:attrName>style.visibility</p:attrName>
                                        </p:attrNameLst>
                                      </p:cBhvr>
                                      <p:to>
                                        <p:strVal val="visible"/>
                                      </p:to>
                                    </p:set>
                                    <p:animEffect transition="in" filter="wipe(left)">
                                      <p:cBhvr>
                                        <p:cTn id="46" dur="500"/>
                                        <p:tgtEl>
                                          <p:spTgt spid="14">
                                            <p:txEl>
                                              <p:pRg st="0" end="0"/>
                                            </p:txEl>
                                          </p:spTgt>
                                        </p:tgtEl>
                                      </p:cBhvr>
                                    </p:animEffect>
                                  </p:childTnLst>
                                </p:cTn>
                              </p:par>
                            </p:childTnLst>
                          </p:cTn>
                        </p:par>
                        <p:par>
                          <p:cTn id="47" fill="hold">
                            <p:stCondLst>
                              <p:cond delay="5000"/>
                            </p:stCondLst>
                            <p:childTnLst>
                              <p:par>
                                <p:cTn id="48" presetID="10"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par>
                          <p:cTn id="51" fill="hold">
                            <p:stCondLst>
                              <p:cond delay="5500"/>
                            </p:stCondLst>
                            <p:childTnLst>
                              <p:par>
                                <p:cTn id="52" presetID="22" presetClass="entr" presetSubtype="8" fill="hold" grpId="0" nodeType="afterEffect">
                                  <p:stCondLst>
                                    <p:cond delay="0"/>
                                  </p:stCondLst>
                                  <p:childTnLst>
                                    <p:set>
                                      <p:cBhvr>
                                        <p:cTn id="53" dur="1" fill="hold">
                                          <p:stCondLst>
                                            <p:cond delay="0"/>
                                          </p:stCondLst>
                                        </p:cTn>
                                        <p:tgtEl>
                                          <p:spTgt spid="16">
                                            <p:txEl>
                                              <p:pRg st="0" end="0"/>
                                            </p:txEl>
                                          </p:spTgt>
                                        </p:tgtEl>
                                        <p:attrNameLst>
                                          <p:attrName>style.visibility</p:attrName>
                                        </p:attrNameLst>
                                      </p:cBhvr>
                                      <p:to>
                                        <p:strVal val="visible"/>
                                      </p:to>
                                    </p:set>
                                    <p:animEffect transition="in" filter="wipe(left)">
                                      <p:cBhvr>
                                        <p:cTn id="54" dur="500"/>
                                        <p:tgtEl>
                                          <p:spTgt spid="16">
                                            <p:txEl>
                                              <p:pRg st="0" end="0"/>
                                            </p:txEl>
                                          </p:spTgt>
                                        </p:tgtEl>
                                      </p:cBhvr>
                                    </p:animEffect>
                                  </p:childTnLst>
                                </p:cTn>
                              </p:par>
                            </p:childTnLst>
                          </p:cTn>
                        </p:par>
                        <p:par>
                          <p:cTn id="55" fill="hold">
                            <p:stCondLst>
                              <p:cond delay="6000"/>
                            </p:stCondLst>
                            <p:childTnLst>
                              <p:par>
                                <p:cTn id="56" presetID="10" presetClass="entr" presetSubtype="0" fill="hold" grpId="0"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par>
                          <p:cTn id="59" fill="hold">
                            <p:stCondLst>
                              <p:cond delay="6500"/>
                            </p:stCondLst>
                            <p:childTnLst>
                              <p:par>
                                <p:cTn id="60" presetID="22" presetClass="entr" presetSubtype="8" fill="hold" grpId="0" nodeType="afterEffect">
                                  <p:stCondLst>
                                    <p:cond delay="0"/>
                                  </p:stCondLst>
                                  <p:childTnLst>
                                    <p:set>
                                      <p:cBhvr>
                                        <p:cTn id="61" dur="1" fill="hold">
                                          <p:stCondLst>
                                            <p:cond delay="0"/>
                                          </p:stCondLst>
                                        </p:cTn>
                                        <p:tgtEl>
                                          <p:spTgt spid="18">
                                            <p:txEl>
                                              <p:pRg st="0" end="0"/>
                                            </p:txEl>
                                          </p:spTgt>
                                        </p:tgtEl>
                                        <p:attrNameLst>
                                          <p:attrName>style.visibility</p:attrName>
                                        </p:attrNameLst>
                                      </p:cBhvr>
                                      <p:to>
                                        <p:strVal val="visible"/>
                                      </p:to>
                                    </p:set>
                                    <p:animEffect transition="in" filter="wipe(left)">
                                      <p:cBhvr>
                                        <p:cTn id="62" dur="500"/>
                                        <p:tgtEl>
                                          <p:spTgt spid="18">
                                            <p:txEl>
                                              <p:pRg st="0" end="0"/>
                                            </p:txEl>
                                          </p:spTgt>
                                        </p:tgtEl>
                                      </p:cBhvr>
                                    </p:animEffect>
                                  </p:childTnLst>
                                </p:cTn>
                              </p:par>
                            </p:childTnLst>
                          </p:cTn>
                        </p:par>
                        <p:par>
                          <p:cTn id="63" fill="hold">
                            <p:stCondLst>
                              <p:cond delay="7000"/>
                            </p:stCondLst>
                            <p:childTnLst>
                              <p:par>
                                <p:cTn id="64" presetID="10" presetClass="entr" presetSubtype="0" fill="hold" grpId="0" nodeType="after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childTnLst>
                          </p:cTn>
                        </p:par>
                        <p:par>
                          <p:cTn id="67" fill="hold">
                            <p:stCondLst>
                              <p:cond delay="7500"/>
                            </p:stCondLst>
                            <p:childTnLst>
                              <p:par>
                                <p:cTn id="68" presetID="22" presetClass="entr" presetSubtype="8" fill="hold" grpId="0" nodeType="afterEffect">
                                  <p:stCondLst>
                                    <p:cond delay="0"/>
                                  </p:stCondLst>
                                  <p:childTnLst>
                                    <p:set>
                                      <p:cBhvr>
                                        <p:cTn id="69" dur="1" fill="hold">
                                          <p:stCondLst>
                                            <p:cond delay="0"/>
                                          </p:stCondLst>
                                        </p:cTn>
                                        <p:tgtEl>
                                          <p:spTgt spid="23">
                                            <p:txEl>
                                              <p:pRg st="0" end="0"/>
                                            </p:txEl>
                                          </p:spTgt>
                                        </p:tgtEl>
                                        <p:attrNameLst>
                                          <p:attrName>style.visibility</p:attrName>
                                        </p:attrNameLst>
                                      </p:cBhvr>
                                      <p:to>
                                        <p:strVal val="visible"/>
                                      </p:to>
                                    </p:set>
                                    <p:animEffect transition="in" filter="wipe(left)">
                                      <p:cBhvr>
                                        <p:cTn id="70" dur="500"/>
                                        <p:tgtEl>
                                          <p:spTgt spid="23">
                                            <p:txEl>
                                              <p:pRg st="0" end="0"/>
                                            </p:txEl>
                                          </p:spTgt>
                                        </p:tgtEl>
                                      </p:cBhvr>
                                    </p:animEffect>
                                  </p:childTnLst>
                                </p:cTn>
                              </p:par>
                            </p:childTnLst>
                          </p:cTn>
                        </p:par>
                        <p:par>
                          <p:cTn id="71" fill="hold">
                            <p:stCondLst>
                              <p:cond delay="8000"/>
                            </p:stCondLst>
                            <p:childTnLst>
                              <p:par>
                                <p:cTn id="72" presetID="10" presetClass="entr" presetSubtype="0" fill="hold" grpId="0" nodeType="after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childTnLst>
                          </p:cTn>
                        </p:par>
                        <p:par>
                          <p:cTn id="75" fill="hold">
                            <p:stCondLst>
                              <p:cond delay="8500"/>
                            </p:stCondLst>
                            <p:childTnLst>
                              <p:par>
                                <p:cTn id="76" presetID="22" presetClass="entr" presetSubtype="8" fill="hold" grpId="0" nodeType="afterEffect">
                                  <p:stCondLst>
                                    <p:cond delay="0"/>
                                  </p:stCondLst>
                                  <p:childTnLst>
                                    <p:set>
                                      <p:cBhvr>
                                        <p:cTn id="77" dur="1" fill="hold">
                                          <p:stCondLst>
                                            <p:cond delay="0"/>
                                          </p:stCondLst>
                                        </p:cTn>
                                        <p:tgtEl>
                                          <p:spTgt spid="25">
                                            <p:txEl>
                                              <p:pRg st="0" end="0"/>
                                            </p:txEl>
                                          </p:spTgt>
                                        </p:tgtEl>
                                        <p:attrNameLst>
                                          <p:attrName>style.visibility</p:attrName>
                                        </p:attrNameLst>
                                      </p:cBhvr>
                                      <p:to>
                                        <p:strVal val="visible"/>
                                      </p:to>
                                    </p:set>
                                    <p:animEffect transition="in" filter="wipe(left)">
                                      <p:cBhvr>
                                        <p:cTn id="78" dur="500"/>
                                        <p:tgtEl>
                                          <p:spTgt spid="25">
                                            <p:txEl>
                                              <p:pRg st="0" end="0"/>
                                            </p:txEl>
                                          </p:spTgt>
                                        </p:tgtEl>
                                      </p:cBhvr>
                                    </p:animEffect>
                                  </p:childTnLst>
                                </p:cTn>
                              </p:par>
                            </p:childTnLst>
                          </p:cTn>
                        </p:par>
                        <p:par>
                          <p:cTn id="79" fill="hold">
                            <p:stCondLst>
                              <p:cond delay="9000"/>
                            </p:stCondLst>
                            <p:childTnLst>
                              <p:par>
                                <p:cTn id="80" presetID="10" presetClass="entr" presetSubtype="0" fill="hold" grpId="0" nodeType="after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par>
                          <p:cTn id="83" fill="hold">
                            <p:stCondLst>
                              <p:cond delay="9500"/>
                            </p:stCondLst>
                            <p:childTnLst>
                              <p:par>
                                <p:cTn id="84" presetID="22" presetClass="entr" presetSubtype="8" fill="hold" grpId="0" nodeType="afterEffect">
                                  <p:stCondLst>
                                    <p:cond delay="0"/>
                                  </p:stCondLst>
                                  <p:childTnLst>
                                    <p:set>
                                      <p:cBhvr>
                                        <p:cTn id="85" dur="1" fill="hold">
                                          <p:stCondLst>
                                            <p:cond delay="0"/>
                                          </p:stCondLst>
                                        </p:cTn>
                                        <p:tgtEl>
                                          <p:spTgt spid="27">
                                            <p:txEl>
                                              <p:pRg st="0" end="0"/>
                                            </p:txEl>
                                          </p:spTgt>
                                        </p:tgtEl>
                                        <p:attrNameLst>
                                          <p:attrName>style.visibility</p:attrName>
                                        </p:attrNameLst>
                                      </p:cBhvr>
                                      <p:to>
                                        <p:strVal val="visible"/>
                                      </p:to>
                                    </p:set>
                                    <p:animEffect transition="in" filter="wipe(left)">
                                      <p:cBhvr>
                                        <p:cTn id="86" dur="500"/>
                                        <p:tgtEl>
                                          <p:spTgt spid="27">
                                            <p:txEl>
                                              <p:pRg st="0" end="0"/>
                                            </p:txEl>
                                          </p:spTgt>
                                        </p:tgtEl>
                                      </p:cBhvr>
                                    </p:animEffect>
                                  </p:childTnLst>
                                </p:cTn>
                              </p:par>
                            </p:childTnLst>
                          </p:cTn>
                        </p:par>
                        <p:par>
                          <p:cTn id="87" fill="hold">
                            <p:stCondLst>
                              <p:cond delay="10000"/>
                            </p:stCondLst>
                            <p:childTnLst>
                              <p:par>
                                <p:cTn id="88" presetID="2" presetClass="entr" presetSubtype="8" decel="100000" fill="hold" grpId="0" nodeType="afterEffect">
                                  <p:stCondLst>
                                    <p:cond delay="250"/>
                                  </p:stCondLst>
                                  <p:iterate type="wd">
                                    <p:tmPct val="10000"/>
                                  </p:iterate>
                                  <p:childTnLst>
                                    <p:set>
                                      <p:cBhvr>
                                        <p:cTn id="89" dur="1" fill="hold">
                                          <p:stCondLst>
                                            <p:cond delay="0"/>
                                          </p:stCondLst>
                                        </p:cTn>
                                        <p:tgtEl>
                                          <p:spTgt spid="7"/>
                                        </p:tgtEl>
                                        <p:attrNameLst>
                                          <p:attrName>style.visibility</p:attrName>
                                        </p:attrNameLst>
                                      </p:cBhvr>
                                      <p:to>
                                        <p:strVal val="visible"/>
                                      </p:to>
                                    </p:set>
                                    <p:anim calcmode="lin" valueType="num">
                                      <p:cBhvr additive="base">
                                        <p:cTn id="90" dur="500" fill="hold"/>
                                        <p:tgtEl>
                                          <p:spTgt spid="7"/>
                                        </p:tgtEl>
                                        <p:attrNameLst>
                                          <p:attrName>ppt_x</p:attrName>
                                        </p:attrNameLst>
                                      </p:cBhvr>
                                      <p:tavLst>
                                        <p:tav tm="0">
                                          <p:val>
                                            <p:strVal val="0-#ppt_w/2"/>
                                          </p:val>
                                        </p:tav>
                                        <p:tav tm="100000">
                                          <p:val>
                                            <p:strVal val="#ppt_x"/>
                                          </p:val>
                                        </p:tav>
                                      </p:tavLst>
                                    </p:anim>
                                    <p:anim calcmode="lin" valueType="num">
                                      <p:cBhvr additive="base">
                                        <p:cTn id="91" dur="500" fill="hold"/>
                                        <p:tgtEl>
                                          <p:spTgt spid="7"/>
                                        </p:tgtEl>
                                        <p:attrNameLst>
                                          <p:attrName>ppt_y</p:attrName>
                                        </p:attrNameLst>
                                      </p:cBhvr>
                                      <p:tavLst>
                                        <p:tav tm="0">
                                          <p:val>
                                            <p:strVal val="#ppt_y"/>
                                          </p:val>
                                        </p:tav>
                                        <p:tav tm="100000">
                                          <p:val>
                                            <p:strVal val="#ppt_y"/>
                                          </p:val>
                                        </p:tav>
                                      </p:tavLst>
                                    </p:anim>
                                  </p:childTnLst>
                                </p:cTn>
                              </p:par>
                              <p:par>
                                <p:cTn id="92" presetID="2" presetClass="entr" presetSubtype="2" decel="100000" fill="hold" grpId="0" nodeType="withEffect">
                                  <p:stCondLst>
                                    <p:cond delay="0"/>
                                  </p:stCondLst>
                                  <p:childTnLst>
                                    <p:set>
                                      <p:cBhvr>
                                        <p:cTn id="93" dur="1" fill="hold">
                                          <p:stCondLst>
                                            <p:cond delay="0"/>
                                          </p:stCondLst>
                                        </p:cTn>
                                        <p:tgtEl>
                                          <p:spTgt spid="8"/>
                                        </p:tgtEl>
                                        <p:attrNameLst>
                                          <p:attrName>style.visibility</p:attrName>
                                        </p:attrNameLst>
                                      </p:cBhvr>
                                      <p:to>
                                        <p:strVal val="visible"/>
                                      </p:to>
                                    </p:set>
                                    <p:anim calcmode="lin" valueType="num">
                                      <p:cBhvr additive="base">
                                        <p:cTn id="94" dur="500" fill="hold"/>
                                        <p:tgtEl>
                                          <p:spTgt spid="8"/>
                                        </p:tgtEl>
                                        <p:attrNameLst>
                                          <p:attrName>ppt_x</p:attrName>
                                        </p:attrNameLst>
                                      </p:cBhvr>
                                      <p:tavLst>
                                        <p:tav tm="0">
                                          <p:val>
                                            <p:strVal val="1+#ppt_w/2"/>
                                          </p:val>
                                        </p:tav>
                                        <p:tav tm="100000">
                                          <p:val>
                                            <p:strVal val="#ppt_x"/>
                                          </p:val>
                                        </p:tav>
                                      </p:tavLst>
                                    </p:anim>
                                    <p:anim calcmode="lin" valueType="num">
                                      <p:cBhvr additive="base">
                                        <p:cTn id="95" dur="500" fill="hold"/>
                                        <p:tgtEl>
                                          <p:spTgt spid="8"/>
                                        </p:tgtEl>
                                        <p:attrNameLst>
                                          <p:attrName>ppt_y</p:attrName>
                                        </p:attrNameLst>
                                      </p:cBhvr>
                                      <p:tavLst>
                                        <p:tav tm="0">
                                          <p:val>
                                            <p:strVal val="#ppt_y"/>
                                          </p:val>
                                        </p:tav>
                                        <p:tav tm="100000">
                                          <p:val>
                                            <p:strVal val="#ppt_y"/>
                                          </p:val>
                                        </p:tav>
                                      </p:tavLst>
                                    </p:anim>
                                  </p:childTnLst>
                                </p:cTn>
                              </p:par>
                            </p:childTnLst>
                          </p:cTn>
                        </p:par>
                        <p:par>
                          <p:cTn id="96" fill="hold">
                            <p:stCondLst>
                              <p:cond delay="10850"/>
                            </p:stCondLst>
                            <p:childTnLst>
                              <p:par>
                                <p:cTn id="97" presetID="22" presetClass="entr" presetSubtype="8" fill="hold" grpId="0" nodeType="afterEffect">
                                  <p:stCondLst>
                                    <p:cond delay="250"/>
                                  </p:stCondLst>
                                  <p:childTnLst>
                                    <p:set>
                                      <p:cBhvr>
                                        <p:cTn id="98" dur="1" fill="hold">
                                          <p:stCondLst>
                                            <p:cond delay="0"/>
                                          </p:stCondLst>
                                        </p:cTn>
                                        <p:tgtEl>
                                          <p:spTgt spid="11">
                                            <p:txEl>
                                              <p:pRg st="0" end="0"/>
                                            </p:txEl>
                                          </p:spTgt>
                                        </p:tgtEl>
                                        <p:attrNameLst>
                                          <p:attrName>style.visibility</p:attrName>
                                        </p:attrNameLst>
                                      </p:cBhvr>
                                      <p:to>
                                        <p:strVal val="visible"/>
                                      </p:to>
                                    </p:set>
                                    <p:animEffect transition="in" filter="wipe(left)">
                                      <p:cBhvr>
                                        <p:cTn id="99"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build="p">
        <p:tmplLst>
          <p:tmpl lvl="1">
            <p:tnLst>
              <p:par>
                <p:cTn presetID="2" presetClass="entr" presetSubtype="2" decel="100000" fill="hold" nodeType="afterEffect">
                  <p:stCondLst>
                    <p:cond delay="0"/>
                  </p:stCondLst>
                  <p:iterate type="lt">
                    <p:tmPct val="10000"/>
                  </p:iterate>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1+#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build="p">
        <p:tmplLst>
          <p:tmpl lvl="1">
            <p:tnLst>
              <p:par>
                <p:cTn presetID="2" presetClass="entr" presetSubtype="8" decel="100000" fill="hold" nodeType="afterEffect">
                  <p:stCondLst>
                    <p:cond delay="0"/>
                  </p:stCondLst>
                  <p:iterate type="lt">
                    <p:tmPct val="10000"/>
                  </p:iterate>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2" presetClass="entr" presetSubtype="8" fill="hold" nodeType="afterEffect">
                  <p:stCondLst>
                    <p:cond delay="25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4" grpId="0" build="p">
        <p:tmplLst>
          <p:tmpl lvl="1">
            <p:tnLst>
              <p:par>
                <p:cTn presetID="22" presetClass="entr" presetSubtype="8"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P spid="15" grpId="0" animBg="1"/>
      <p:bldP spid="16" grpId="0" build="p">
        <p:tmplLst>
          <p:tmpl lvl="1">
            <p:tnLst>
              <p:par>
                <p:cTn presetID="22" presetClass="entr" presetSubtype="8"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animBg="1"/>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19" grpId="0" animBg="1"/>
      <p:bldP spid="23" grpId="0" build="p">
        <p:tmplLst>
          <p:tmpl lvl="1">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4" grpId="0" animBg="1"/>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26" grpId="0" animBg="1"/>
      <p:bldP spid="27" grpId="0" build="p">
        <p:tmplLst>
          <p:tmpl lvl="1">
            <p:tnLst>
              <p:par>
                <p:cTn presetID="22" presetClass="entr" presetSubtype="8"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left)">
                      <p:cBhvr>
                        <p:cTn dur="500"/>
                        <p:tgtEl>
                          <p:spTgt spid="27"/>
                        </p:tgtEl>
                      </p:cBhvr>
                    </p:animEffect>
                  </p:childTnLst>
                </p:cTn>
              </p:par>
            </p:tnLst>
          </p:tmpl>
        </p:tmplLst>
      </p:bldP>
      <p:bldP spid="28" grpId="0" animBg="1"/>
      <p:bldP spid="30" grpId="0" animBg="1"/>
      <p:bldP spid="31" grpId="0" animBg="1"/>
    </p:bld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evices">
    <p:bg>
      <p:bgPr>
        <a:solidFill>
          <a:schemeClr val="tx2"/>
        </a:solidFill>
        <a:effectLst/>
      </p:bgPr>
    </p:bg>
    <p:spTree>
      <p:nvGrpSpPr>
        <p:cNvPr id="1" name=""/>
        <p:cNvGrpSpPr/>
        <p:nvPr/>
      </p:nvGrpSpPr>
      <p:grpSpPr>
        <a:xfrm>
          <a:off x="0" y="0"/>
          <a:ext cx="0" cy="0"/>
          <a:chOff x="0" y="0"/>
          <a:chExt cx="0" cy="0"/>
        </a:xfrm>
      </p:grpSpPr>
      <p:sp>
        <p:nvSpPr>
          <p:cNvPr id="14" name="正方形/長方形 13"/>
          <p:cNvSpPr/>
          <p:nvPr userDrawn="1"/>
        </p:nvSpPr>
        <p:spPr>
          <a:xfrm>
            <a:off x="-1" y="-1"/>
            <a:ext cx="18286413" cy="62266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99146" y="462980"/>
            <a:ext cx="7911618" cy="6409096"/>
          </a:xfrm>
          <a:prstGeom prst="rect">
            <a:avLst/>
          </a:prstGeom>
        </p:spPr>
      </p:pic>
      <p:pic>
        <p:nvPicPr>
          <p:cNvPr id="9" name="図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000301" y="1425361"/>
            <a:ext cx="3830770" cy="5446715"/>
          </a:xfrm>
          <a:prstGeom prst="rect">
            <a:avLst/>
          </a:prstGeom>
        </p:spPr>
      </p:pic>
      <p:pic>
        <p:nvPicPr>
          <p:cNvPr id="10" name="図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227296" y="2706412"/>
            <a:ext cx="2044962" cy="4165664"/>
          </a:xfrm>
          <a:prstGeom prst="rect">
            <a:avLst/>
          </a:prstGeom>
        </p:spPr>
      </p:pic>
      <p:sp>
        <p:nvSpPr>
          <p:cNvPr id="11" name="図プレースホルダー 8"/>
          <p:cNvSpPr>
            <a:spLocks noGrp="1"/>
          </p:cNvSpPr>
          <p:nvPr>
            <p:ph type="pic" sz="quarter" idx="12" hasCustomPrompt="1"/>
          </p:nvPr>
        </p:nvSpPr>
        <p:spPr>
          <a:xfrm>
            <a:off x="3394909" y="3236669"/>
            <a:ext cx="1709737" cy="3105150"/>
          </a:xfrm>
        </p:spPr>
        <p:txBody>
          <a:bodyPr>
            <a:normAutofit/>
          </a:bodyPr>
          <a:lstStyle>
            <a:lvl1pPr>
              <a:defRPr sz="1600"/>
            </a:lvl1pPr>
          </a:lstStyle>
          <a:p>
            <a:r>
              <a:rPr kumimoji="1" lang="en-US" altLang="ja-JP" dirty="0"/>
              <a:t>Add an image</a:t>
            </a:r>
            <a:endParaRPr kumimoji="1" lang="ja-JP" altLang="en-US" dirty="0"/>
          </a:p>
        </p:txBody>
      </p:sp>
      <p:sp>
        <p:nvSpPr>
          <p:cNvPr id="12" name="図プレースホルダー 8"/>
          <p:cNvSpPr>
            <a:spLocks noGrp="1"/>
          </p:cNvSpPr>
          <p:nvPr>
            <p:ph type="pic" sz="quarter" idx="13" hasCustomPrompt="1"/>
          </p:nvPr>
        </p:nvSpPr>
        <p:spPr>
          <a:xfrm>
            <a:off x="5489811" y="733010"/>
            <a:ext cx="7335815" cy="4056234"/>
          </a:xfrm>
        </p:spPr>
        <p:txBody>
          <a:bodyPr>
            <a:normAutofit/>
          </a:bodyPr>
          <a:lstStyle>
            <a:lvl1pPr>
              <a:defRPr sz="1600"/>
            </a:lvl1pPr>
          </a:lstStyle>
          <a:p>
            <a:r>
              <a:rPr kumimoji="1" lang="en-US" altLang="ja-JP" dirty="0"/>
              <a:t>Add an image</a:t>
            </a:r>
            <a:endParaRPr kumimoji="1" lang="ja-JP" altLang="en-US" dirty="0"/>
          </a:p>
        </p:txBody>
      </p:sp>
      <p:sp>
        <p:nvSpPr>
          <p:cNvPr id="13" name="図プレースホルダー 8"/>
          <p:cNvSpPr>
            <a:spLocks noGrp="1"/>
          </p:cNvSpPr>
          <p:nvPr>
            <p:ph type="pic" sz="quarter" idx="14" hasCustomPrompt="1"/>
          </p:nvPr>
        </p:nvSpPr>
        <p:spPr>
          <a:xfrm>
            <a:off x="13257470" y="1924050"/>
            <a:ext cx="3314700" cy="4434585"/>
          </a:xfrm>
        </p:spPr>
        <p:txBody>
          <a:bodyPr>
            <a:normAutofit/>
          </a:bodyPr>
          <a:lstStyle>
            <a:lvl1pPr>
              <a:defRPr sz="1600"/>
            </a:lvl1pPr>
          </a:lstStyle>
          <a:p>
            <a:r>
              <a:rPr kumimoji="1" lang="en-US" altLang="ja-JP" dirty="0"/>
              <a:t>Add an image</a:t>
            </a:r>
            <a:endParaRPr kumimoji="1" lang="ja-JP" altLang="en-US" dirty="0"/>
          </a:p>
        </p:txBody>
      </p:sp>
      <p:sp>
        <p:nvSpPr>
          <p:cNvPr id="16" name="タイトル 1"/>
          <p:cNvSpPr>
            <a:spLocks noGrp="1"/>
          </p:cNvSpPr>
          <p:nvPr>
            <p:ph type="title" hasCustomPrompt="1"/>
          </p:nvPr>
        </p:nvSpPr>
        <p:spPr>
          <a:xfrm>
            <a:off x="725714" y="6771615"/>
            <a:ext cx="16822057" cy="1350907"/>
          </a:xfrm>
        </p:spPr>
        <p:txBody>
          <a:bodyPr anchor="b">
            <a:normAutofit/>
          </a:bodyPr>
          <a:lstStyle>
            <a:lvl1pPr algn="ct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17" name="正方形/長方形 16"/>
          <p:cNvSpPr/>
          <p:nvPr userDrawn="1"/>
        </p:nvSpPr>
        <p:spPr>
          <a:xfrm>
            <a:off x="7522233" y="8137746"/>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6"/>
          <p:cNvSpPr>
            <a:spLocks noGrp="1"/>
          </p:cNvSpPr>
          <p:nvPr>
            <p:ph type="body" sz="quarter" idx="42" hasCustomPrompt="1"/>
          </p:nvPr>
        </p:nvSpPr>
        <p:spPr>
          <a:xfrm>
            <a:off x="430238" y="8432792"/>
            <a:ext cx="17425936" cy="1509494"/>
          </a:xfrm>
        </p:spPr>
        <p:txBody>
          <a:bodyPr>
            <a:noAutofit/>
          </a:bodyPr>
          <a:lstStyle>
            <a:lvl1pPr algn="ctr">
              <a:defRPr sz="2000" b="0" i="0" u="none" baseline="0">
                <a:solidFill>
                  <a:schemeClr val="bg1"/>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spTree>
    <p:extLst>
      <p:ext uri="{BB962C8B-B14F-4D97-AF65-F5344CB8AC3E}">
        <p14:creationId xmlns:p14="http://schemas.microsoft.com/office/powerpoint/2010/main" val="15557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childTnLst>
                          </p:cTn>
                        </p:par>
                        <p:par>
                          <p:cTn id="11" fill="hold">
                            <p:stCondLst>
                              <p:cond delay="500"/>
                            </p:stCondLst>
                            <p:childTnLst>
                              <p:par>
                                <p:cTn id="12" presetID="14" presetClass="entr" presetSubtype="1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randombar(horizontal)">
                                      <p:cBhvr>
                                        <p:cTn id="14" dur="500"/>
                                        <p:tgtEl>
                                          <p:spTgt spid="8"/>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randombar(horizontal)">
                                      <p:cBhvr>
                                        <p:cTn id="17" dur="500"/>
                                        <p:tgtEl>
                                          <p:spTgt spid="12"/>
                                        </p:tgtEl>
                                      </p:cBhvr>
                                    </p:animEffect>
                                  </p:childTnLst>
                                </p:cTn>
                              </p:par>
                            </p:childTnLst>
                          </p:cTn>
                        </p:par>
                        <p:par>
                          <p:cTn id="18" fill="hold">
                            <p:stCondLst>
                              <p:cond delay="1000"/>
                            </p:stCondLst>
                            <p:childTnLst>
                              <p:par>
                                <p:cTn id="19" presetID="14" presetClass="entr" presetSubtype="1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horizontal)">
                                      <p:cBhvr>
                                        <p:cTn id="21" dur="500"/>
                                        <p:tgtEl>
                                          <p:spTgt spid="9"/>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randombar(horizontal)">
                                      <p:cBhvr>
                                        <p:cTn id="24" dur="500"/>
                                        <p:tgtEl>
                                          <p:spTgt spid="13"/>
                                        </p:tgtEl>
                                      </p:cBhvr>
                                    </p:animEffect>
                                  </p:childTnLst>
                                </p:cTn>
                              </p:par>
                            </p:childTnLst>
                          </p:cTn>
                        </p:par>
                        <p:par>
                          <p:cTn id="25" fill="hold">
                            <p:stCondLst>
                              <p:cond delay="1500"/>
                            </p:stCondLst>
                            <p:childTnLst>
                              <p:par>
                                <p:cTn id="26" presetID="14" presetClass="entr" presetSubtype="1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randombar(horizontal)">
                                      <p:cBhvr>
                                        <p:cTn id="28" dur="500"/>
                                        <p:tgtEl>
                                          <p:spTgt spid="14"/>
                                        </p:tgtEl>
                                      </p:cBhvr>
                                    </p:animEffect>
                                  </p:childTnLst>
                                </p:cTn>
                              </p:par>
                            </p:childTnLst>
                          </p:cTn>
                        </p:par>
                        <p:par>
                          <p:cTn id="29" fill="hold">
                            <p:stCondLst>
                              <p:cond delay="2000"/>
                            </p:stCondLst>
                            <p:childTnLst>
                              <p:par>
                                <p:cTn id="30" presetID="2" presetClass="entr" presetSubtype="8" decel="100000" fill="hold" grpId="0" nodeType="afterEffect">
                                  <p:stCondLst>
                                    <p:cond delay="500"/>
                                  </p:stCondLst>
                                  <p:iterate type="wd">
                                    <p:tmPct val="10000"/>
                                  </p:iterate>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0-#ppt_w/2"/>
                                          </p:val>
                                        </p:tav>
                                        <p:tav tm="100000">
                                          <p:val>
                                            <p:strVal val="#ppt_x"/>
                                          </p:val>
                                        </p:tav>
                                      </p:tavLst>
                                    </p:anim>
                                    <p:anim calcmode="lin" valueType="num">
                                      <p:cBhvr additive="base">
                                        <p:cTn id="33" dur="500" fill="hold"/>
                                        <p:tgtEl>
                                          <p:spTgt spid="16"/>
                                        </p:tgtEl>
                                        <p:attrNameLst>
                                          <p:attrName>ppt_y</p:attrName>
                                        </p:attrNameLst>
                                      </p:cBhvr>
                                      <p:tavLst>
                                        <p:tav tm="0">
                                          <p:val>
                                            <p:strVal val="#ppt_y"/>
                                          </p:val>
                                        </p:tav>
                                        <p:tav tm="100000">
                                          <p:val>
                                            <p:strVal val="#ppt_y"/>
                                          </p:val>
                                        </p:tav>
                                      </p:tavLst>
                                    </p:anim>
                                  </p:childTnLst>
                                </p:cTn>
                              </p:par>
                              <p:par>
                                <p:cTn id="34" presetID="2" presetClass="entr" presetSubtype="2" decel="100000" fill="hold" grpId="0" nodeType="withEffect">
                                  <p:stCondLst>
                                    <p:cond delay="5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1+#ppt_w/2"/>
                                          </p:val>
                                        </p:tav>
                                        <p:tav tm="100000">
                                          <p:val>
                                            <p:strVal val="#ppt_x"/>
                                          </p:val>
                                        </p:tav>
                                      </p:tavLst>
                                    </p:anim>
                                    <p:anim calcmode="lin" valueType="num">
                                      <p:cBhvr additive="base">
                                        <p:cTn id="37" dur="500" fill="hold"/>
                                        <p:tgtEl>
                                          <p:spTgt spid="17"/>
                                        </p:tgtEl>
                                        <p:attrNameLst>
                                          <p:attrName>ppt_y</p:attrName>
                                        </p:attrNameLst>
                                      </p:cBhvr>
                                      <p:tavLst>
                                        <p:tav tm="0">
                                          <p:val>
                                            <p:strVal val="#ppt_y"/>
                                          </p:val>
                                        </p:tav>
                                        <p:tav tm="100000">
                                          <p:val>
                                            <p:strVal val="#ppt_y"/>
                                          </p:val>
                                        </p:tav>
                                      </p:tavLst>
                                    </p:anim>
                                  </p:childTnLst>
                                </p:cTn>
                              </p:par>
                            </p:childTnLst>
                          </p:cTn>
                        </p:par>
                        <p:par>
                          <p:cTn id="38" fill="hold">
                            <p:stCondLst>
                              <p:cond delay="3100"/>
                            </p:stCondLst>
                            <p:childTnLst>
                              <p:par>
                                <p:cTn id="39" presetID="22" presetClass="entr" presetSubtype="8" fill="hold" grpId="0" nodeType="afterEffect">
                                  <p:stCondLst>
                                    <p:cond delay="250"/>
                                  </p:stCondLst>
                                  <p:childTnLst>
                                    <p:set>
                                      <p:cBhvr>
                                        <p:cTn id="40" dur="1" fill="hold">
                                          <p:stCondLst>
                                            <p:cond delay="0"/>
                                          </p:stCondLst>
                                        </p:cTn>
                                        <p:tgtEl>
                                          <p:spTgt spid="18">
                                            <p:txEl>
                                              <p:pRg st="0" end="0"/>
                                            </p:txEl>
                                          </p:spTgt>
                                        </p:tgtEl>
                                        <p:attrNameLst>
                                          <p:attrName>style.visibility</p:attrName>
                                        </p:attrNameLst>
                                      </p:cBhvr>
                                      <p:to>
                                        <p:strVal val="visible"/>
                                      </p:to>
                                    </p:set>
                                    <p:animEffect transition="in" filter="wipe(left)">
                                      <p:cBhvr>
                                        <p:cTn id="4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1" grpId="0"/>
      <p:bldP spid="12" grpId="0"/>
      <p:bldP spid="13" grpId="0"/>
      <p:bldP spid="16" grpId="0"/>
      <p:bldP spid="17" grpId="0" animBg="1"/>
      <p:bldP spid="18" grpId="0" build="p">
        <p:tmplLst>
          <p:tmpl lvl="1">
            <p:tnLst>
              <p:par>
                <p:cTn presetID="22" presetClass="entr" presetSubtype="8" fill="hold" nodeType="afterEffect">
                  <p:stCondLst>
                    <p:cond delay="25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Web 1">
    <p:spTree>
      <p:nvGrpSpPr>
        <p:cNvPr id="1" name=""/>
        <p:cNvGrpSpPr/>
        <p:nvPr/>
      </p:nvGrpSpPr>
      <p:grpSpPr>
        <a:xfrm>
          <a:off x="0" y="0"/>
          <a:ext cx="0" cy="0"/>
          <a:chOff x="0" y="0"/>
          <a:chExt cx="0" cy="0"/>
        </a:xfrm>
      </p:grpSpPr>
      <p:sp>
        <p:nvSpPr>
          <p:cNvPr id="26" name="正方形/長方形 25"/>
          <p:cNvSpPr/>
          <p:nvPr userDrawn="1"/>
        </p:nvSpPr>
        <p:spPr>
          <a:xfrm>
            <a:off x="-1" y="6350000"/>
            <a:ext cx="18286413" cy="3937000"/>
          </a:xfrm>
          <a:prstGeom prst="rect">
            <a:avLst/>
          </a:prstGeom>
          <a:solidFill>
            <a:schemeClr val="tx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正方形/長方形 1"/>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プレースホルダー 1"/>
          <p:cNvSpPr>
            <a:spLocks noGrp="1"/>
          </p:cNvSpPr>
          <p:nvPr>
            <p:ph type="title" hasCustomPrompt="1"/>
          </p:nvPr>
        </p:nvSpPr>
        <p:spPr>
          <a:xfrm>
            <a:off x="3072630" y="246956"/>
            <a:ext cx="14349567" cy="1203151"/>
          </a:xfrm>
          <a:prstGeom prst="rect">
            <a:avLst/>
          </a:prstGeom>
        </p:spPr>
        <p:txBody>
          <a:bodyPr vert="horz" lIns="163275" tIns="81638" rIns="163275" bIns="81638" rtlCol="0" anchor="ctr">
            <a:normAutofit/>
          </a:bodyPr>
          <a:lstStyle/>
          <a:p>
            <a:r>
              <a:rPr kumimoji="1" lang="en-US" altLang="ja-JP" dirty="0"/>
              <a:t>Slide Title</a:t>
            </a:r>
            <a:endParaRPr kumimoji="1" lang="ja-JP" altLang="en-US" dirty="0"/>
          </a:p>
        </p:txBody>
      </p:sp>
      <p:sp>
        <p:nvSpPr>
          <p:cNvPr id="13"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14" name="正方形/長方形 13"/>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図プレースホルダー 19"/>
          <p:cNvSpPr>
            <a:spLocks noGrp="1"/>
          </p:cNvSpPr>
          <p:nvPr>
            <p:ph type="pic" sz="quarter" idx="12" hasCustomPrompt="1"/>
          </p:nvPr>
        </p:nvSpPr>
        <p:spPr>
          <a:xfrm>
            <a:off x="803048" y="3255738"/>
            <a:ext cx="8534400" cy="4800600"/>
          </a:xfrm>
          <a:solidFill>
            <a:schemeClr val="accent3">
              <a:lumMod val="20000"/>
              <a:lumOff val="80000"/>
            </a:schemeClr>
          </a:solidFill>
        </p:spPr>
        <p:txBody>
          <a:bodyPr>
            <a:normAutofit/>
          </a:bodyPr>
          <a:lstStyle>
            <a:lvl1pPr>
              <a:defRPr sz="1600"/>
            </a:lvl1pPr>
          </a:lstStyle>
          <a:p>
            <a:r>
              <a:rPr kumimoji="1" lang="en-US" altLang="ja-JP" dirty="0"/>
              <a:t>Add an image</a:t>
            </a:r>
            <a:endParaRPr kumimoji="1" lang="ja-JP" altLang="en-US" dirty="0"/>
          </a:p>
        </p:txBody>
      </p:sp>
      <p:sp>
        <p:nvSpPr>
          <p:cNvPr id="16" name="角丸四角形 7"/>
          <p:cNvSpPr/>
          <p:nvPr userDrawn="1"/>
        </p:nvSpPr>
        <p:spPr>
          <a:xfrm>
            <a:off x="803274" y="2768375"/>
            <a:ext cx="8534400" cy="487140"/>
          </a:xfrm>
          <a:custGeom>
            <a:avLst/>
            <a:gdLst/>
            <a:ahLst/>
            <a:cxnLst/>
            <a:rect l="l" t="t" r="r" b="b"/>
            <a:pathLst>
              <a:path w="8534400" h="487140">
                <a:moveTo>
                  <a:pt x="148176" y="0"/>
                </a:moveTo>
                <a:lnTo>
                  <a:pt x="8386224" y="0"/>
                </a:lnTo>
                <a:cubicBezTo>
                  <a:pt x="8468059" y="0"/>
                  <a:pt x="8534400" y="66341"/>
                  <a:pt x="8534400" y="148176"/>
                </a:cubicBezTo>
                <a:lnTo>
                  <a:pt x="8534400" y="487140"/>
                </a:lnTo>
                <a:lnTo>
                  <a:pt x="0" y="487140"/>
                </a:lnTo>
                <a:lnTo>
                  <a:pt x="0" y="148176"/>
                </a:lnTo>
                <a:cubicBezTo>
                  <a:pt x="0" y="66341"/>
                  <a:pt x="66341" y="0"/>
                  <a:pt x="148176"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userDrawn="1"/>
        </p:nvSpPr>
        <p:spPr>
          <a:xfrm>
            <a:off x="803274" y="3192015"/>
            <a:ext cx="8534400" cy="63500"/>
          </a:xfrm>
          <a:prstGeom prst="rect">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8" name="グループ化 17"/>
          <p:cNvGrpSpPr/>
          <p:nvPr userDrawn="1"/>
        </p:nvGrpSpPr>
        <p:grpSpPr>
          <a:xfrm>
            <a:off x="985610" y="2907170"/>
            <a:ext cx="542925" cy="142875"/>
            <a:chOff x="2524125" y="1614487"/>
            <a:chExt cx="542925" cy="142875"/>
          </a:xfrm>
        </p:grpSpPr>
        <p:sp>
          <p:nvSpPr>
            <p:cNvPr id="19" name="円/楕円 18"/>
            <p:cNvSpPr/>
            <p:nvPr userDrawn="1"/>
          </p:nvSpPr>
          <p:spPr>
            <a:xfrm>
              <a:off x="2524125" y="1614487"/>
              <a:ext cx="142875" cy="1428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2724150" y="1614487"/>
              <a:ext cx="142875" cy="1428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2924175" y="1614487"/>
              <a:ext cx="142875" cy="142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p:cNvGrpSpPr/>
          <p:nvPr userDrawn="1"/>
        </p:nvGrpSpPr>
        <p:grpSpPr>
          <a:xfrm>
            <a:off x="8958034" y="2883357"/>
            <a:ext cx="200026" cy="190500"/>
            <a:chOff x="7781924" y="1704975"/>
            <a:chExt cx="200026" cy="190500"/>
          </a:xfrm>
          <a:solidFill>
            <a:schemeClr val="tx1">
              <a:lumMod val="50000"/>
              <a:lumOff val="50000"/>
            </a:schemeClr>
          </a:solidFill>
        </p:grpSpPr>
        <p:sp>
          <p:nvSpPr>
            <p:cNvPr id="23" name="正方形/長方形 22"/>
            <p:cNvSpPr/>
            <p:nvPr userDrawn="1"/>
          </p:nvSpPr>
          <p:spPr>
            <a:xfrm>
              <a:off x="7781925" y="1704975"/>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userDrawn="1"/>
          </p:nvSpPr>
          <p:spPr>
            <a:xfrm>
              <a:off x="7781925" y="1776413"/>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userDrawn="1"/>
          </p:nvSpPr>
          <p:spPr>
            <a:xfrm>
              <a:off x="7781924" y="1847850"/>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8" name="正方形/長方形 37"/>
          <p:cNvSpPr/>
          <p:nvPr userDrawn="1"/>
        </p:nvSpPr>
        <p:spPr>
          <a:xfrm rot="2700000">
            <a:off x="2387421" y="4360030"/>
            <a:ext cx="12778290" cy="9622369"/>
          </a:xfrm>
          <a:custGeom>
            <a:avLst/>
            <a:gdLst/>
            <a:ahLst/>
            <a:cxnLst/>
            <a:rect l="l" t="t" r="r" b="b"/>
            <a:pathLst>
              <a:path w="12778290" h="9622369">
                <a:moveTo>
                  <a:pt x="2350963" y="1"/>
                </a:moveTo>
                <a:lnTo>
                  <a:pt x="12778290" y="0"/>
                </a:lnTo>
                <a:lnTo>
                  <a:pt x="3155921" y="9622369"/>
                </a:lnTo>
                <a:lnTo>
                  <a:pt x="0" y="9622369"/>
                </a:lnTo>
                <a:lnTo>
                  <a:pt x="5986665" y="3635704"/>
                </a:ln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a:off x="9873123" y="6594216"/>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プレースホルダー 6"/>
          <p:cNvSpPr>
            <a:spLocks noGrp="1"/>
          </p:cNvSpPr>
          <p:nvPr>
            <p:ph type="body" sz="quarter" idx="24" hasCustomPrompt="1"/>
          </p:nvPr>
        </p:nvSpPr>
        <p:spPr>
          <a:xfrm>
            <a:off x="9782631" y="6715047"/>
            <a:ext cx="7794169" cy="2251154"/>
          </a:xfrm>
        </p:spPr>
        <p:txBody>
          <a:bodyPr anchor="t">
            <a:noAutofit/>
          </a:bodyPr>
          <a:lstStyle>
            <a:lvl1pPr algn="l">
              <a:defRPr sz="2000" i="0" baseline="0">
                <a:solidFill>
                  <a:schemeClr val="bg1"/>
                </a:solidFill>
                <a:latin typeface="+mn-lt"/>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p:ph type="body" sz="quarter" idx="48" hasCustomPrompt="1"/>
          </p:nvPr>
        </p:nvSpPr>
        <p:spPr>
          <a:xfrm>
            <a:off x="10428801" y="2786683"/>
            <a:ext cx="7122599"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32" name="円/楕円 31"/>
          <p:cNvSpPr/>
          <p:nvPr userDrawn="1"/>
        </p:nvSpPr>
        <p:spPr>
          <a:xfrm>
            <a:off x="9873123" y="3073857"/>
            <a:ext cx="409325" cy="40932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プレースホルダー 6"/>
          <p:cNvSpPr>
            <a:spLocks noGrp="1"/>
          </p:cNvSpPr>
          <p:nvPr>
            <p:ph type="body" sz="quarter" idx="49" hasCustomPrompt="1"/>
          </p:nvPr>
        </p:nvSpPr>
        <p:spPr>
          <a:xfrm>
            <a:off x="10428801" y="3936611"/>
            <a:ext cx="7122599"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34" name="円/楕円 33"/>
          <p:cNvSpPr/>
          <p:nvPr userDrawn="1"/>
        </p:nvSpPr>
        <p:spPr>
          <a:xfrm>
            <a:off x="9873123" y="4223785"/>
            <a:ext cx="409325" cy="40932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6"/>
          <p:cNvSpPr>
            <a:spLocks noGrp="1"/>
          </p:cNvSpPr>
          <p:nvPr>
            <p:ph type="body" sz="quarter" idx="50" hasCustomPrompt="1"/>
          </p:nvPr>
        </p:nvSpPr>
        <p:spPr>
          <a:xfrm>
            <a:off x="10428801" y="5086538"/>
            <a:ext cx="7122599"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36" name="円/楕円 35"/>
          <p:cNvSpPr/>
          <p:nvPr userDrawn="1"/>
        </p:nvSpPr>
        <p:spPr>
          <a:xfrm>
            <a:off x="9873123" y="5373712"/>
            <a:ext cx="409325" cy="40932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36"/>
          <p:cNvSpPr/>
          <p:nvPr userDrawn="1"/>
        </p:nvSpPr>
        <p:spPr>
          <a:xfrm>
            <a:off x="2333099" y="1358472"/>
            <a:ext cx="576064" cy="5760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13"/>
          <p:cNvSpPr/>
          <p:nvPr userDrawn="1"/>
        </p:nvSpPr>
        <p:spPr>
          <a:xfrm>
            <a:off x="47390" y="0"/>
            <a:ext cx="1368152" cy="1021905"/>
          </a:xfrm>
          <a:custGeom>
            <a:avLst/>
            <a:gdLst/>
            <a:ahLst/>
            <a:cxnLst/>
            <a:rect l="l" t="t" r="r" b="b"/>
            <a:pathLst>
              <a:path w="1368152" h="1021905">
                <a:moveTo>
                  <a:pt x="92597" y="0"/>
                </a:moveTo>
                <a:lnTo>
                  <a:pt x="1275555" y="0"/>
                </a:lnTo>
                <a:cubicBezTo>
                  <a:pt x="1335432" y="98498"/>
                  <a:pt x="1368152" y="214342"/>
                  <a:pt x="1368152" y="337829"/>
                </a:cubicBezTo>
                <a:cubicBezTo>
                  <a:pt x="1368152" y="715634"/>
                  <a:pt x="1061881" y="1021905"/>
                  <a:pt x="684076" y="1021905"/>
                </a:cubicBezTo>
                <a:cubicBezTo>
                  <a:pt x="306271" y="1021905"/>
                  <a:pt x="0" y="715634"/>
                  <a:pt x="0" y="337829"/>
                </a:cubicBezTo>
                <a:cubicBezTo>
                  <a:pt x="0" y="214342"/>
                  <a:pt x="32720" y="98498"/>
                  <a:pt x="92597"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p:cNvSpPr/>
          <p:nvPr userDrawn="1"/>
        </p:nvSpPr>
        <p:spPr>
          <a:xfrm>
            <a:off x="1022872" y="1021906"/>
            <a:ext cx="792088" cy="79208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p:cNvSpPr/>
          <p:nvPr userDrawn="1"/>
        </p:nvSpPr>
        <p:spPr>
          <a:xfrm>
            <a:off x="1811586" y="223637"/>
            <a:ext cx="992843" cy="99284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フッター プレースホルダー 4"/>
          <p:cNvSpPr>
            <a:spLocks noGrp="1"/>
          </p:cNvSpPr>
          <p:nvPr>
            <p:ph type="ftr" sz="quarter" idx="3"/>
          </p:nvPr>
        </p:nvSpPr>
        <p:spPr>
          <a:xfrm>
            <a:off x="10507991" y="9463858"/>
            <a:ext cx="5790697" cy="547688"/>
          </a:xfrm>
          <a:prstGeom prst="rect">
            <a:avLst/>
          </a:prstGeom>
        </p:spPr>
        <p:txBody>
          <a:bodyPr vert="horz" lIns="163275" tIns="81638" rIns="163275" bIns="81638" rtlCol="0" anchor="ctr"/>
          <a:lstStyle>
            <a:lvl1pPr algn="r">
              <a:defRPr sz="2000">
                <a:solidFill>
                  <a:schemeClr val="tx1">
                    <a:tint val="75000"/>
                  </a:schemeClr>
                </a:solidFill>
                <a:latin typeface="+mj-lt"/>
              </a:defRPr>
            </a:lvl1pPr>
          </a:lstStyle>
          <a:p>
            <a:r>
              <a:rPr lang="en-US" altLang="ja-JP" dirty="0"/>
              <a:t>The Power of PowerPoint | thepopp.com</a:t>
            </a:r>
            <a:endParaRPr lang="ja-JP" altLang="en-US" dirty="0"/>
          </a:p>
        </p:txBody>
      </p:sp>
      <p:sp>
        <p:nvSpPr>
          <p:cNvPr id="43" name="円/楕円 42"/>
          <p:cNvSpPr/>
          <p:nvPr userDrawn="1"/>
        </p:nvSpPr>
        <p:spPr>
          <a:xfrm>
            <a:off x="16531653" y="9150345"/>
            <a:ext cx="434349" cy="43434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43"/>
          <p:cNvSpPr/>
          <p:nvPr userDrawn="1"/>
        </p:nvSpPr>
        <p:spPr>
          <a:xfrm>
            <a:off x="17151170" y="9166572"/>
            <a:ext cx="1080120" cy="10801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19"/>
          <p:cNvSpPr/>
          <p:nvPr userDrawn="1"/>
        </p:nvSpPr>
        <p:spPr>
          <a:xfrm>
            <a:off x="16289464" y="9704242"/>
            <a:ext cx="720080" cy="582759"/>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スライド番号プレースホルダー 5"/>
          <p:cNvSpPr>
            <a:spLocks noGrp="1"/>
          </p:cNvSpPr>
          <p:nvPr>
            <p:ph type="sldNum" sz="quarter" idx="4"/>
          </p:nvPr>
        </p:nvSpPr>
        <p:spPr>
          <a:xfrm>
            <a:off x="17151170"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256848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400"/>
                                        <p:tgtEl>
                                          <p:spTgt spid="39"/>
                                        </p:tgtEl>
                                      </p:cBhvr>
                                    </p:animEffect>
                                  </p:childTnLst>
                                </p:cTn>
                              </p:par>
                              <p:par>
                                <p:cTn id="8" presetID="2" presetClass="entr" presetSubtype="9" decel="100000" fill="hold" grpId="1" nodeType="withEffect">
                                  <p:stCondLst>
                                    <p:cond delay="0"/>
                                  </p:stCondLst>
                                  <p:childTnLst>
                                    <p:set>
                                      <p:cBhvr>
                                        <p:cTn id="9" dur="1" fill="hold">
                                          <p:stCondLst>
                                            <p:cond delay="0"/>
                                          </p:stCondLst>
                                        </p:cTn>
                                        <p:tgtEl>
                                          <p:spTgt spid="39"/>
                                        </p:tgtEl>
                                        <p:attrNameLst>
                                          <p:attrName>style.visibility</p:attrName>
                                        </p:attrNameLst>
                                      </p:cBhvr>
                                      <p:to>
                                        <p:strVal val="visible"/>
                                      </p:to>
                                    </p:set>
                                    <p:anim calcmode="lin" valueType="num">
                                      <p:cBhvr additive="base">
                                        <p:cTn id="10" dur="400" fill="hold"/>
                                        <p:tgtEl>
                                          <p:spTgt spid="39"/>
                                        </p:tgtEl>
                                        <p:attrNameLst>
                                          <p:attrName>ppt_x</p:attrName>
                                        </p:attrNameLst>
                                      </p:cBhvr>
                                      <p:tavLst>
                                        <p:tav tm="0">
                                          <p:val>
                                            <p:strVal val="0-#ppt_w/2"/>
                                          </p:val>
                                        </p:tav>
                                        <p:tav tm="100000">
                                          <p:val>
                                            <p:strVal val="#ppt_x"/>
                                          </p:val>
                                        </p:tav>
                                      </p:tavLst>
                                    </p:anim>
                                    <p:anim calcmode="lin" valueType="num">
                                      <p:cBhvr additive="base">
                                        <p:cTn id="11" dur="400" fill="hold"/>
                                        <p:tgtEl>
                                          <p:spTgt spid="39"/>
                                        </p:tgtEl>
                                        <p:attrNameLst>
                                          <p:attrName>ppt_y</p:attrName>
                                        </p:attrNameLst>
                                      </p:cBhvr>
                                      <p:tavLst>
                                        <p:tav tm="0">
                                          <p:val>
                                            <p:strVal val="0-#ppt_h/2"/>
                                          </p:val>
                                        </p:tav>
                                        <p:tav tm="100000">
                                          <p:val>
                                            <p:strVal val="#ppt_y"/>
                                          </p:val>
                                        </p:tav>
                                      </p:tavLst>
                                    </p:anim>
                                  </p:childTnLst>
                                </p:cTn>
                              </p:par>
                              <p:par>
                                <p:cTn id="12" presetID="10" presetClass="entr" presetSubtype="0" fill="hold" grpId="0" nodeType="withEffect">
                                  <p:stCondLst>
                                    <p:cond delay="100"/>
                                  </p:stCondLst>
                                  <p:childTnLst>
                                    <p:set>
                                      <p:cBhvr>
                                        <p:cTn id="13" dur="1" fill="hold">
                                          <p:stCondLst>
                                            <p:cond delay="0"/>
                                          </p:stCondLst>
                                        </p:cTn>
                                        <p:tgtEl>
                                          <p:spTgt spid="40"/>
                                        </p:tgtEl>
                                        <p:attrNameLst>
                                          <p:attrName>style.visibility</p:attrName>
                                        </p:attrNameLst>
                                      </p:cBhvr>
                                      <p:to>
                                        <p:strVal val="visible"/>
                                      </p:to>
                                    </p:set>
                                    <p:animEffect transition="in" filter="fade">
                                      <p:cBhvr>
                                        <p:cTn id="14" dur="400"/>
                                        <p:tgtEl>
                                          <p:spTgt spid="40"/>
                                        </p:tgtEl>
                                      </p:cBhvr>
                                    </p:animEffect>
                                  </p:childTnLst>
                                </p:cTn>
                              </p:par>
                              <p:par>
                                <p:cTn id="15" presetID="2" presetClass="entr" presetSubtype="9" decel="100000" fill="hold" grpId="1" nodeType="withEffect">
                                  <p:stCondLst>
                                    <p:cond delay="100"/>
                                  </p:stCondLst>
                                  <p:childTnLst>
                                    <p:set>
                                      <p:cBhvr>
                                        <p:cTn id="16" dur="1" fill="hold">
                                          <p:stCondLst>
                                            <p:cond delay="0"/>
                                          </p:stCondLst>
                                        </p:cTn>
                                        <p:tgtEl>
                                          <p:spTgt spid="40"/>
                                        </p:tgtEl>
                                        <p:attrNameLst>
                                          <p:attrName>style.visibility</p:attrName>
                                        </p:attrNameLst>
                                      </p:cBhvr>
                                      <p:to>
                                        <p:strVal val="visible"/>
                                      </p:to>
                                    </p:set>
                                    <p:anim calcmode="lin" valueType="num">
                                      <p:cBhvr additive="base">
                                        <p:cTn id="17" dur="400" fill="hold"/>
                                        <p:tgtEl>
                                          <p:spTgt spid="40"/>
                                        </p:tgtEl>
                                        <p:attrNameLst>
                                          <p:attrName>ppt_x</p:attrName>
                                        </p:attrNameLst>
                                      </p:cBhvr>
                                      <p:tavLst>
                                        <p:tav tm="0">
                                          <p:val>
                                            <p:strVal val="0-#ppt_w/2"/>
                                          </p:val>
                                        </p:tav>
                                        <p:tav tm="100000">
                                          <p:val>
                                            <p:strVal val="#ppt_x"/>
                                          </p:val>
                                        </p:tav>
                                      </p:tavLst>
                                    </p:anim>
                                    <p:anim calcmode="lin" valueType="num">
                                      <p:cBhvr additive="base">
                                        <p:cTn id="18" dur="400" fill="hold"/>
                                        <p:tgtEl>
                                          <p:spTgt spid="40"/>
                                        </p:tgtEl>
                                        <p:attrNameLst>
                                          <p:attrName>ppt_y</p:attrName>
                                        </p:attrNameLst>
                                      </p:cBhvr>
                                      <p:tavLst>
                                        <p:tav tm="0">
                                          <p:val>
                                            <p:strVal val="0-#ppt_h/2"/>
                                          </p:val>
                                        </p:tav>
                                        <p:tav tm="100000">
                                          <p:val>
                                            <p:strVal val="#ppt_y"/>
                                          </p:val>
                                        </p:tav>
                                      </p:tavLst>
                                    </p:anim>
                                  </p:childTnLst>
                                </p:cTn>
                              </p:par>
                              <p:par>
                                <p:cTn id="19" presetID="10" presetClass="entr" presetSubtype="0" fill="hold" grpId="0" nodeType="withEffect">
                                  <p:stCondLst>
                                    <p:cond delay="20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2" presetClass="entr" presetSubtype="9" decel="100000" fill="hold" grpId="1" nodeType="withEffect">
                                  <p:stCondLst>
                                    <p:cond delay="200"/>
                                  </p:stCondLst>
                                  <p:childTnLst>
                                    <p:set>
                                      <p:cBhvr>
                                        <p:cTn id="23" dur="1" fill="hold">
                                          <p:stCondLst>
                                            <p:cond delay="0"/>
                                          </p:stCondLst>
                                        </p:cTn>
                                        <p:tgtEl>
                                          <p:spTgt spid="41"/>
                                        </p:tgtEl>
                                        <p:attrNameLst>
                                          <p:attrName>style.visibility</p:attrName>
                                        </p:attrNameLst>
                                      </p:cBhvr>
                                      <p:to>
                                        <p:strVal val="visible"/>
                                      </p:to>
                                    </p:set>
                                    <p:anim calcmode="lin" valueType="num">
                                      <p:cBhvr additive="base">
                                        <p:cTn id="24" dur="400" fill="hold"/>
                                        <p:tgtEl>
                                          <p:spTgt spid="41"/>
                                        </p:tgtEl>
                                        <p:attrNameLst>
                                          <p:attrName>ppt_x</p:attrName>
                                        </p:attrNameLst>
                                      </p:cBhvr>
                                      <p:tavLst>
                                        <p:tav tm="0">
                                          <p:val>
                                            <p:strVal val="0-#ppt_w/2"/>
                                          </p:val>
                                        </p:tav>
                                        <p:tav tm="100000">
                                          <p:val>
                                            <p:strVal val="#ppt_x"/>
                                          </p:val>
                                        </p:tav>
                                      </p:tavLst>
                                    </p:anim>
                                    <p:anim calcmode="lin" valueType="num">
                                      <p:cBhvr additive="base">
                                        <p:cTn id="25" dur="400" fill="hold"/>
                                        <p:tgtEl>
                                          <p:spTgt spid="41"/>
                                        </p:tgtEl>
                                        <p:attrNameLst>
                                          <p:attrName>ppt_y</p:attrName>
                                        </p:attrNameLst>
                                      </p:cBhvr>
                                      <p:tavLst>
                                        <p:tav tm="0">
                                          <p:val>
                                            <p:strVal val="0-#ppt_h/2"/>
                                          </p:val>
                                        </p:tav>
                                        <p:tav tm="100000">
                                          <p:val>
                                            <p:strVal val="#ppt_y"/>
                                          </p:val>
                                        </p:tav>
                                      </p:tavLst>
                                    </p:anim>
                                  </p:childTnLst>
                                </p:cTn>
                              </p:par>
                              <p:par>
                                <p:cTn id="26" presetID="10" presetClass="entr" presetSubtype="0" fill="hold" grpId="0" nodeType="withEffect">
                                  <p:stCondLst>
                                    <p:cond delay="30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400"/>
                                        <p:tgtEl>
                                          <p:spTgt spid="37"/>
                                        </p:tgtEl>
                                      </p:cBhvr>
                                    </p:animEffect>
                                  </p:childTnLst>
                                </p:cTn>
                              </p:par>
                              <p:par>
                                <p:cTn id="29" presetID="2" presetClass="entr" presetSubtype="9" decel="100000" fill="hold" grpId="1" nodeType="withEffect">
                                  <p:stCondLst>
                                    <p:cond delay="30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400" fill="hold"/>
                                        <p:tgtEl>
                                          <p:spTgt spid="37"/>
                                        </p:tgtEl>
                                        <p:attrNameLst>
                                          <p:attrName>ppt_x</p:attrName>
                                        </p:attrNameLst>
                                      </p:cBhvr>
                                      <p:tavLst>
                                        <p:tav tm="0">
                                          <p:val>
                                            <p:strVal val="0-#ppt_w/2"/>
                                          </p:val>
                                        </p:tav>
                                        <p:tav tm="100000">
                                          <p:val>
                                            <p:strVal val="#ppt_x"/>
                                          </p:val>
                                        </p:tav>
                                      </p:tavLst>
                                    </p:anim>
                                    <p:anim calcmode="lin" valueType="num">
                                      <p:cBhvr additive="base">
                                        <p:cTn id="32" dur="400" fill="hold"/>
                                        <p:tgtEl>
                                          <p:spTgt spid="37"/>
                                        </p:tgtEl>
                                        <p:attrNameLst>
                                          <p:attrName>ppt_y</p:attrName>
                                        </p:attrNameLst>
                                      </p:cBhvr>
                                      <p:tavLst>
                                        <p:tav tm="0">
                                          <p:val>
                                            <p:strVal val="0-#ppt_h/2"/>
                                          </p:val>
                                        </p:tav>
                                        <p:tav tm="100000">
                                          <p:val>
                                            <p:strVal val="#ppt_y"/>
                                          </p:val>
                                        </p:tav>
                                      </p:tavLst>
                                    </p:anim>
                                  </p:childTnLst>
                                </p:cTn>
                              </p:par>
                              <p:par>
                                <p:cTn id="33" presetID="10" presetClass="entr" presetSubtype="0" fill="hold" grpId="0" nodeType="withEffect">
                                  <p:stCondLst>
                                    <p:cond delay="30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400"/>
                                        <p:tgtEl>
                                          <p:spTgt spid="44"/>
                                        </p:tgtEl>
                                      </p:cBhvr>
                                    </p:animEffect>
                                  </p:childTnLst>
                                </p:cTn>
                              </p:par>
                              <p:par>
                                <p:cTn id="36" presetID="2" presetClass="entr" presetSubtype="6" decel="100000" fill="hold" grpId="1" nodeType="withEffect">
                                  <p:stCondLst>
                                    <p:cond delay="300"/>
                                  </p:stCondLst>
                                  <p:childTnLst>
                                    <p:set>
                                      <p:cBhvr>
                                        <p:cTn id="37" dur="1" fill="hold">
                                          <p:stCondLst>
                                            <p:cond delay="0"/>
                                          </p:stCondLst>
                                        </p:cTn>
                                        <p:tgtEl>
                                          <p:spTgt spid="44"/>
                                        </p:tgtEl>
                                        <p:attrNameLst>
                                          <p:attrName>style.visibility</p:attrName>
                                        </p:attrNameLst>
                                      </p:cBhvr>
                                      <p:to>
                                        <p:strVal val="visible"/>
                                      </p:to>
                                    </p:set>
                                    <p:anim calcmode="lin" valueType="num">
                                      <p:cBhvr additive="base">
                                        <p:cTn id="38" dur="400" fill="hold"/>
                                        <p:tgtEl>
                                          <p:spTgt spid="44"/>
                                        </p:tgtEl>
                                        <p:attrNameLst>
                                          <p:attrName>ppt_x</p:attrName>
                                        </p:attrNameLst>
                                      </p:cBhvr>
                                      <p:tavLst>
                                        <p:tav tm="0">
                                          <p:val>
                                            <p:strVal val="1+#ppt_w/2"/>
                                          </p:val>
                                        </p:tav>
                                        <p:tav tm="100000">
                                          <p:val>
                                            <p:strVal val="#ppt_x"/>
                                          </p:val>
                                        </p:tav>
                                      </p:tavLst>
                                    </p:anim>
                                    <p:anim calcmode="lin" valueType="num">
                                      <p:cBhvr additive="base">
                                        <p:cTn id="39" dur="400" fill="hold"/>
                                        <p:tgtEl>
                                          <p:spTgt spid="44"/>
                                        </p:tgtEl>
                                        <p:attrNameLst>
                                          <p:attrName>ppt_y</p:attrName>
                                        </p:attrNameLst>
                                      </p:cBhvr>
                                      <p:tavLst>
                                        <p:tav tm="0">
                                          <p:val>
                                            <p:strVal val="1+#ppt_h/2"/>
                                          </p:val>
                                        </p:tav>
                                        <p:tav tm="100000">
                                          <p:val>
                                            <p:strVal val="#ppt_y"/>
                                          </p:val>
                                        </p:tav>
                                      </p:tavLst>
                                    </p:anim>
                                  </p:childTnLst>
                                </p:cTn>
                              </p:par>
                              <p:par>
                                <p:cTn id="40" presetID="10" presetClass="entr" presetSubtype="0" fill="hold" grpId="0" nodeType="withEffect">
                                  <p:stCondLst>
                                    <p:cond delay="40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par>
                                <p:cTn id="43" presetID="2" presetClass="entr" presetSubtype="6" decel="100000" fill="hold" grpId="1" nodeType="withEffect">
                                  <p:stCondLst>
                                    <p:cond delay="400"/>
                                  </p:stCondLst>
                                  <p:childTnLst>
                                    <p:set>
                                      <p:cBhvr>
                                        <p:cTn id="44" dur="1" fill="hold">
                                          <p:stCondLst>
                                            <p:cond delay="0"/>
                                          </p:stCondLst>
                                        </p:cTn>
                                        <p:tgtEl>
                                          <p:spTgt spid="45"/>
                                        </p:tgtEl>
                                        <p:attrNameLst>
                                          <p:attrName>style.visibility</p:attrName>
                                        </p:attrNameLst>
                                      </p:cBhvr>
                                      <p:to>
                                        <p:strVal val="visible"/>
                                      </p:to>
                                    </p:set>
                                    <p:anim calcmode="lin" valueType="num">
                                      <p:cBhvr additive="base">
                                        <p:cTn id="45" dur="400" fill="hold"/>
                                        <p:tgtEl>
                                          <p:spTgt spid="45"/>
                                        </p:tgtEl>
                                        <p:attrNameLst>
                                          <p:attrName>ppt_x</p:attrName>
                                        </p:attrNameLst>
                                      </p:cBhvr>
                                      <p:tavLst>
                                        <p:tav tm="0">
                                          <p:val>
                                            <p:strVal val="1+#ppt_w/2"/>
                                          </p:val>
                                        </p:tav>
                                        <p:tav tm="100000">
                                          <p:val>
                                            <p:strVal val="#ppt_x"/>
                                          </p:val>
                                        </p:tav>
                                      </p:tavLst>
                                    </p:anim>
                                    <p:anim calcmode="lin" valueType="num">
                                      <p:cBhvr additive="base">
                                        <p:cTn id="46" dur="400" fill="hold"/>
                                        <p:tgtEl>
                                          <p:spTgt spid="45"/>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60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400"/>
                                        <p:tgtEl>
                                          <p:spTgt spid="43"/>
                                        </p:tgtEl>
                                      </p:cBhvr>
                                    </p:animEffect>
                                  </p:childTnLst>
                                </p:cTn>
                              </p:par>
                              <p:par>
                                <p:cTn id="50" presetID="2" presetClass="entr" presetSubtype="6" decel="100000" fill="hold" grpId="1" nodeType="withEffect">
                                  <p:stCondLst>
                                    <p:cond delay="600"/>
                                  </p:stCondLst>
                                  <p:childTnLst>
                                    <p:set>
                                      <p:cBhvr>
                                        <p:cTn id="51" dur="1" fill="hold">
                                          <p:stCondLst>
                                            <p:cond delay="0"/>
                                          </p:stCondLst>
                                        </p:cTn>
                                        <p:tgtEl>
                                          <p:spTgt spid="43"/>
                                        </p:tgtEl>
                                        <p:attrNameLst>
                                          <p:attrName>style.visibility</p:attrName>
                                        </p:attrNameLst>
                                      </p:cBhvr>
                                      <p:to>
                                        <p:strVal val="visible"/>
                                      </p:to>
                                    </p:set>
                                    <p:anim calcmode="lin" valueType="num">
                                      <p:cBhvr additive="base">
                                        <p:cTn id="52" dur="400" fill="hold"/>
                                        <p:tgtEl>
                                          <p:spTgt spid="43"/>
                                        </p:tgtEl>
                                        <p:attrNameLst>
                                          <p:attrName>ppt_x</p:attrName>
                                        </p:attrNameLst>
                                      </p:cBhvr>
                                      <p:tavLst>
                                        <p:tav tm="0">
                                          <p:val>
                                            <p:strVal val="1+#ppt_w/2"/>
                                          </p:val>
                                        </p:tav>
                                        <p:tav tm="100000">
                                          <p:val>
                                            <p:strVal val="#ppt_x"/>
                                          </p:val>
                                        </p:tav>
                                      </p:tavLst>
                                    </p:anim>
                                    <p:anim calcmode="lin" valueType="num">
                                      <p:cBhvr additive="base">
                                        <p:cTn id="53" dur="400" fill="hold"/>
                                        <p:tgtEl>
                                          <p:spTgt spid="43"/>
                                        </p:tgtEl>
                                        <p:attrNameLst>
                                          <p:attrName>ppt_y</p:attrName>
                                        </p:attrNameLst>
                                      </p:cBhvr>
                                      <p:tavLst>
                                        <p:tav tm="0">
                                          <p:val>
                                            <p:strVal val="1+#ppt_h/2"/>
                                          </p:val>
                                        </p:tav>
                                        <p:tav tm="100000">
                                          <p:val>
                                            <p:strVal val="#ppt_y"/>
                                          </p:val>
                                        </p:tav>
                                      </p:tavLst>
                                    </p:anim>
                                  </p:childTnLst>
                                </p:cTn>
                              </p:par>
                              <p:par>
                                <p:cTn id="54" presetID="10" presetClass="entr" presetSubtype="0" fill="hold" grpId="0" nodeType="withEffect">
                                  <p:stCondLst>
                                    <p:cond delay="90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42"/>
                                        </p:tgtEl>
                                        <p:attrNameLst>
                                          <p:attrName>style.visibility</p:attrName>
                                        </p:attrNameLst>
                                      </p:cBhvr>
                                      <p:to>
                                        <p:strVal val="visible"/>
                                      </p:to>
                                    </p:set>
                                    <p:animEffect transition="in" filter="fade">
                                      <p:cBhvr>
                                        <p:cTn id="59" dur="500"/>
                                        <p:tgtEl>
                                          <p:spTgt spid="42"/>
                                        </p:tgtEl>
                                      </p:cBhvr>
                                    </p:animEffect>
                                  </p:childTnLst>
                                </p:cTn>
                              </p:par>
                              <p:par>
                                <p:cTn id="60" presetID="2" presetClass="entr" presetSubtype="1" decel="100000" fill="hold" grpId="0" nodeType="withEffect">
                                  <p:stCondLst>
                                    <p:cond delay="1250"/>
                                  </p:stCondLst>
                                  <p:childTnLst>
                                    <p:set>
                                      <p:cBhvr>
                                        <p:cTn id="61" dur="1" fill="hold">
                                          <p:stCondLst>
                                            <p:cond delay="0"/>
                                          </p:stCondLst>
                                        </p:cTn>
                                        <p:tgtEl>
                                          <p:spTgt spid="3"/>
                                        </p:tgtEl>
                                        <p:attrNameLst>
                                          <p:attrName>style.visibility</p:attrName>
                                        </p:attrNameLst>
                                      </p:cBhvr>
                                      <p:to>
                                        <p:strVal val="visible"/>
                                      </p:to>
                                    </p:set>
                                    <p:anim calcmode="lin" valueType="num">
                                      <p:cBhvr additive="base">
                                        <p:cTn id="62" dur="500" fill="hold"/>
                                        <p:tgtEl>
                                          <p:spTgt spid="3"/>
                                        </p:tgtEl>
                                        <p:attrNameLst>
                                          <p:attrName>ppt_x</p:attrName>
                                        </p:attrNameLst>
                                      </p:cBhvr>
                                      <p:tavLst>
                                        <p:tav tm="0">
                                          <p:val>
                                            <p:strVal val="#ppt_x"/>
                                          </p:val>
                                        </p:tav>
                                        <p:tav tm="100000">
                                          <p:val>
                                            <p:strVal val="#ppt_x"/>
                                          </p:val>
                                        </p:tav>
                                      </p:tavLst>
                                    </p:anim>
                                    <p:anim calcmode="lin" valueType="num">
                                      <p:cBhvr additive="base">
                                        <p:cTn id="63" dur="500" fill="hold"/>
                                        <p:tgtEl>
                                          <p:spTgt spid="3"/>
                                        </p:tgtEl>
                                        <p:attrNameLst>
                                          <p:attrName>ppt_y</p:attrName>
                                        </p:attrNameLst>
                                      </p:cBhvr>
                                      <p:tavLst>
                                        <p:tav tm="0">
                                          <p:val>
                                            <p:strVal val="0-#ppt_h/2"/>
                                          </p:val>
                                        </p:tav>
                                        <p:tav tm="100000">
                                          <p:val>
                                            <p:strVal val="#ppt_y"/>
                                          </p:val>
                                        </p:tav>
                                      </p:tavLst>
                                    </p:anim>
                                  </p:childTnLst>
                                </p:cTn>
                              </p:par>
                            </p:childTnLst>
                          </p:cTn>
                        </p:par>
                        <p:par>
                          <p:cTn id="64" fill="hold">
                            <p:stCondLst>
                              <p:cond delay="1750"/>
                            </p:stCondLst>
                            <p:childTnLst>
                              <p:par>
                                <p:cTn id="65" presetID="2" presetClass="entr" presetSubtype="2" decel="100000" fill="hold" grpId="0" nodeType="after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1+#ppt_w/2"/>
                                          </p:val>
                                        </p:tav>
                                        <p:tav tm="100000">
                                          <p:val>
                                            <p:strVal val="#ppt_x"/>
                                          </p:val>
                                        </p:tav>
                                      </p:tavLst>
                                    </p:anim>
                                    <p:anim calcmode="lin" valueType="num">
                                      <p:cBhvr additive="base">
                                        <p:cTn id="68" dur="500" fill="hold"/>
                                        <p:tgtEl>
                                          <p:spTgt spid="14"/>
                                        </p:tgtEl>
                                        <p:attrNameLst>
                                          <p:attrName>ppt_y</p:attrName>
                                        </p:attrNameLst>
                                      </p:cBhvr>
                                      <p:tavLst>
                                        <p:tav tm="0">
                                          <p:val>
                                            <p:strVal val="#ppt_y"/>
                                          </p:val>
                                        </p:tav>
                                        <p:tav tm="100000">
                                          <p:val>
                                            <p:strVal val="#ppt_y"/>
                                          </p:val>
                                        </p:tav>
                                      </p:tavLst>
                                    </p:anim>
                                  </p:childTnLst>
                                </p:cTn>
                              </p:par>
                              <p:par>
                                <p:cTn id="69" presetID="22" presetClass="entr" presetSubtype="8" fill="hold" grpId="0" nodeType="withEffect">
                                  <p:stCondLst>
                                    <p:cond delay="0"/>
                                  </p:stCondLst>
                                  <p:childTnLst>
                                    <p:set>
                                      <p:cBhvr>
                                        <p:cTn id="70" dur="1" fill="hold">
                                          <p:stCondLst>
                                            <p:cond delay="0"/>
                                          </p:stCondLst>
                                        </p:cTn>
                                        <p:tgtEl>
                                          <p:spTgt spid="13">
                                            <p:txEl>
                                              <p:pRg st="0" end="0"/>
                                            </p:txEl>
                                          </p:spTgt>
                                        </p:tgtEl>
                                        <p:attrNameLst>
                                          <p:attrName>style.visibility</p:attrName>
                                        </p:attrNameLst>
                                      </p:cBhvr>
                                      <p:to>
                                        <p:strVal val="visible"/>
                                      </p:to>
                                    </p:set>
                                    <p:animEffect transition="in" filter="wipe(left)">
                                      <p:cBhvr>
                                        <p:cTn id="71" dur="500"/>
                                        <p:tgtEl>
                                          <p:spTgt spid="13">
                                            <p:txEl>
                                              <p:pRg st="0" end="0"/>
                                            </p:txEl>
                                          </p:spTgt>
                                        </p:tgtEl>
                                      </p:cBhvr>
                                    </p:animEffect>
                                  </p:childTnLst>
                                </p:cTn>
                              </p:par>
                            </p:childTnLst>
                          </p:cTn>
                        </p:par>
                        <p:par>
                          <p:cTn id="72" fill="hold">
                            <p:stCondLst>
                              <p:cond delay="2250"/>
                            </p:stCondLst>
                            <p:childTnLst>
                              <p:par>
                                <p:cTn id="73" presetID="16" presetClass="entr" presetSubtype="37" fill="hold" grpId="0" nodeType="after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barn(outVertical)">
                                      <p:cBhvr>
                                        <p:cTn id="75" dur="500"/>
                                        <p:tgtEl>
                                          <p:spTgt spid="26"/>
                                        </p:tgtEl>
                                      </p:cBhvr>
                                    </p:animEffect>
                                  </p:childTnLst>
                                </p:cTn>
                              </p:par>
                            </p:childTnLst>
                          </p:cTn>
                        </p:par>
                        <p:par>
                          <p:cTn id="76" fill="hold">
                            <p:stCondLst>
                              <p:cond delay="2750"/>
                            </p:stCondLst>
                            <p:childTnLst>
                              <p:par>
                                <p:cTn id="77" presetID="2" presetClass="entr" presetSubtype="4" decel="100000" fill="hold" grpId="0" nodeType="afterEffect">
                                  <p:stCondLst>
                                    <p:cond delay="0"/>
                                  </p:stCondLst>
                                  <p:childTnLst>
                                    <p:set>
                                      <p:cBhvr>
                                        <p:cTn id="78" dur="1" fill="hold">
                                          <p:stCondLst>
                                            <p:cond delay="0"/>
                                          </p:stCondLst>
                                        </p:cTn>
                                        <p:tgtEl>
                                          <p:spTgt spid="15"/>
                                        </p:tgtEl>
                                        <p:attrNameLst>
                                          <p:attrName>style.visibility</p:attrName>
                                        </p:attrNameLst>
                                      </p:cBhvr>
                                      <p:to>
                                        <p:strVal val="visible"/>
                                      </p:to>
                                    </p:set>
                                    <p:anim calcmode="lin" valueType="num">
                                      <p:cBhvr additive="base">
                                        <p:cTn id="79" dur="1000" fill="hold"/>
                                        <p:tgtEl>
                                          <p:spTgt spid="15"/>
                                        </p:tgtEl>
                                        <p:attrNameLst>
                                          <p:attrName>ppt_x</p:attrName>
                                        </p:attrNameLst>
                                      </p:cBhvr>
                                      <p:tavLst>
                                        <p:tav tm="0">
                                          <p:val>
                                            <p:strVal val="#ppt_x"/>
                                          </p:val>
                                        </p:tav>
                                        <p:tav tm="100000">
                                          <p:val>
                                            <p:strVal val="#ppt_x"/>
                                          </p:val>
                                        </p:tav>
                                      </p:tavLst>
                                    </p:anim>
                                    <p:anim calcmode="lin" valueType="num">
                                      <p:cBhvr additive="base">
                                        <p:cTn id="80" dur="1000" fill="hold"/>
                                        <p:tgtEl>
                                          <p:spTgt spid="15"/>
                                        </p:tgtEl>
                                        <p:attrNameLst>
                                          <p:attrName>ppt_y</p:attrName>
                                        </p:attrNameLst>
                                      </p:cBhvr>
                                      <p:tavLst>
                                        <p:tav tm="0">
                                          <p:val>
                                            <p:strVal val="1+#ppt_h/2"/>
                                          </p:val>
                                        </p:tav>
                                        <p:tav tm="100000">
                                          <p:val>
                                            <p:strVal val="#ppt_y"/>
                                          </p:val>
                                        </p:tav>
                                      </p:tavLst>
                                    </p:anim>
                                  </p:childTnLst>
                                </p:cTn>
                              </p:par>
                              <p:par>
                                <p:cTn id="81" presetID="2" presetClass="entr" presetSubtype="4" decel="100000"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anim calcmode="lin" valueType="num">
                                      <p:cBhvr additive="base">
                                        <p:cTn id="83" dur="1000" fill="hold"/>
                                        <p:tgtEl>
                                          <p:spTgt spid="16"/>
                                        </p:tgtEl>
                                        <p:attrNameLst>
                                          <p:attrName>ppt_x</p:attrName>
                                        </p:attrNameLst>
                                      </p:cBhvr>
                                      <p:tavLst>
                                        <p:tav tm="0">
                                          <p:val>
                                            <p:strVal val="#ppt_x"/>
                                          </p:val>
                                        </p:tav>
                                        <p:tav tm="100000">
                                          <p:val>
                                            <p:strVal val="#ppt_x"/>
                                          </p:val>
                                        </p:tav>
                                      </p:tavLst>
                                    </p:anim>
                                    <p:anim calcmode="lin" valueType="num">
                                      <p:cBhvr additive="base">
                                        <p:cTn id="84" dur="1000" fill="hold"/>
                                        <p:tgtEl>
                                          <p:spTgt spid="16"/>
                                        </p:tgtEl>
                                        <p:attrNameLst>
                                          <p:attrName>ppt_y</p:attrName>
                                        </p:attrNameLst>
                                      </p:cBhvr>
                                      <p:tavLst>
                                        <p:tav tm="0">
                                          <p:val>
                                            <p:strVal val="1+#ppt_h/2"/>
                                          </p:val>
                                        </p:tav>
                                        <p:tav tm="100000">
                                          <p:val>
                                            <p:strVal val="#ppt_y"/>
                                          </p:val>
                                        </p:tav>
                                      </p:tavLst>
                                    </p:anim>
                                  </p:childTnLst>
                                </p:cTn>
                              </p:par>
                              <p:par>
                                <p:cTn id="85" presetID="2" presetClass="entr" presetSubtype="4" decel="100000" fill="hold" grpId="0" nodeType="withEffect">
                                  <p:stCondLst>
                                    <p:cond delay="0"/>
                                  </p:stCondLst>
                                  <p:childTnLst>
                                    <p:set>
                                      <p:cBhvr>
                                        <p:cTn id="86" dur="1" fill="hold">
                                          <p:stCondLst>
                                            <p:cond delay="0"/>
                                          </p:stCondLst>
                                        </p:cTn>
                                        <p:tgtEl>
                                          <p:spTgt spid="17"/>
                                        </p:tgtEl>
                                        <p:attrNameLst>
                                          <p:attrName>style.visibility</p:attrName>
                                        </p:attrNameLst>
                                      </p:cBhvr>
                                      <p:to>
                                        <p:strVal val="visible"/>
                                      </p:to>
                                    </p:set>
                                    <p:anim calcmode="lin" valueType="num">
                                      <p:cBhvr additive="base">
                                        <p:cTn id="87" dur="1000" fill="hold"/>
                                        <p:tgtEl>
                                          <p:spTgt spid="17"/>
                                        </p:tgtEl>
                                        <p:attrNameLst>
                                          <p:attrName>ppt_x</p:attrName>
                                        </p:attrNameLst>
                                      </p:cBhvr>
                                      <p:tavLst>
                                        <p:tav tm="0">
                                          <p:val>
                                            <p:strVal val="#ppt_x"/>
                                          </p:val>
                                        </p:tav>
                                        <p:tav tm="100000">
                                          <p:val>
                                            <p:strVal val="#ppt_x"/>
                                          </p:val>
                                        </p:tav>
                                      </p:tavLst>
                                    </p:anim>
                                    <p:anim calcmode="lin" valueType="num">
                                      <p:cBhvr additive="base">
                                        <p:cTn id="88" dur="1000" fill="hold"/>
                                        <p:tgtEl>
                                          <p:spTgt spid="17"/>
                                        </p:tgtEl>
                                        <p:attrNameLst>
                                          <p:attrName>ppt_y</p:attrName>
                                        </p:attrNameLst>
                                      </p:cBhvr>
                                      <p:tavLst>
                                        <p:tav tm="0">
                                          <p:val>
                                            <p:strVal val="1+#ppt_h/2"/>
                                          </p:val>
                                        </p:tav>
                                        <p:tav tm="100000">
                                          <p:val>
                                            <p:strVal val="#ppt_y"/>
                                          </p:val>
                                        </p:tav>
                                      </p:tavLst>
                                    </p:anim>
                                  </p:childTnLst>
                                </p:cTn>
                              </p:par>
                              <p:par>
                                <p:cTn id="89" presetID="2" presetClass="entr" presetSubtype="4" decel="100000" fill="hold" nodeType="withEffect">
                                  <p:stCondLst>
                                    <p:cond delay="0"/>
                                  </p:stCondLst>
                                  <p:childTnLst>
                                    <p:set>
                                      <p:cBhvr>
                                        <p:cTn id="90" dur="1" fill="hold">
                                          <p:stCondLst>
                                            <p:cond delay="0"/>
                                          </p:stCondLst>
                                        </p:cTn>
                                        <p:tgtEl>
                                          <p:spTgt spid="18"/>
                                        </p:tgtEl>
                                        <p:attrNameLst>
                                          <p:attrName>style.visibility</p:attrName>
                                        </p:attrNameLst>
                                      </p:cBhvr>
                                      <p:to>
                                        <p:strVal val="visible"/>
                                      </p:to>
                                    </p:set>
                                    <p:anim calcmode="lin" valueType="num">
                                      <p:cBhvr additive="base">
                                        <p:cTn id="91" dur="1000" fill="hold"/>
                                        <p:tgtEl>
                                          <p:spTgt spid="18"/>
                                        </p:tgtEl>
                                        <p:attrNameLst>
                                          <p:attrName>ppt_x</p:attrName>
                                        </p:attrNameLst>
                                      </p:cBhvr>
                                      <p:tavLst>
                                        <p:tav tm="0">
                                          <p:val>
                                            <p:strVal val="#ppt_x"/>
                                          </p:val>
                                        </p:tav>
                                        <p:tav tm="100000">
                                          <p:val>
                                            <p:strVal val="#ppt_x"/>
                                          </p:val>
                                        </p:tav>
                                      </p:tavLst>
                                    </p:anim>
                                    <p:anim calcmode="lin" valueType="num">
                                      <p:cBhvr additive="base">
                                        <p:cTn id="92" dur="1000" fill="hold"/>
                                        <p:tgtEl>
                                          <p:spTgt spid="18"/>
                                        </p:tgtEl>
                                        <p:attrNameLst>
                                          <p:attrName>ppt_y</p:attrName>
                                        </p:attrNameLst>
                                      </p:cBhvr>
                                      <p:tavLst>
                                        <p:tav tm="0">
                                          <p:val>
                                            <p:strVal val="1+#ppt_h/2"/>
                                          </p:val>
                                        </p:tav>
                                        <p:tav tm="100000">
                                          <p:val>
                                            <p:strVal val="#ppt_y"/>
                                          </p:val>
                                        </p:tav>
                                      </p:tavLst>
                                    </p:anim>
                                  </p:childTnLst>
                                </p:cTn>
                              </p:par>
                              <p:par>
                                <p:cTn id="93" presetID="2" presetClass="entr" presetSubtype="4" decel="100000" fill="hold" nodeType="withEffect">
                                  <p:stCondLst>
                                    <p:cond delay="0"/>
                                  </p:stCondLst>
                                  <p:childTnLst>
                                    <p:set>
                                      <p:cBhvr>
                                        <p:cTn id="94" dur="1" fill="hold">
                                          <p:stCondLst>
                                            <p:cond delay="0"/>
                                          </p:stCondLst>
                                        </p:cTn>
                                        <p:tgtEl>
                                          <p:spTgt spid="22"/>
                                        </p:tgtEl>
                                        <p:attrNameLst>
                                          <p:attrName>style.visibility</p:attrName>
                                        </p:attrNameLst>
                                      </p:cBhvr>
                                      <p:to>
                                        <p:strVal val="visible"/>
                                      </p:to>
                                    </p:set>
                                    <p:anim calcmode="lin" valueType="num">
                                      <p:cBhvr additive="base">
                                        <p:cTn id="95" dur="1000" fill="hold"/>
                                        <p:tgtEl>
                                          <p:spTgt spid="22"/>
                                        </p:tgtEl>
                                        <p:attrNameLst>
                                          <p:attrName>ppt_x</p:attrName>
                                        </p:attrNameLst>
                                      </p:cBhvr>
                                      <p:tavLst>
                                        <p:tav tm="0">
                                          <p:val>
                                            <p:strVal val="#ppt_x"/>
                                          </p:val>
                                        </p:tav>
                                        <p:tav tm="100000">
                                          <p:val>
                                            <p:strVal val="#ppt_x"/>
                                          </p:val>
                                        </p:tav>
                                      </p:tavLst>
                                    </p:anim>
                                    <p:anim calcmode="lin" valueType="num">
                                      <p:cBhvr additive="base">
                                        <p:cTn id="96" dur="1000" fill="hold"/>
                                        <p:tgtEl>
                                          <p:spTgt spid="22"/>
                                        </p:tgtEl>
                                        <p:attrNameLst>
                                          <p:attrName>ppt_y</p:attrName>
                                        </p:attrNameLst>
                                      </p:cBhvr>
                                      <p:tavLst>
                                        <p:tav tm="0">
                                          <p:val>
                                            <p:strVal val="1+#ppt_h/2"/>
                                          </p:val>
                                        </p:tav>
                                        <p:tav tm="100000">
                                          <p:val>
                                            <p:strVal val="#ppt_y"/>
                                          </p:val>
                                        </p:tav>
                                      </p:tavLst>
                                    </p:anim>
                                  </p:childTnLst>
                                </p:cTn>
                              </p:par>
                              <p:par>
                                <p:cTn id="97" presetID="10" presetClass="entr" presetSubtype="0" fill="hold" grpId="1" nodeType="withEffect">
                                  <p:stCondLst>
                                    <p:cond delay="0"/>
                                  </p:stCondLst>
                                  <p:childTnLst>
                                    <p:set>
                                      <p:cBhvr>
                                        <p:cTn id="98" dur="1" fill="hold">
                                          <p:stCondLst>
                                            <p:cond delay="0"/>
                                          </p:stCondLst>
                                        </p:cTn>
                                        <p:tgtEl>
                                          <p:spTgt spid="15"/>
                                        </p:tgtEl>
                                        <p:attrNameLst>
                                          <p:attrName>style.visibility</p:attrName>
                                        </p:attrNameLst>
                                      </p:cBhvr>
                                      <p:to>
                                        <p:strVal val="visible"/>
                                      </p:to>
                                    </p:set>
                                    <p:animEffect transition="in" filter="fade">
                                      <p:cBhvr>
                                        <p:cTn id="99" dur="1000"/>
                                        <p:tgtEl>
                                          <p:spTgt spid="15"/>
                                        </p:tgtEl>
                                      </p:cBhvr>
                                    </p:animEffect>
                                  </p:childTnLst>
                                </p:cTn>
                              </p:par>
                              <p:par>
                                <p:cTn id="100" presetID="10" presetClass="entr" presetSubtype="0" fill="hold" grpId="1" nodeType="withEffect">
                                  <p:stCondLst>
                                    <p:cond delay="0"/>
                                  </p:stCondLst>
                                  <p:childTnLst>
                                    <p:set>
                                      <p:cBhvr>
                                        <p:cTn id="101" dur="1" fill="hold">
                                          <p:stCondLst>
                                            <p:cond delay="0"/>
                                          </p:stCondLst>
                                        </p:cTn>
                                        <p:tgtEl>
                                          <p:spTgt spid="16"/>
                                        </p:tgtEl>
                                        <p:attrNameLst>
                                          <p:attrName>style.visibility</p:attrName>
                                        </p:attrNameLst>
                                      </p:cBhvr>
                                      <p:to>
                                        <p:strVal val="visible"/>
                                      </p:to>
                                    </p:set>
                                    <p:animEffect transition="in" filter="fade">
                                      <p:cBhvr>
                                        <p:cTn id="102" dur="1000"/>
                                        <p:tgtEl>
                                          <p:spTgt spid="16"/>
                                        </p:tgtEl>
                                      </p:cBhvr>
                                    </p:animEffect>
                                  </p:childTnLst>
                                </p:cTn>
                              </p:par>
                              <p:par>
                                <p:cTn id="103" presetID="10" presetClass="entr" presetSubtype="0" fill="hold" grpId="1" nodeType="withEffect">
                                  <p:stCondLst>
                                    <p:cond delay="0"/>
                                  </p:stCondLst>
                                  <p:childTnLst>
                                    <p:set>
                                      <p:cBhvr>
                                        <p:cTn id="104" dur="1" fill="hold">
                                          <p:stCondLst>
                                            <p:cond delay="0"/>
                                          </p:stCondLst>
                                        </p:cTn>
                                        <p:tgtEl>
                                          <p:spTgt spid="17"/>
                                        </p:tgtEl>
                                        <p:attrNameLst>
                                          <p:attrName>style.visibility</p:attrName>
                                        </p:attrNameLst>
                                      </p:cBhvr>
                                      <p:to>
                                        <p:strVal val="visible"/>
                                      </p:to>
                                    </p:set>
                                    <p:animEffect transition="in" filter="fade">
                                      <p:cBhvr>
                                        <p:cTn id="105" dur="1000"/>
                                        <p:tgtEl>
                                          <p:spTgt spid="17"/>
                                        </p:tgtEl>
                                      </p:cBhvr>
                                    </p:animEffect>
                                  </p:childTnLst>
                                </p:cTn>
                              </p:par>
                              <p:par>
                                <p:cTn id="106" presetID="10" presetClass="entr" presetSubtype="0" fill="hold" nodeType="withEffect">
                                  <p:stCondLst>
                                    <p:cond delay="0"/>
                                  </p:stCondLst>
                                  <p:childTnLst>
                                    <p:set>
                                      <p:cBhvr>
                                        <p:cTn id="107" dur="1" fill="hold">
                                          <p:stCondLst>
                                            <p:cond delay="0"/>
                                          </p:stCondLst>
                                        </p:cTn>
                                        <p:tgtEl>
                                          <p:spTgt spid="18"/>
                                        </p:tgtEl>
                                        <p:attrNameLst>
                                          <p:attrName>style.visibility</p:attrName>
                                        </p:attrNameLst>
                                      </p:cBhvr>
                                      <p:to>
                                        <p:strVal val="visible"/>
                                      </p:to>
                                    </p:set>
                                    <p:animEffect transition="in" filter="fade">
                                      <p:cBhvr>
                                        <p:cTn id="108" dur="1000"/>
                                        <p:tgtEl>
                                          <p:spTgt spid="18"/>
                                        </p:tgtEl>
                                      </p:cBhvr>
                                    </p:animEffect>
                                  </p:childTnLst>
                                </p:cTn>
                              </p:par>
                              <p:par>
                                <p:cTn id="109" presetID="10" presetClass="entr" presetSubtype="0" fill="hold"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1000"/>
                                        <p:tgtEl>
                                          <p:spTgt spid="22"/>
                                        </p:tgtEl>
                                      </p:cBhvr>
                                    </p:animEffect>
                                  </p:childTnLst>
                                </p:cTn>
                              </p:par>
                            </p:childTnLst>
                          </p:cTn>
                        </p:par>
                        <p:par>
                          <p:cTn id="112" fill="hold">
                            <p:stCondLst>
                              <p:cond delay="3750"/>
                            </p:stCondLst>
                            <p:childTnLst>
                              <p:par>
                                <p:cTn id="113" presetID="22" presetClass="entr" presetSubtype="8" fill="hold" grpId="0" nodeType="after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wipe(left)">
                                      <p:cBhvr>
                                        <p:cTn id="115" dur="500"/>
                                        <p:tgtEl>
                                          <p:spTgt spid="38"/>
                                        </p:tgtEl>
                                      </p:cBhvr>
                                    </p:animEffect>
                                  </p:childTnLst>
                                </p:cTn>
                              </p:par>
                            </p:childTnLst>
                          </p:cTn>
                        </p:par>
                        <p:par>
                          <p:cTn id="116" fill="hold">
                            <p:stCondLst>
                              <p:cond delay="4250"/>
                            </p:stCondLst>
                            <p:childTnLst>
                              <p:par>
                                <p:cTn id="117" presetID="10" presetClass="entr" presetSubtype="0" fill="hold" grpId="0" nodeType="afterEffect">
                                  <p:stCondLst>
                                    <p:cond delay="0"/>
                                  </p:stCondLst>
                                  <p:childTnLst>
                                    <p:set>
                                      <p:cBhvr>
                                        <p:cTn id="118" dur="1" fill="hold">
                                          <p:stCondLst>
                                            <p:cond delay="0"/>
                                          </p:stCondLst>
                                        </p:cTn>
                                        <p:tgtEl>
                                          <p:spTgt spid="32"/>
                                        </p:tgtEl>
                                        <p:attrNameLst>
                                          <p:attrName>style.visibility</p:attrName>
                                        </p:attrNameLst>
                                      </p:cBhvr>
                                      <p:to>
                                        <p:strVal val="visible"/>
                                      </p:to>
                                    </p:set>
                                    <p:animEffect transition="in" filter="fade">
                                      <p:cBhvr>
                                        <p:cTn id="119" dur="500"/>
                                        <p:tgtEl>
                                          <p:spTgt spid="32"/>
                                        </p:tgtEl>
                                      </p:cBhvr>
                                    </p:animEffect>
                                  </p:childTnLst>
                                </p:cTn>
                              </p:par>
                            </p:childTnLst>
                          </p:cTn>
                        </p:par>
                        <p:par>
                          <p:cTn id="120" fill="hold">
                            <p:stCondLst>
                              <p:cond delay="4750"/>
                            </p:stCondLst>
                            <p:childTnLst>
                              <p:par>
                                <p:cTn id="121" presetID="22" presetClass="entr" presetSubtype="8" fill="hold" grpId="0" nodeType="afterEffect">
                                  <p:stCondLst>
                                    <p:cond delay="0"/>
                                  </p:stCondLst>
                                  <p:childTnLst>
                                    <p:set>
                                      <p:cBhvr>
                                        <p:cTn id="122" dur="1" fill="hold">
                                          <p:stCondLst>
                                            <p:cond delay="0"/>
                                          </p:stCondLst>
                                        </p:cTn>
                                        <p:tgtEl>
                                          <p:spTgt spid="31">
                                            <p:txEl>
                                              <p:pRg st="0" end="0"/>
                                            </p:txEl>
                                          </p:spTgt>
                                        </p:tgtEl>
                                        <p:attrNameLst>
                                          <p:attrName>style.visibility</p:attrName>
                                        </p:attrNameLst>
                                      </p:cBhvr>
                                      <p:to>
                                        <p:strVal val="visible"/>
                                      </p:to>
                                    </p:set>
                                    <p:animEffect transition="in" filter="wipe(left)">
                                      <p:cBhvr>
                                        <p:cTn id="123" dur="500"/>
                                        <p:tgtEl>
                                          <p:spTgt spid="31">
                                            <p:txEl>
                                              <p:pRg st="0" end="0"/>
                                            </p:txEl>
                                          </p:spTgt>
                                        </p:tgtEl>
                                      </p:cBhvr>
                                    </p:animEffect>
                                  </p:childTnLst>
                                </p:cTn>
                              </p:par>
                            </p:childTnLst>
                          </p:cTn>
                        </p:par>
                        <p:par>
                          <p:cTn id="124" fill="hold">
                            <p:stCondLst>
                              <p:cond delay="5250"/>
                            </p:stCondLst>
                            <p:childTnLst>
                              <p:par>
                                <p:cTn id="125" presetID="10" presetClass="entr" presetSubtype="0" fill="hold" grpId="0" nodeType="afterEffect">
                                  <p:stCondLst>
                                    <p:cond delay="0"/>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500"/>
                                        <p:tgtEl>
                                          <p:spTgt spid="34"/>
                                        </p:tgtEl>
                                      </p:cBhvr>
                                    </p:animEffect>
                                  </p:childTnLst>
                                </p:cTn>
                              </p:par>
                            </p:childTnLst>
                          </p:cTn>
                        </p:par>
                        <p:par>
                          <p:cTn id="128" fill="hold">
                            <p:stCondLst>
                              <p:cond delay="5750"/>
                            </p:stCondLst>
                            <p:childTnLst>
                              <p:par>
                                <p:cTn id="129" presetID="22" presetClass="entr" presetSubtype="8" fill="hold" grpId="0" nodeType="afterEffect">
                                  <p:stCondLst>
                                    <p:cond delay="0"/>
                                  </p:stCondLst>
                                  <p:childTnLst>
                                    <p:set>
                                      <p:cBhvr>
                                        <p:cTn id="130" dur="1" fill="hold">
                                          <p:stCondLst>
                                            <p:cond delay="0"/>
                                          </p:stCondLst>
                                        </p:cTn>
                                        <p:tgtEl>
                                          <p:spTgt spid="33">
                                            <p:txEl>
                                              <p:pRg st="0" end="0"/>
                                            </p:txEl>
                                          </p:spTgt>
                                        </p:tgtEl>
                                        <p:attrNameLst>
                                          <p:attrName>style.visibility</p:attrName>
                                        </p:attrNameLst>
                                      </p:cBhvr>
                                      <p:to>
                                        <p:strVal val="visible"/>
                                      </p:to>
                                    </p:set>
                                    <p:animEffect transition="in" filter="wipe(left)">
                                      <p:cBhvr>
                                        <p:cTn id="131" dur="500"/>
                                        <p:tgtEl>
                                          <p:spTgt spid="33">
                                            <p:txEl>
                                              <p:pRg st="0" end="0"/>
                                            </p:txEl>
                                          </p:spTgt>
                                        </p:tgtEl>
                                      </p:cBhvr>
                                    </p:animEffect>
                                  </p:childTnLst>
                                </p:cTn>
                              </p:par>
                            </p:childTnLst>
                          </p:cTn>
                        </p:par>
                        <p:par>
                          <p:cTn id="132" fill="hold">
                            <p:stCondLst>
                              <p:cond delay="6250"/>
                            </p:stCondLst>
                            <p:childTnLst>
                              <p:par>
                                <p:cTn id="133" presetID="10" presetClass="entr" presetSubtype="0" fill="hold" grpId="0" nodeType="afterEffect">
                                  <p:stCondLst>
                                    <p:cond delay="0"/>
                                  </p:stCondLst>
                                  <p:childTnLst>
                                    <p:set>
                                      <p:cBhvr>
                                        <p:cTn id="134" dur="1" fill="hold">
                                          <p:stCondLst>
                                            <p:cond delay="0"/>
                                          </p:stCondLst>
                                        </p:cTn>
                                        <p:tgtEl>
                                          <p:spTgt spid="36"/>
                                        </p:tgtEl>
                                        <p:attrNameLst>
                                          <p:attrName>style.visibility</p:attrName>
                                        </p:attrNameLst>
                                      </p:cBhvr>
                                      <p:to>
                                        <p:strVal val="visible"/>
                                      </p:to>
                                    </p:set>
                                    <p:animEffect transition="in" filter="fade">
                                      <p:cBhvr>
                                        <p:cTn id="135" dur="500"/>
                                        <p:tgtEl>
                                          <p:spTgt spid="36"/>
                                        </p:tgtEl>
                                      </p:cBhvr>
                                    </p:animEffect>
                                  </p:childTnLst>
                                </p:cTn>
                              </p:par>
                            </p:childTnLst>
                          </p:cTn>
                        </p:par>
                        <p:par>
                          <p:cTn id="136" fill="hold">
                            <p:stCondLst>
                              <p:cond delay="6750"/>
                            </p:stCondLst>
                            <p:childTnLst>
                              <p:par>
                                <p:cTn id="137" presetID="22" presetClass="entr" presetSubtype="8" fill="hold" grpId="0" nodeType="afterEffect">
                                  <p:stCondLst>
                                    <p:cond delay="0"/>
                                  </p:stCondLst>
                                  <p:childTnLst>
                                    <p:set>
                                      <p:cBhvr>
                                        <p:cTn id="138" dur="1" fill="hold">
                                          <p:stCondLst>
                                            <p:cond delay="0"/>
                                          </p:stCondLst>
                                        </p:cTn>
                                        <p:tgtEl>
                                          <p:spTgt spid="35">
                                            <p:txEl>
                                              <p:pRg st="0" end="0"/>
                                            </p:txEl>
                                          </p:spTgt>
                                        </p:tgtEl>
                                        <p:attrNameLst>
                                          <p:attrName>style.visibility</p:attrName>
                                        </p:attrNameLst>
                                      </p:cBhvr>
                                      <p:to>
                                        <p:strVal val="visible"/>
                                      </p:to>
                                    </p:set>
                                    <p:animEffect transition="in" filter="wipe(left)">
                                      <p:cBhvr>
                                        <p:cTn id="139" dur="500"/>
                                        <p:tgtEl>
                                          <p:spTgt spid="35">
                                            <p:txEl>
                                              <p:pRg st="0" end="0"/>
                                            </p:txEl>
                                          </p:spTgt>
                                        </p:tgtEl>
                                      </p:cBhvr>
                                    </p:animEffect>
                                  </p:childTnLst>
                                </p:cTn>
                              </p:par>
                            </p:childTnLst>
                          </p:cTn>
                        </p:par>
                        <p:par>
                          <p:cTn id="140" fill="hold">
                            <p:stCondLst>
                              <p:cond delay="7250"/>
                            </p:stCondLst>
                            <p:childTnLst>
                              <p:par>
                                <p:cTn id="141" presetID="2" presetClass="entr" presetSubtype="2" decel="100000" fill="hold" grpId="0" nodeType="afterEffect">
                                  <p:stCondLst>
                                    <p:cond delay="0"/>
                                  </p:stCondLst>
                                  <p:childTnLst>
                                    <p:set>
                                      <p:cBhvr>
                                        <p:cTn id="142" dur="1" fill="hold">
                                          <p:stCondLst>
                                            <p:cond delay="0"/>
                                          </p:stCondLst>
                                        </p:cTn>
                                        <p:tgtEl>
                                          <p:spTgt spid="28"/>
                                        </p:tgtEl>
                                        <p:attrNameLst>
                                          <p:attrName>style.visibility</p:attrName>
                                        </p:attrNameLst>
                                      </p:cBhvr>
                                      <p:to>
                                        <p:strVal val="visible"/>
                                      </p:to>
                                    </p:set>
                                    <p:anim calcmode="lin" valueType="num">
                                      <p:cBhvr additive="base">
                                        <p:cTn id="143" dur="500" fill="hold"/>
                                        <p:tgtEl>
                                          <p:spTgt spid="28"/>
                                        </p:tgtEl>
                                        <p:attrNameLst>
                                          <p:attrName>ppt_x</p:attrName>
                                        </p:attrNameLst>
                                      </p:cBhvr>
                                      <p:tavLst>
                                        <p:tav tm="0">
                                          <p:val>
                                            <p:strVal val="1+#ppt_w/2"/>
                                          </p:val>
                                        </p:tav>
                                        <p:tav tm="100000">
                                          <p:val>
                                            <p:strVal val="#ppt_x"/>
                                          </p:val>
                                        </p:tav>
                                      </p:tavLst>
                                    </p:anim>
                                    <p:anim calcmode="lin" valueType="num">
                                      <p:cBhvr additive="base">
                                        <p:cTn id="144" dur="500" fill="hold"/>
                                        <p:tgtEl>
                                          <p:spTgt spid="28"/>
                                        </p:tgtEl>
                                        <p:attrNameLst>
                                          <p:attrName>ppt_y</p:attrName>
                                        </p:attrNameLst>
                                      </p:cBhvr>
                                      <p:tavLst>
                                        <p:tav tm="0">
                                          <p:val>
                                            <p:strVal val="#ppt_y"/>
                                          </p:val>
                                        </p:tav>
                                        <p:tav tm="100000">
                                          <p:val>
                                            <p:strVal val="#ppt_y"/>
                                          </p:val>
                                        </p:tav>
                                      </p:tavLst>
                                    </p:anim>
                                  </p:childTnLst>
                                </p:cTn>
                              </p:par>
                              <p:par>
                                <p:cTn id="145" presetID="2" presetClass="entr" presetSubtype="4" decel="100000" fill="hold" grpId="0" nodeType="withEffect">
                                  <p:stCondLst>
                                    <p:cond delay="0"/>
                                  </p:stCondLst>
                                  <p:childTnLst>
                                    <p:set>
                                      <p:cBhvr>
                                        <p:cTn id="146" dur="1" fill="hold">
                                          <p:stCondLst>
                                            <p:cond delay="0"/>
                                          </p:stCondLst>
                                        </p:cTn>
                                        <p:tgtEl>
                                          <p:spTgt spid="29">
                                            <p:txEl>
                                              <p:pRg st="0" end="0"/>
                                            </p:txEl>
                                          </p:spTgt>
                                        </p:tgtEl>
                                        <p:attrNameLst>
                                          <p:attrName>style.visibility</p:attrName>
                                        </p:attrNameLst>
                                      </p:cBhvr>
                                      <p:to>
                                        <p:strVal val="visible"/>
                                      </p:to>
                                    </p:set>
                                    <p:anim calcmode="lin" valueType="num">
                                      <p:cBhvr additive="base">
                                        <p:cTn id="14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48"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 grpId="0"/>
      <p:bldP spid="13" grpId="0" build="p">
        <p:tmplLst>
          <p:tmpl lvl="1">
            <p:tnLst>
              <p:par>
                <p:cTn presetID="22" presetClass="entr" presetSubtype="8"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4" grpId="0" animBg="1"/>
      <p:bldP spid="15" grpId="0" animBg="1"/>
      <p:bldP spid="15" grpId="1" animBg="1"/>
      <p:bldP spid="16" grpId="0" animBg="1"/>
      <p:bldP spid="16" grpId="1" animBg="1"/>
      <p:bldP spid="17" grpId="0" animBg="1"/>
      <p:bldP spid="17" grpId="1" animBg="1"/>
      <p:bldP spid="38" grpId="0" animBg="1"/>
      <p:bldP spid="28" grpId="0" animBg="1"/>
      <p:bldP spid="29" grpId="0" build="p">
        <p:tmplLst>
          <p:tmpl lvl="1">
            <p:tnLst>
              <p:par>
                <p:cTn presetID="2" presetClass="entr" presetSubtype="4" decel="10000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1" grpId="0" build="p">
        <p:tmplLst>
          <p:tmpl lvl="1">
            <p:tnLst>
              <p:par>
                <p:cTn presetID="22" presetClass="entr" presetSubtype="8"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wipe(left)">
                      <p:cBhvr>
                        <p:cTn dur="500"/>
                        <p:tgtEl>
                          <p:spTgt spid="31"/>
                        </p:tgtEl>
                      </p:cBhvr>
                    </p:animEffect>
                  </p:childTnLst>
                </p:cTn>
              </p:par>
            </p:tnLst>
          </p:tmpl>
        </p:tmplLst>
      </p:bldP>
      <p:bldP spid="32" grpId="0" animBg="1"/>
      <p:bldP spid="33" grpId="0" build="p">
        <p:tmplLst>
          <p:tmpl lvl="1">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4" grpId="0" animBg="1"/>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animBg="1"/>
      <p:bldP spid="37" grpId="0" animBg="1"/>
      <p:bldP spid="37" grpId="1" animBg="1"/>
      <p:bldP spid="39" grpId="0" animBg="1"/>
      <p:bldP spid="39" grpId="1" animBg="1"/>
      <p:bldP spid="40" grpId="0" animBg="1"/>
      <p:bldP spid="40" grpId="1" animBg="1"/>
      <p:bldP spid="41" grpId="0" animBg="1"/>
      <p:bldP spid="41" grpId="1" animBg="1"/>
      <p:bldP spid="42" grpId="0"/>
      <p:bldP spid="43" grpId="0" animBg="1"/>
      <p:bldP spid="43" grpId="1" animBg="1"/>
      <p:bldP spid="44" grpId="0" animBg="1"/>
      <p:bldP spid="44" grpId="1" animBg="1"/>
      <p:bldP spid="45" grpId="0" animBg="1"/>
      <p:bldP spid="45" grpId="1" animBg="1"/>
      <p:bldP spid="46" grpId="0"/>
    </p:bld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ig Image and Animated Texts">
    <p:spTree>
      <p:nvGrpSpPr>
        <p:cNvPr id="1" name=""/>
        <p:cNvGrpSpPr/>
        <p:nvPr/>
      </p:nvGrpSpPr>
      <p:grpSpPr>
        <a:xfrm>
          <a:off x="0" y="0"/>
          <a:ext cx="0" cy="0"/>
          <a:chOff x="0" y="0"/>
          <a:chExt cx="0" cy="0"/>
        </a:xfrm>
      </p:grpSpPr>
      <p:sp>
        <p:nvSpPr>
          <p:cNvPr id="35" name="図プレースホルダー 34"/>
          <p:cNvSpPr>
            <a:spLocks noGrp="1"/>
          </p:cNvSpPr>
          <p:nvPr>
            <p:ph type="pic" sz="quarter" idx="14" hasCustomPrompt="1"/>
          </p:nvPr>
        </p:nvSpPr>
        <p:spPr>
          <a:xfrm>
            <a:off x="2095500" y="0"/>
            <a:ext cx="18286413" cy="10287000"/>
          </a:xfrm>
          <a:solidFill>
            <a:schemeClr val="accent1">
              <a:lumMod val="20000"/>
              <a:lumOff val="80000"/>
            </a:schemeClr>
          </a:solidFill>
        </p:spPr>
        <p:txBody>
          <a:bodyPr/>
          <a:lstStyle>
            <a:lvl1pPr>
              <a:defRPr baseline="0"/>
            </a:lvl1pPr>
          </a:lstStyle>
          <a:p>
            <a:r>
              <a:rPr kumimoji="1" lang="en-US" altLang="ja-JP" dirty="0"/>
              <a:t>Add an image</a:t>
            </a:r>
            <a:endParaRPr kumimoji="1" lang="ja-JP" altLang="en-US" dirty="0"/>
          </a:p>
        </p:txBody>
      </p:sp>
      <p:sp>
        <p:nvSpPr>
          <p:cNvPr id="26" name="テキスト プレースホルダー 25"/>
          <p:cNvSpPr>
            <a:spLocks noGrp="1"/>
          </p:cNvSpPr>
          <p:nvPr>
            <p:ph type="body" sz="quarter" idx="11" hasCustomPrompt="1"/>
          </p:nvPr>
        </p:nvSpPr>
        <p:spPr>
          <a:xfrm flipH="1">
            <a:off x="1609270" y="0"/>
            <a:ext cx="8606971" cy="10287000"/>
          </a:xfrm>
          <a:prstGeom prst="parallelogram">
            <a:avLst>
              <a:gd name="adj" fmla="val 41863"/>
            </a:avLst>
          </a:prstGeom>
          <a:solidFill>
            <a:schemeClr val="accent1">
              <a:lumMod val="75000"/>
              <a:alpha val="40000"/>
            </a:schemeClr>
          </a:solidFill>
        </p:spPr>
        <p:txBody>
          <a:bodyPr/>
          <a:lstStyle>
            <a:lvl1pPr>
              <a:defRPr/>
            </a:lvl1pPr>
          </a:lstStyle>
          <a:p>
            <a:pPr lvl="0"/>
            <a:r>
              <a:rPr kumimoji="1" lang="en-US" altLang="ja-JP" dirty="0"/>
              <a:t> </a:t>
            </a:r>
            <a:endParaRPr kumimoji="1" lang="ja-JP" altLang="en-US" dirty="0"/>
          </a:p>
        </p:txBody>
      </p:sp>
      <p:sp>
        <p:nvSpPr>
          <p:cNvPr id="31" name="テキスト プレースホルダー 25"/>
          <p:cNvSpPr>
            <a:spLocks noGrp="1"/>
          </p:cNvSpPr>
          <p:nvPr>
            <p:ph type="body" sz="quarter" idx="13" hasCustomPrompt="1"/>
          </p:nvPr>
        </p:nvSpPr>
        <p:spPr>
          <a:xfrm flipH="1">
            <a:off x="11977007" y="0"/>
            <a:ext cx="8606971" cy="10287000"/>
          </a:xfrm>
          <a:prstGeom prst="parallelogram">
            <a:avLst>
              <a:gd name="adj" fmla="val 41863"/>
            </a:avLst>
          </a:prstGeom>
          <a:solidFill>
            <a:schemeClr val="accent1">
              <a:lumMod val="75000"/>
              <a:alpha val="40000"/>
            </a:schemeClr>
          </a:solidFill>
        </p:spPr>
        <p:txBody>
          <a:bodyPr/>
          <a:lstStyle>
            <a:lvl1pPr>
              <a:defRPr/>
            </a:lvl1pPr>
          </a:lstStyle>
          <a:p>
            <a:pPr lvl="0"/>
            <a:r>
              <a:rPr kumimoji="1" lang="en-US" altLang="ja-JP" dirty="0"/>
              <a:t> </a:t>
            </a:r>
            <a:endParaRPr kumimoji="1" lang="ja-JP" altLang="en-US" dirty="0"/>
          </a:p>
        </p:txBody>
      </p:sp>
      <p:sp>
        <p:nvSpPr>
          <p:cNvPr id="36" name="テキスト プレースホルダー 25"/>
          <p:cNvSpPr>
            <a:spLocks noGrp="1"/>
          </p:cNvSpPr>
          <p:nvPr>
            <p:ph type="body" sz="quarter" idx="15" hasCustomPrompt="1"/>
          </p:nvPr>
        </p:nvSpPr>
        <p:spPr>
          <a:xfrm flipH="1">
            <a:off x="-4691291" y="0"/>
            <a:ext cx="13914663" cy="10287000"/>
          </a:xfrm>
          <a:prstGeom prst="parallelogram">
            <a:avLst>
              <a:gd name="adj" fmla="val 35022"/>
            </a:avLst>
          </a:prstGeom>
          <a:solidFill>
            <a:schemeClr val="accent1">
              <a:lumMod val="75000"/>
            </a:schemeClr>
          </a:solidFill>
        </p:spPr>
        <p:txBody>
          <a:bodyPr/>
          <a:lstStyle>
            <a:lvl1pPr>
              <a:defRPr/>
            </a:lvl1pPr>
          </a:lstStyle>
          <a:p>
            <a:pPr lvl="0"/>
            <a:r>
              <a:rPr kumimoji="1" lang="en-US" altLang="ja-JP" dirty="0"/>
              <a:t> </a:t>
            </a:r>
            <a:endParaRPr kumimoji="1" lang="ja-JP" altLang="en-US" dirty="0"/>
          </a:p>
        </p:txBody>
      </p:sp>
      <p:sp>
        <p:nvSpPr>
          <p:cNvPr id="37" name="テキスト プレースホルダー 25"/>
          <p:cNvSpPr>
            <a:spLocks noGrp="1"/>
          </p:cNvSpPr>
          <p:nvPr>
            <p:ph type="body" sz="quarter" idx="16" hasCustomPrompt="1"/>
          </p:nvPr>
        </p:nvSpPr>
        <p:spPr>
          <a:xfrm flipH="1">
            <a:off x="12963524" y="0"/>
            <a:ext cx="13914663" cy="10287000"/>
          </a:xfrm>
          <a:prstGeom prst="parallelogram">
            <a:avLst>
              <a:gd name="adj" fmla="val 35022"/>
            </a:avLst>
          </a:prstGeom>
          <a:solidFill>
            <a:schemeClr val="accent1">
              <a:lumMod val="75000"/>
            </a:schemeClr>
          </a:solidFill>
        </p:spPr>
        <p:txBody>
          <a:bodyPr/>
          <a:lstStyle>
            <a:lvl1pPr>
              <a:defRPr/>
            </a:lvl1pPr>
          </a:lstStyle>
          <a:p>
            <a:pPr lvl="0"/>
            <a:r>
              <a:rPr kumimoji="1" lang="en-US" altLang="ja-JP" dirty="0"/>
              <a:t> </a:t>
            </a:r>
            <a:endParaRPr kumimoji="1" lang="ja-JP" altLang="en-US" dirty="0"/>
          </a:p>
        </p:txBody>
      </p:sp>
      <p:sp>
        <p:nvSpPr>
          <p:cNvPr id="38" name="テキスト プレースホルダー 25"/>
          <p:cNvSpPr>
            <a:spLocks noGrp="1"/>
          </p:cNvSpPr>
          <p:nvPr>
            <p:ph type="body" sz="quarter" idx="17" hasCustomPrompt="1"/>
          </p:nvPr>
        </p:nvSpPr>
        <p:spPr>
          <a:xfrm flipH="1">
            <a:off x="-9496426" y="0"/>
            <a:ext cx="5353051" cy="10287000"/>
          </a:xfrm>
          <a:prstGeom prst="parallelogram">
            <a:avLst>
              <a:gd name="adj" fmla="val 67559"/>
            </a:avLst>
          </a:prstGeom>
          <a:solidFill>
            <a:schemeClr val="bg1">
              <a:alpha val="30000"/>
            </a:schemeClr>
          </a:solidFill>
        </p:spPr>
        <p:txBody>
          <a:bodyPr/>
          <a:lstStyle>
            <a:lvl1pPr>
              <a:defRPr/>
            </a:lvl1pPr>
          </a:lstStyle>
          <a:p>
            <a:pPr lvl="0"/>
            <a:r>
              <a:rPr kumimoji="1" lang="en-US" altLang="ja-JP" dirty="0"/>
              <a:t> </a:t>
            </a:r>
            <a:endParaRPr kumimoji="1" lang="ja-JP" altLang="en-US" dirty="0"/>
          </a:p>
        </p:txBody>
      </p:sp>
      <p:sp>
        <p:nvSpPr>
          <p:cNvPr id="39" name="テキスト プレースホルダー 25"/>
          <p:cNvSpPr>
            <a:spLocks noGrp="1"/>
          </p:cNvSpPr>
          <p:nvPr>
            <p:ph type="body" sz="quarter" idx="18" hasCustomPrompt="1"/>
          </p:nvPr>
        </p:nvSpPr>
        <p:spPr>
          <a:xfrm flipH="1">
            <a:off x="-6619883" y="0"/>
            <a:ext cx="4648207" cy="10287000"/>
          </a:xfrm>
          <a:prstGeom prst="parallelogram">
            <a:avLst>
              <a:gd name="adj" fmla="val 77247"/>
            </a:avLst>
          </a:prstGeom>
          <a:solidFill>
            <a:schemeClr val="bg1">
              <a:alpha val="30000"/>
            </a:schemeClr>
          </a:solidFill>
        </p:spPr>
        <p:txBody>
          <a:bodyPr/>
          <a:lstStyle>
            <a:lvl1pPr>
              <a:defRPr/>
            </a:lvl1pPr>
          </a:lstStyle>
          <a:p>
            <a:pPr lvl="0"/>
            <a:r>
              <a:rPr kumimoji="1" lang="en-US" altLang="ja-JP" dirty="0"/>
              <a:t> </a:t>
            </a:r>
            <a:endParaRPr kumimoji="1" lang="ja-JP" altLang="en-US" dirty="0"/>
          </a:p>
        </p:txBody>
      </p:sp>
      <p:sp>
        <p:nvSpPr>
          <p:cNvPr id="40" name="タイトル プレースホルダー 1"/>
          <p:cNvSpPr>
            <a:spLocks noGrp="1"/>
          </p:cNvSpPr>
          <p:nvPr>
            <p:ph type="title" hasCustomPrompt="1"/>
          </p:nvPr>
        </p:nvSpPr>
        <p:spPr>
          <a:xfrm>
            <a:off x="559004" y="4055836"/>
            <a:ext cx="7235167" cy="3312381"/>
          </a:xfrm>
          <a:prstGeom prst="rect">
            <a:avLst/>
          </a:prstGeom>
        </p:spPr>
        <p:txBody>
          <a:bodyPr vert="horz" lIns="163275" tIns="81638" rIns="163275" bIns="81638" rtlCol="0" anchor="b">
            <a:normAutofit/>
          </a:bodyPr>
          <a:lstStyle>
            <a:lvl1pPr>
              <a:defRPr baseline="0">
                <a:solidFill>
                  <a:schemeClr val="bg1"/>
                </a:solidFill>
              </a:defRPr>
            </a:lvl1pPr>
          </a:lstStyle>
          <a:p>
            <a:r>
              <a:rPr kumimoji="1" lang="en-US" altLang="ja-JP" dirty="0"/>
              <a:t>Text Goes Here</a:t>
            </a:r>
            <a:endParaRPr kumimoji="1" lang="ja-JP" altLang="en-US" dirty="0"/>
          </a:p>
        </p:txBody>
      </p:sp>
      <p:sp>
        <p:nvSpPr>
          <p:cNvPr id="42" name="テキスト プレースホルダー 6"/>
          <p:cNvSpPr>
            <a:spLocks noGrp="1"/>
          </p:cNvSpPr>
          <p:nvPr>
            <p:ph type="body" sz="quarter" idx="42" hasCustomPrompt="1"/>
          </p:nvPr>
        </p:nvSpPr>
        <p:spPr>
          <a:xfrm>
            <a:off x="567171" y="7667281"/>
            <a:ext cx="7227000" cy="2086317"/>
          </a:xfrm>
        </p:spPr>
        <p:txBody>
          <a:bodyPr>
            <a:noAutofit/>
          </a:bodyPr>
          <a:lstStyle>
            <a:lvl1pPr algn="l">
              <a:defRPr sz="2000" b="0" i="0" u="none" baseline="0">
                <a:solidFill>
                  <a:schemeClr val="bg1"/>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sp>
        <p:nvSpPr>
          <p:cNvPr id="44" name="テキスト プレースホルダー 6"/>
          <p:cNvSpPr>
            <a:spLocks noGrp="1"/>
          </p:cNvSpPr>
          <p:nvPr>
            <p:ph type="body" sz="quarter" idx="43" hasCustomPrompt="1"/>
          </p:nvPr>
        </p:nvSpPr>
        <p:spPr>
          <a:xfrm rot="4250327">
            <a:off x="10978043" y="3220775"/>
            <a:ext cx="10698970" cy="4019551"/>
          </a:xfrm>
        </p:spPr>
        <p:txBody>
          <a:bodyPr anchor="b">
            <a:noAutofit/>
          </a:bodyPr>
          <a:lstStyle>
            <a:lvl1pPr algn="l">
              <a:lnSpc>
                <a:spcPct val="100000"/>
              </a:lnSpc>
              <a:spcBef>
                <a:spcPts val="0"/>
              </a:spcBef>
              <a:defRPr sz="17000" b="0" i="0" u="none" baseline="0">
                <a:solidFill>
                  <a:schemeClr val="bg1">
                    <a:alpha val="30000"/>
                  </a:schemeClr>
                </a:solidFill>
                <a:latin typeface="Route 159 Bold" pitchFamily="50" charset="0"/>
                <a:cs typeface="Open Sans Light" panose="020B0306030504020204" pitchFamily="34" charset="0"/>
              </a:defRPr>
            </a:lvl1pPr>
          </a:lstStyle>
          <a:p>
            <a:pPr lvl="0"/>
            <a:r>
              <a:rPr kumimoji="1" lang="en-US" altLang="ja-JP" dirty="0"/>
              <a:t>WORD</a:t>
            </a:r>
            <a:endParaRPr kumimoji="1" lang="ja-JP" altLang="en-US" dirty="0"/>
          </a:p>
        </p:txBody>
      </p:sp>
      <p:sp>
        <p:nvSpPr>
          <p:cNvPr id="45" name="テキスト プレースホルダー 6"/>
          <p:cNvSpPr>
            <a:spLocks noGrp="1"/>
          </p:cNvSpPr>
          <p:nvPr>
            <p:ph type="body" sz="quarter" idx="44" hasCustomPrompt="1"/>
          </p:nvPr>
        </p:nvSpPr>
        <p:spPr>
          <a:xfrm>
            <a:off x="661514" y="7485852"/>
            <a:ext cx="3240000" cy="72000"/>
          </a:xfrm>
          <a:solidFill>
            <a:schemeClr val="bg1"/>
          </a:solidFill>
        </p:spPr>
        <p:txBody>
          <a:bodyPr>
            <a:noAutofit/>
          </a:bodyPr>
          <a:lstStyle>
            <a:lvl1pPr algn="l">
              <a:defRPr sz="2000" b="0" i="0" u="none" baseline="0">
                <a:solidFill>
                  <a:schemeClr val="bg1"/>
                </a:solidFill>
                <a:latin typeface="+mn-lt"/>
                <a:cs typeface="Open Sans Light" panose="020B0306030504020204" pitchFamily="34" charset="0"/>
              </a:defRPr>
            </a:lvl1pPr>
          </a:lstStyle>
          <a:p>
            <a:pPr lvl="0"/>
            <a:r>
              <a:rPr kumimoji="1" lang="en-US" altLang="ja-JP" dirty="0"/>
              <a:t> </a:t>
            </a:r>
            <a:endParaRPr kumimoji="1" lang="ja-JP" altLang="en-US" dirty="0"/>
          </a:p>
        </p:txBody>
      </p:sp>
    </p:spTree>
    <p:extLst>
      <p:ext uri="{BB962C8B-B14F-4D97-AF65-F5344CB8AC3E}">
        <p14:creationId xmlns:p14="http://schemas.microsoft.com/office/powerpoint/2010/main" val="187117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fill="hold"/>
                                        <p:tgtEl>
                                          <p:spTgt spid="36"/>
                                        </p:tgtEl>
                                        <p:attrNameLst>
                                          <p:attrName>ppt_x</p:attrName>
                                        </p:attrNameLst>
                                      </p:cBhvr>
                                      <p:tavLst>
                                        <p:tav tm="0">
                                          <p:val>
                                            <p:strVal val="0-#ppt_w/2"/>
                                          </p:val>
                                        </p:tav>
                                        <p:tav tm="100000">
                                          <p:val>
                                            <p:strVal val="#ppt_x"/>
                                          </p:val>
                                        </p:tav>
                                      </p:tavLst>
                                    </p:anim>
                                    <p:anim calcmode="lin" valueType="num">
                                      <p:cBhvr additive="base">
                                        <p:cTn id="8" dur="1000" fill="hold"/>
                                        <p:tgtEl>
                                          <p:spTgt spid="36"/>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1000" fill="hold"/>
                                        <p:tgtEl>
                                          <p:spTgt spid="37"/>
                                        </p:tgtEl>
                                        <p:attrNameLst>
                                          <p:attrName>ppt_x</p:attrName>
                                        </p:attrNameLst>
                                      </p:cBhvr>
                                      <p:tavLst>
                                        <p:tav tm="0">
                                          <p:val>
                                            <p:strVal val="1+#ppt_w/2"/>
                                          </p:val>
                                        </p:tav>
                                        <p:tav tm="100000">
                                          <p:val>
                                            <p:strVal val="#ppt_x"/>
                                          </p:val>
                                        </p:tav>
                                      </p:tavLst>
                                    </p:anim>
                                    <p:anim calcmode="lin" valueType="num">
                                      <p:cBhvr additive="base">
                                        <p:cTn id="12" dur="1000" fill="hold"/>
                                        <p:tgtEl>
                                          <p:spTgt spid="37"/>
                                        </p:tgtEl>
                                        <p:attrNameLst>
                                          <p:attrName>ppt_y</p:attrName>
                                        </p:attrNameLst>
                                      </p:cBhvr>
                                      <p:tavLst>
                                        <p:tav tm="0">
                                          <p:val>
                                            <p:strVal val="#ppt_y"/>
                                          </p:val>
                                        </p:tav>
                                        <p:tav tm="100000">
                                          <p:val>
                                            <p:strVal val="#ppt_y"/>
                                          </p:val>
                                        </p:tav>
                                      </p:tavLst>
                                    </p:anim>
                                  </p:childTnLst>
                                </p:cTn>
                              </p:par>
                              <p:par>
                                <p:cTn id="13" presetID="14" presetClass="entr" presetSubtype="10" fill="hold" grpId="0" nodeType="withEffect">
                                  <p:stCondLst>
                                    <p:cond delay="500"/>
                                  </p:stCondLst>
                                  <p:childTnLst>
                                    <p:set>
                                      <p:cBhvr>
                                        <p:cTn id="14" dur="1" fill="hold">
                                          <p:stCondLst>
                                            <p:cond delay="0"/>
                                          </p:stCondLst>
                                        </p:cTn>
                                        <p:tgtEl>
                                          <p:spTgt spid="35"/>
                                        </p:tgtEl>
                                        <p:attrNameLst>
                                          <p:attrName>style.visibility</p:attrName>
                                        </p:attrNameLst>
                                      </p:cBhvr>
                                      <p:to>
                                        <p:strVal val="visible"/>
                                      </p:to>
                                    </p:set>
                                    <p:animEffect transition="in" filter="randombar(horizontal)">
                                      <p:cBhvr>
                                        <p:cTn id="15" dur="500"/>
                                        <p:tgtEl>
                                          <p:spTgt spid="35"/>
                                        </p:tgtEl>
                                      </p:cBhvr>
                                    </p:animEffect>
                                  </p:childTnLst>
                                </p:cTn>
                              </p:par>
                              <p:par>
                                <p:cTn id="16" presetID="2" presetClass="entr" presetSubtype="2" accel="100000" fill="hold" grpId="0" nodeType="withEffect">
                                  <p:stCondLst>
                                    <p:cond delay="250"/>
                                  </p:stCondLst>
                                  <p:childTnLst>
                                    <p:set>
                                      <p:cBhvr>
                                        <p:cTn id="17" dur="1" fill="hold">
                                          <p:stCondLst>
                                            <p:cond delay="0"/>
                                          </p:stCondLst>
                                        </p:cTn>
                                        <p:tgtEl>
                                          <p:spTgt spid="39"/>
                                        </p:tgtEl>
                                        <p:attrNameLst>
                                          <p:attrName>style.visibility</p:attrName>
                                        </p:attrNameLst>
                                      </p:cBhvr>
                                      <p:to>
                                        <p:strVal val="visible"/>
                                      </p:to>
                                    </p:set>
                                    <p:anim calcmode="lin" valueType="num">
                                      <p:cBhvr additive="base">
                                        <p:cTn id="18" dur="750" fill="hold"/>
                                        <p:tgtEl>
                                          <p:spTgt spid="39"/>
                                        </p:tgtEl>
                                        <p:attrNameLst>
                                          <p:attrName>ppt_x</p:attrName>
                                        </p:attrNameLst>
                                      </p:cBhvr>
                                      <p:tavLst>
                                        <p:tav tm="0">
                                          <p:val>
                                            <p:strVal val="1+#ppt_w/2"/>
                                          </p:val>
                                        </p:tav>
                                        <p:tav tm="100000">
                                          <p:val>
                                            <p:strVal val="#ppt_x"/>
                                          </p:val>
                                        </p:tav>
                                      </p:tavLst>
                                    </p:anim>
                                    <p:anim calcmode="lin" valueType="num">
                                      <p:cBhvr additive="base">
                                        <p:cTn id="19" dur="750" fill="hold"/>
                                        <p:tgtEl>
                                          <p:spTgt spid="39"/>
                                        </p:tgtEl>
                                        <p:attrNameLst>
                                          <p:attrName>ppt_y</p:attrName>
                                        </p:attrNameLst>
                                      </p:cBhvr>
                                      <p:tavLst>
                                        <p:tav tm="0">
                                          <p:val>
                                            <p:strVal val="#ppt_y"/>
                                          </p:val>
                                        </p:tav>
                                        <p:tav tm="100000">
                                          <p:val>
                                            <p:strVal val="#ppt_y"/>
                                          </p:val>
                                        </p:tav>
                                      </p:tavLst>
                                    </p:anim>
                                  </p:childTnLst>
                                </p:cTn>
                              </p:par>
                              <p:par>
                                <p:cTn id="20" presetID="2" presetClass="entr" presetSubtype="2" accel="100000" fill="hold" grpId="0" nodeType="withEffect">
                                  <p:stCondLst>
                                    <p:cond delay="250"/>
                                  </p:stCondLst>
                                  <p:childTnLst>
                                    <p:set>
                                      <p:cBhvr>
                                        <p:cTn id="21" dur="1" fill="hold">
                                          <p:stCondLst>
                                            <p:cond delay="0"/>
                                          </p:stCondLst>
                                        </p:cTn>
                                        <p:tgtEl>
                                          <p:spTgt spid="38"/>
                                        </p:tgtEl>
                                        <p:attrNameLst>
                                          <p:attrName>style.visibility</p:attrName>
                                        </p:attrNameLst>
                                      </p:cBhvr>
                                      <p:to>
                                        <p:strVal val="visible"/>
                                      </p:to>
                                    </p:set>
                                    <p:anim calcmode="lin" valueType="num">
                                      <p:cBhvr additive="base">
                                        <p:cTn id="22" dur="750" fill="hold"/>
                                        <p:tgtEl>
                                          <p:spTgt spid="38"/>
                                        </p:tgtEl>
                                        <p:attrNameLst>
                                          <p:attrName>ppt_x</p:attrName>
                                        </p:attrNameLst>
                                      </p:cBhvr>
                                      <p:tavLst>
                                        <p:tav tm="0">
                                          <p:val>
                                            <p:strVal val="1+#ppt_w/2"/>
                                          </p:val>
                                        </p:tav>
                                        <p:tav tm="100000">
                                          <p:val>
                                            <p:strVal val="#ppt_x"/>
                                          </p:val>
                                        </p:tav>
                                      </p:tavLst>
                                    </p:anim>
                                    <p:anim calcmode="lin" valueType="num">
                                      <p:cBhvr additive="base">
                                        <p:cTn id="23" dur="750" fill="hold"/>
                                        <p:tgtEl>
                                          <p:spTgt spid="38"/>
                                        </p:tgtEl>
                                        <p:attrNameLst>
                                          <p:attrName>ppt_y</p:attrName>
                                        </p:attrNameLst>
                                      </p:cBhvr>
                                      <p:tavLst>
                                        <p:tav tm="0">
                                          <p:val>
                                            <p:strVal val="#ppt_y"/>
                                          </p:val>
                                        </p:tav>
                                        <p:tav tm="100000">
                                          <p:val>
                                            <p:strVal val="#ppt_y"/>
                                          </p:val>
                                        </p:tav>
                                      </p:tavLst>
                                    </p:anim>
                                  </p:childTnLst>
                                </p:cTn>
                              </p:par>
                              <p:par>
                                <p:cTn id="24" presetID="2" presetClass="entr" presetSubtype="8" decel="100000" fill="hold" grpId="0" nodeType="withEffect">
                                  <p:stCondLst>
                                    <p:cond delay="50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2000" fill="hold"/>
                                        <p:tgtEl>
                                          <p:spTgt spid="26"/>
                                        </p:tgtEl>
                                        <p:attrNameLst>
                                          <p:attrName>ppt_x</p:attrName>
                                        </p:attrNameLst>
                                      </p:cBhvr>
                                      <p:tavLst>
                                        <p:tav tm="0">
                                          <p:val>
                                            <p:strVal val="0-#ppt_w/2"/>
                                          </p:val>
                                        </p:tav>
                                        <p:tav tm="100000">
                                          <p:val>
                                            <p:strVal val="#ppt_x"/>
                                          </p:val>
                                        </p:tav>
                                      </p:tavLst>
                                    </p:anim>
                                    <p:anim calcmode="lin" valueType="num">
                                      <p:cBhvr additive="base">
                                        <p:cTn id="27" dur="2000" fill="hold"/>
                                        <p:tgtEl>
                                          <p:spTgt spid="26"/>
                                        </p:tgtEl>
                                        <p:attrNameLst>
                                          <p:attrName>ppt_y</p:attrName>
                                        </p:attrNameLst>
                                      </p:cBhvr>
                                      <p:tavLst>
                                        <p:tav tm="0">
                                          <p:val>
                                            <p:strVal val="#ppt_y"/>
                                          </p:val>
                                        </p:tav>
                                        <p:tav tm="100000">
                                          <p:val>
                                            <p:strVal val="#ppt_y"/>
                                          </p:val>
                                        </p:tav>
                                      </p:tavLst>
                                    </p:anim>
                                  </p:childTnLst>
                                </p:cTn>
                              </p:par>
                              <p:par>
                                <p:cTn id="28" presetID="2" presetClass="entr" presetSubtype="2" decel="100000" fill="hold" grpId="0" nodeType="withEffect">
                                  <p:stCondLst>
                                    <p:cond delay="500"/>
                                  </p:stCondLst>
                                  <p:childTnLst>
                                    <p:set>
                                      <p:cBhvr>
                                        <p:cTn id="29" dur="1" fill="hold">
                                          <p:stCondLst>
                                            <p:cond delay="0"/>
                                          </p:stCondLst>
                                        </p:cTn>
                                        <p:tgtEl>
                                          <p:spTgt spid="31"/>
                                        </p:tgtEl>
                                        <p:attrNameLst>
                                          <p:attrName>style.visibility</p:attrName>
                                        </p:attrNameLst>
                                      </p:cBhvr>
                                      <p:to>
                                        <p:strVal val="visible"/>
                                      </p:to>
                                    </p:set>
                                    <p:anim calcmode="lin" valueType="num">
                                      <p:cBhvr additive="base">
                                        <p:cTn id="30" dur="2000" fill="hold"/>
                                        <p:tgtEl>
                                          <p:spTgt spid="31"/>
                                        </p:tgtEl>
                                        <p:attrNameLst>
                                          <p:attrName>ppt_x</p:attrName>
                                        </p:attrNameLst>
                                      </p:cBhvr>
                                      <p:tavLst>
                                        <p:tav tm="0">
                                          <p:val>
                                            <p:strVal val="1+#ppt_w/2"/>
                                          </p:val>
                                        </p:tav>
                                        <p:tav tm="100000">
                                          <p:val>
                                            <p:strVal val="#ppt_x"/>
                                          </p:val>
                                        </p:tav>
                                      </p:tavLst>
                                    </p:anim>
                                    <p:anim calcmode="lin" valueType="num">
                                      <p:cBhvr additive="base">
                                        <p:cTn id="31" dur="2000" fill="hold"/>
                                        <p:tgtEl>
                                          <p:spTgt spid="31"/>
                                        </p:tgtEl>
                                        <p:attrNameLst>
                                          <p:attrName>ppt_y</p:attrName>
                                        </p:attrNameLst>
                                      </p:cBhvr>
                                      <p:tavLst>
                                        <p:tav tm="0">
                                          <p:val>
                                            <p:strVal val="#ppt_y"/>
                                          </p:val>
                                        </p:tav>
                                        <p:tav tm="100000">
                                          <p:val>
                                            <p:strVal val="#ppt_y"/>
                                          </p:val>
                                        </p:tav>
                                      </p:tavLst>
                                    </p:anim>
                                  </p:childTnLst>
                                </p:cTn>
                              </p:par>
                              <p:par>
                                <p:cTn id="32" presetID="2" presetClass="entr" presetSubtype="3" decel="100000" fill="hold" grpId="0" nodeType="withEffect">
                                  <p:stCondLst>
                                    <p:cond delay="250"/>
                                  </p:stCondLst>
                                  <p:iterate type="lt">
                                    <p:tmPct val="5000"/>
                                  </p:iterate>
                                  <p:childTnLst>
                                    <p:set>
                                      <p:cBhvr>
                                        <p:cTn id="33" dur="1" fill="hold">
                                          <p:stCondLst>
                                            <p:cond delay="0"/>
                                          </p:stCondLst>
                                        </p:cTn>
                                        <p:tgtEl>
                                          <p:spTgt spid="44">
                                            <p:txEl>
                                              <p:pRg st="0" end="0"/>
                                            </p:txEl>
                                          </p:spTgt>
                                        </p:tgtEl>
                                        <p:attrNameLst>
                                          <p:attrName>style.visibility</p:attrName>
                                        </p:attrNameLst>
                                      </p:cBhvr>
                                      <p:to>
                                        <p:strVal val="visible"/>
                                      </p:to>
                                    </p:set>
                                    <p:anim calcmode="lin" valueType="num">
                                      <p:cBhvr additive="base">
                                        <p:cTn id="34" dur="750" fill="hold"/>
                                        <p:tgtEl>
                                          <p:spTgt spid="44">
                                            <p:txEl>
                                              <p:pRg st="0" end="0"/>
                                            </p:txEl>
                                          </p:spTgt>
                                        </p:tgtEl>
                                        <p:attrNameLst>
                                          <p:attrName>ppt_x</p:attrName>
                                        </p:attrNameLst>
                                      </p:cBhvr>
                                      <p:tavLst>
                                        <p:tav tm="0">
                                          <p:val>
                                            <p:strVal val="1+#ppt_w/2"/>
                                          </p:val>
                                        </p:tav>
                                        <p:tav tm="100000">
                                          <p:val>
                                            <p:strVal val="#ppt_x"/>
                                          </p:val>
                                        </p:tav>
                                      </p:tavLst>
                                    </p:anim>
                                    <p:anim calcmode="lin" valueType="num">
                                      <p:cBhvr additive="base">
                                        <p:cTn id="35" dur="750" fill="hold"/>
                                        <p:tgtEl>
                                          <p:spTgt spid="44">
                                            <p:txEl>
                                              <p:pRg st="0" end="0"/>
                                            </p:txEl>
                                          </p:spTgt>
                                        </p:tgtEl>
                                        <p:attrNameLst>
                                          <p:attrName>ppt_y</p:attrName>
                                        </p:attrNameLst>
                                      </p:cBhvr>
                                      <p:tavLst>
                                        <p:tav tm="0">
                                          <p:val>
                                            <p:strVal val="0-#ppt_h/2"/>
                                          </p:val>
                                        </p:tav>
                                        <p:tav tm="100000">
                                          <p:val>
                                            <p:strVal val="#ppt_y"/>
                                          </p:val>
                                        </p:tav>
                                      </p:tavLst>
                                    </p:anim>
                                  </p:childTnLst>
                                </p:cTn>
                              </p:par>
                              <p:par>
                                <p:cTn id="36" presetID="2" presetClass="entr" presetSubtype="9" decel="100000" fill="hold" grpId="0" nodeType="withEffect">
                                  <p:stCondLst>
                                    <p:cond delay="750"/>
                                  </p:stCondLst>
                                  <p:iterate type="wd">
                                    <p:tmPct val="10000"/>
                                  </p:iterate>
                                  <p:childTnLst>
                                    <p:set>
                                      <p:cBhvr>
                                        <p:cTn id="37" dur="1" fill="hold">
                                          <p:stCondLst>
                                            <p:cond delay="0"/>
                                          </p:stCondLst>
                                        </p:cTn>
                                        <p:tgtEl>
                                          <p:spTgt spid="40"/>
                                        </p:tgtEl>
                                        <p:attrNameLst>
                                          <p:attrName>style.visibility</p:attrName>
                                        </p:attrNameLst>
                                      </p:cBhvr>
                                      <p:to>
                                        <p:strVal val="visible"/>
                                      </p:to>
                                    </p:set>
                                    <p:anim calcmode="lin" valueType="num">
                                      <p:cBhvr additive="base">
                                        <p:cTn id="38" dur="1000" fill="hold"/>
                                        <p:tgtEl>
                                          <p:spTgt spid="40"/>
                                        </p:tgtEl>
                                        <p:attrNameLst>
                                          <p:attrName>ppt_x</p:attrName>
                                        </p:attrNameLst>
                                      </p:cBhvr>
                                      <p:tavLst>
                                        <p:tav tm="0">
                                          <p:val>
                                            <p:strVal val="0-#ppt_w/2"/>
                                          </p:val>
                                        </p:tav>
                                        <p:tav tm="100000">
                                          <p:val>
                                            <p:strVal val="#ppt_x"/>
                                          </p:val>
                                        </p:tav>
                                      </p:tavLst>
                                    </p:anim>
                                    <p:anim calcmode="lin" valueType="num">
                                      <p:cBhvr additive="base">
                                        <p:cTn id="39" dur="1000" fill="hold"/>
                                        <p:tgtEl>
                                          <p:spTgt spid="40"/>
                                        </p:tgtEl>
                                        <p:attrNameLst>
                                          <p:attrName>ppt_y</p:attrName>
                                        </p:attrNameLst>
                                      </p:cBhvr>
                                      <p:tavLst>
                                        <p:tav tm="0">
                                          <p:val>
                                            <p:strVal val="0-#ppt_h/2"/>
                                          </p:val>
                                        </p:tav>
                                        <p:tav tm="100000">
                                          <p:val>
                                            <p:strVal val="#ppt_y"/>
                                          </p:val>
                                        </p:tav>
                                      </p:tavLst>
                                    </p:anim>
                                  </p:childTnLst>
                                </p:cTn>
                              </p:par>
                              <p:par>
                                <p:cTn id="40" presetID="2" presetClass="entr" presetSubtype="2" decel="100000" fill="hold" grpId="0" nodeType="withEffect">
                                  <p:stCondLst>
                                    <p:cond delay="1250"/>
                                  </p:stCondLst>
                                  <p:childTnLst>
                                    <p:set>
                                      <p:cBhvr>
                                        <p:cTn id="41" dur="1" fill="hold">
                                          <p:stCondLst>
                                            <p:cond delay="0"/>
                                          </p:stCondLst>
                                        </p:cTn>
                                        <p:tgtEl>
                                          <p:spTgt spid="45"/>
                                        </p:tgtEl>
                                        <p:attrNameLst>
                                          <p:attrName>style.visibility</p:attrName>
                                        </p:attrNameLst>
                                      </p:cBhvr>
                                      <p:to>
                                        <p:strVal val="visible"/>
                                      </p:to>
                                    </p:set>
                                    <p:anim calcmode="lin" valueType="num">
                                      <p:cBhvr additive="base">
                                        <p:cTn id="42" dur="750" fill="hold"/>
                                        <p:tgtEl>
                                          <p:spTgt spid="45"/>
                                        </p:tgtEl>
                                        <p:attrNameLst>
                                          <p:attrName>ppt_x</p:attrName>
                                        </p:attrNameLst>
                                      </p:cBhvr>
                                      <p:tavLst>
                                        <p:tav tm="0">
                                          <p:val>
                                            <p:strVal val="1+#ppt_w/2"/>
                                          </p:val>
                                        </p:tav>
                                        <p:tav tm="100000">
                                          <p:val>
                                            <p:strVal val="#ppt_x"/>
                                          </p:val>
                                        </p:tav>
                                      </p:tavLst>
                                    </p:anim>
                                    <p:anim calcmode="lin" valueType="num">
                                      <p:cBhvr additive="base">
                                        <p:cTn id="43" dur="750" fill="hold"/>
                                        <p:tgtEl>
                                          <p:spTgt spid="45"/>
                                        </p:tgtEl>
                                        <p:attrNameLst>
                                          <p:attrName>ppt_y</p:attrName>
                                        </p:attrNameLst>
                                      </p:cBhvr>
                                      <p:tavLst>
                                        <p:tav tm="0">
                                          <p:val>
                                            <p:strVal val="#ppt_y"/>
                                          </p:val>
                                        </p:tav>
                                        <p:tav tm="100000">
                                          <p:val>
                                            <p:strVal val="#ppt_y"/>
                                          </p:val>
                                        </p:tav>
                                      </p:tavLst>
                                    </p:anim>
                                  </p:childTnLst>
                                </p:cTn>
                              </p:par>
                              <p:par>
                                <p:cTn id="44" presetID="22" presetClass="entr" presetSubtype="8" fill="hold" grpId="0" nodeType="withEffect">
                                  <p:stCondLst>
                                    <p:cond delay="1500"/>
                                  </p:stCondLst>
                                  <p:childTnLst>
                                    <p:set>
                                      <p:cBhvr>
                                        <p:cTn id="45" dur="1" fill="hold">
                                          <p:stCondLst>
                                            <p:cond delay="0"/>
                                          </p:stCondLst>
                                        </p:cTn>
                                        <p:tgtEl>
                                          <p:spTgt spid="42">
                                            <p:txEl>
                                              <p:pRg st="0" end="0"/>
                                            </p:txEl>
                                          </p:spTgt>
                                        </p:tgtEl>
                                        <p:attrNameLst>
                                          <p:attrName>style.visibility</p:attrName>
                                        </p:attrNameLst>
                                      </p:cBhvr>
                                      <p:to>
                                        <p:strVal val="visible"/>
                                      </p:to>
                                    </p:set>
                                    <p:animEffect transition="in" filter="wipe(left)">
                                      <p:cBhvr>
                                        <p:cTn id="46" dur="500"/>
                                        <p:tgtEl>
                                          <p:spTgt spid="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26" grpId="0" animBg="1">
        <p:tmplLst>
          <p:tmpl>
            <p:tnLst>
              <p:par>
                <p:cTn presetID="2" presetClass="entr" presetSubtype="8" decel="100000" fill="hold" nodeType="withEffect">
                  <p:stCondLst>
                    <p:cond delay="5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2000" fill="hold"/>
                        <p:tgtEl>
                          <p:spTgt spid="26"/>
                        </p:tgtEl>
                        <p:attrNameLst>
                          <p:attrName>ppt_x</p:attrName>
                        </p:attrNameLst>
                      </p:cBhvr>
                      <p:tavLst>
                        <p:tav tm="0">
                          <p:val>
                            <p:strVal val="0-#ppt_w/2"/>
                          </p:val>
                        </p:tav>
                        <p:tav tm="100000">
                          <p:val>
                            <p:strVal val="#ppt_x"/>
                          </p:val>
                        </p:tav>
                      </p:tavLst>
                    </p:anim>
                    <p:anim calcmode="lin" valueType="num">
                      <p:cBhvr additive="base">
                        <p:cTn dur="2000" fill="hold"/>
                        <p:tgtEl>
                          <p:spTgt spid="26"/>
                        </p:tgtEl>
                        <p:attrNameLst>
                          <p:attrName>ppt_y</p:attrName>
                        </p:attrNameLst>
                      </p:cBhvr>
                      <p:tavLst>
                        <p:tav tm="0">
                          <p:val>
                            <p:strVal val="#ppt_y"/>
                          </p:val>
                        </p:tav>
                        <p:tav tm="100000">
                          <p:val>
                            <p:strVal val="#ppt_y"/>
                          </p:val>
                        </p:tav>
                      </p:tavLst>
                    </p:anim>
                  </p:childTnLst>
                </p:cTn>
              </p:par>
            </p:tnLst>
          </p:tmpl>
        </p:tmplLst>
      </p:bldP>
      <p:bldP spid="31" grpId="0" animBg="1">
        <p:tmplLst>
          <p:tmpl>
            <p:tnLst>
              <p:par>
                <p:cTn presetID="2" presetClass="entr" presetSubtype="2" decel="10000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2000" fill="hold"/>
                        <p:tgtEl>
                          <p:spTgt spid="31"/>
                        </p:tgtEl>
                        <p:attrNameLst>
                          <p:attrName>ppt_x</p:attrName>
                        </p:attrNameLst>
                      </p:cBhvr>
                      <p:tavLst>
                        <p:tav tm="0">
                          <p:val>
                            <p:strVal val="1+#ppt_w/2"/>
                          </p:val>
                        </p:tav>
                        <p:tav tm="100000">
                          <p:val>
                            <p:strVal val="#ppt_x"/>
                          </p:val>
                        </p:tav>
                      </p:tavLst>
                    </p:anim>
                    <p:anim calcmode="lin" valueType="num">
                      <p:cBhvr additive="base">
                        <p:cTn dur="2000" fill="hold"/>
                        <p:tgtEl>
                          <p:spTgt spid="31"/>
                        </p:tgtEl>
                        <p:attrNameLst>
                          <p:attrName>ppt_y</p:attrName>
                        </p:attrNameLst>
                      </p:cBhvr>
                      <p:tavLst>
                        <p:tav tm="0">
                          <p:val>
                            <p:strVal val="#ppt_y"/>
                          </p:val>
                        </p:tav>
                        <p:tav tm="100000">
                          <p:val>
                            <p:strVal val="#ppt_y"/>
                          </p:val>
                        </p:tav>
                      </p:tavLst>
                    </p:anim>
                  </p:childTnLst>
                </p:cTn>
              </p:par>
            </p:tnLst>
          </p:tmpl>
        </p:tmplLst>
      </p:bldP>
      <p:bldP spid="36" grpId="0" animBg="1">
        <p:tmplLst>
          <p:tmpl>
            <p:tnLst>
              <p:par>
                <p:cTn presetID="2" presetClass="entr" presetSubtype="8" decel="10000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1000" fill="hold"/>
                        <p:tgtEl>
                          <p:spTgt spid="36"/>
                        </p:tgtEl>
                        <p:attrNameLst>
                          <p:attrName>ppt_x</p:attrName>
                        </p:attrNameLst>
                      </p:cBhvr>
                      <p:tavLst>
                        <p:tav tm="0">
                          <p:val>
                            <p:strVal val="0-#ppt_w/2"/>
                          </p:val>
                        </p:tav>
                        <p:tav tm="100000">
                          <p:val>
                            <p:strVal val="#ppt_x"/>
                          </p:val>
                        </p:tav>
                      </p:tavLst>
                    </p:anim>
                    <p:anim calcmode="lin" valueType="num">
                      <p:cBhvr additive="base">
                        <p:cTn dur="1000" fill="hold"/>
                        <p:tgtEl>
                          <p:spTgt spid="36"/>
                        </p:tgtEl>
                        <p:attrNameLst>
                          <p:attrName>ppt_y</p:attrName>
                        </p:attrNameLst>
                      </p:cBhvr>
                      <p:tavLst>
                        <p:tav tm="0">
                          <p:val>
                            <p:strVal val="#ppt_y"/>
                          </p:val>
                        </p:tav>
                        <p:tav tm="100000">
                          <p:val>
                            <p:strVal val="#ppt_y"/>
                          </p:val>
                        </p:tav>
                      </p:tavLst>
                    </p:anim>
                  </p:childTnLst>
                </p:cTn>
              </p:par>
            </p:tnLst>
          </p:tmpl>
        </p:tmplLst>
      </p:bldP>
      <p:bldP spid="37" grpId="0" animBg="1">
        <p:tmplLst>
          <p:tmpl>
            <p:tnLst>
              <p:par>
                <p:cTn presetID="2" presetClass="entr" presetSubtype="2" decel="10000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1000" fill="hold"/>
                        <p:tgtEl>
                          <p:spTgt spid="37"/>
                        </p:tgtEl>
                        <p:attrNameLst>
                          <p:attrName>ppt_x</p:attrName>
                        </p:attrNameLst>
                      </p:cBhvr>
                      <p:tavLst>
                        <p:tav tm="0">
                          <p:val>
                            <p:strVal val="1+#ppt_w/2"/>
                          </p:val>
                        </p:tav>
                        <p:tav tm="100000">
                          <p:val>
                            <p:strVal val="#ppt_x"/>
                          </p:val>
                        </p:tav>
                      </p:tavLst>
                    </p:anim>
                    <p:anim calcmode="lin" valueType="num">
                      <p:cBhvr additive="base">
                        <p:cTn dur="1000" fill="hold"/>
                        <p:tgtEl>
                          <p:spTgt spid="37"/>
                        </p:tgtEl>
                        <p:attrNameLst>
                          <p:attrName>ppt_y</p:attrName>
                        </p:attrNameLst>
                      </p:cBhvr>
                      <p:tavLst>
                        <p:tav tm="0">
                          <p:val>
                            <p:strVal val="#ppt_y"/>
                          </p:val>
                        </p:tav>
                        <p:tav tm="100000">
                          <p:val>
                            <p:strVal val="#ppt_y"/>
                          </p:val>
                        </p:tav>
                      </p:tavLst>
                    </p:anim>
                  </p:childTnLst>
                </p:cTn>
              </p:par>
            </p:tnLst>
          </p:tmpl>
        </p:tmplLst>
      </p:bldP>
      <p:bldP spid="38" grpId="0" animBg="1">
        <p:tmplLst>
          <p:tmpl>
            <p:tnLst>
              <p:par>
                <p:cTn presetID="2" presetClass="entr" presetSubtype="2" accel="100000" fill="hold" nodeType="withEffect">
                  <p:stCondLst>
                    <p:cond delay="25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750" fill="hold"/>
                        <p:tgtEl>
                          <p:spTgt spid="38"/>
                        </p:tgtEl>
                        <p:attrNameLst>
                          <p:attrName>ppt_x</p:attrName>
                        </p:attrNameLst>
                      </p:cBhvr>
                      <p:tavLst>
                        <p:tav tm="0">
                          <p:val>
                            <p:strVal val="1+#ppt_w/2"/>
                          </p:val>
                        </p:tav>
                        <p:tav tm="100000">
                          <p:val>
                            <p:strVal val="#ppt_x"/>
                          </p:val>
                        </p:tav>
                      </p:tavLst>
                    </p:anim>
                    <p:anim calcmode="lin" valueType="num">
                      <p:cBhvr additive="base">
                        <p:cTn dur="750" fill="hold"/>
                        <p:tgtEl>
                          <p:spTgt spid="38"/>
                        </p:tgtEl>
                        <p:attrNameLst>
                          <p:attrName>ppt_y</p:attrName>
                        </p:attrNameLst>
                      </p:cBhvr>
                      <p:tavLst>
                        <p:tav tm="0">
                          <p:val>
                            <p:strVal val="#ppt_y"/>
                          </p:val>
                        </p:tav>
                        <p:tav tm="100000">
                          <p:val>
                            <p:strVal val="#ppt_y"/>
                          </p:val>
                        </p:tav>
                      </p:tavLst>
                    </p:anim>
                  </p:childTnLst>
                </p:cTn>
              </p:par>
            </p:tnLst>
          </p:tmpl>
        </p:tmplLst>
      </p:bldP>
      <p:bldP spid="39" grpId="0" animBg="1">
        <p:tmplLst>
          <p:tmpl>
            <p:tnLst>
              <p:par>
                <p:cTn presetID="2" presetClass="entr" presetSubtype="2" accel="100000" fill="hold" nodeType="withEffect">
                  <p:stCondLst>
                    <p:cond delay="25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750" fill="hold"/>
                        <p:tgtEl>
                          <p:spTgt spid="39"/>
                        </p:tgtEl>
                        <p:attrNameLst>
                          <p:attrName>ppt_x</p:attrName>
                        </p:attrNameLst>
                      </p:cBhvr>
                      <p:tavLst>
                        <p:tav tm="0">
                          <p:val>
                            <p:strVal val="1+#ppt_w/2"/>
                          </p:val>
                        </p:tav>
                        <p:tav tm="100000">
                          <p:val>
                            <p:strVal val="#ppt_x"/>
                          </p:val>
                        </p:tav>
                      </p:tavLst>
                    </p:anim>
                    <p:anim calcmode="lin" valueType="num">
                      <p:cBhvr additive="base">
                        <p:cTn dur="750" fill="hold"/>
                        <p:tgtEl>
                          <p:spTgt spid="39"/>
                        </p:tgtEl>
                        <p:attrNameLst>
                          <p:attrName>ppt_y</p:attrName>
                        </p:attrNameLst>
                      </p:cBhvr>
                      <p:tavLst>
                        <p:tav tm="0">
                          <p:val>
                            <p:strVal val="#ppt_y"/>
                          </p:val>
                        </p:tav>
                        <p:tav tm="100000">
                          <p:val>
                            <p:strVal val="#ppt_y"/>
                          </p:val>
                        </p:tav>
                      </p:tavLst>
                    </p:anim>
                  </p:childTnLst>
                </p:cTn>
              </p:par>
            </p:tnLst>
          </p:tmpl>
        </p:tmplLst>
      </p:bldP>
      <p:bldP spid="40" grpId="0"/>
      <p:bldP spid="42" grpId="0" build="p">
        <p:tmplLst>
          <p:tmpl lvl="1">
            <p:tnLst>
              <p:par>
                <p:cTn presetID="22" presetClass="entr" presetSubtype="8" fill="hold" nodeType="withEffect">
                  <p:stCondLst>
                    <p:cond delay="150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4" grpId="0" build="p">
        <p:tmplLst>
          <p:tmpl lvl="1">
            <p:tnLst>
              <p:par>
                <p:cTn presetID="2" presetClass="entr" presetSubtype="3" decel="100000" fill="hold" nodeType="withEffect">
                  <p:stCondLst>
                    <p:cond delay="250"/>
                  </p:stCondLst>
                  <p:iterate type="lt">
                    <p:tmPct val="5000"/>
                  </p:iterate>
                  <p:childTnLst>
                    <p:set>
                      <p:cBhvr>
                        <p:cTn dur="1" fill="hold">
                          <p:stCondLst>
                            <p:cond delay="0"/>
                          </p:stCondLst>
                        </p:cTn>
                        <p:tgtEl>
                          <p:spTgt spid="44"/>
                        </p:tgtEl>
                        <p:attrNameLst>
                          <p:attrName>style.visibility</p:attrName>
                        </p:attrNameLst>
                      </p:cBhvr>
                      <p:to>
                        <p:strVal val="visible"/>
                      </p:to>
                    </p:set>
                    <p:anim calcmode="lin" valueType="num">
                      <p:cBhvr additive="base">
                        <p:cTn dur="750" fill="hold"/>
                        <p:tgtEl>
                          <p:spTgt spid="44"/>
                        </p:tgtEl>
                        <p:attrNameLst>
                          <p:attrName>ppt_x</p:attrName>
                        </p:attrNameLst>
                      </p:cBhvr>
                      <p:tavLst>
                        <p:tav tm="0">
                          <p:val>
                            <p:strVal val="1+#ppt_w/2"/>
                          </p:val>
                        </p:tav>
                        <p:tav tm="100000">
                          <p:val>
                            <p:strVal val="#ppt_x"/>
                          </p:val>
                        </p:tav>
                      </p:tavLst>
                    </p:anim>
                    <p:anim calcmode="lin" valueType="num">
                      <p:cBhvr additive="base">
                        <p:cTn dur="750" fill="hold"/>
                        <p:tgtEl>
                          <p:spTgt spid="44"/>
                        </p:tgtEl>
                        <p:attrNameLst>
                          <p:attrName>ppt_y</p:attrName>
                        </p:attrNameLst>
                      </p:cBhvr>
                      <p:tavLst>
                        <p:tav tm="0">
                          <p:val>
                            <p:strVal val="0-#ppt_h/2"/>
                          </p:val>
                        </p:tav>
                        <p:tav tm="100000">
                          <p:val>
                            <p:strVal val="#ppt_y"/>
                          </p:val>
                        </p:tav>
                      </p:tavLst>
                    </p:anim>
                  </p:childTnLst>
                </p:cTn>
              </p:par>
            </p:tnLst>
          </p:tmpl>
        </p:tmplLst>
      </p:bldP>
      <p:bldP spid="45" grpId="0" animBg="1">
        <p:tmplLst>
          <p:tmpl>
            <p:tnLst>
              <p:par>
                <p:cTn presetID="2" presetClass="entr" presetSubtype="2" decel="100000" fill="hold" nodeType="withEffect">
                  <p:stCondLst>
                    <p:cond delay="125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750" fill="hold"/>
                        <p:tgtEl>
                          <p:spTgt spid="45"/>
                        </p:tgtEl>
                        <p:attrNameLst>
                          <p:attrName>ppt_x</p:attrName>
                        </p:attrNameLst>
                      </p:cBhvr>
                      <p:tavLst>
                        <p:tav tm="0">
                          <p:val>
                            <p:strVal val="1+#ppt_w/2"/>
                          </p:val>
                        </p:tav>
                        <p:tav tm="100000">
                          <p:val>
                            <p:strVal val="#ppt_x"/>
                          </p:val>
                        </p:tav>
                      </p:tavLst>
                    </p:anim>
                    <p:anim calcmode="lin" valueType="num">
                      <p:cBhvr additive="base">
                        <p:cTn dur="750" fill="hold"/>
                        <p:tgtEl>
                          <p:spTgt spid="4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Fullscreen Image with Caption">
    <p:spTree>
      <p:nvGrpSpPr>
        <p:cNvPr id="1" name=""/>
        <p:cNvGrpSpPr/>
        <p:nvPr/>
      </p:nvGrpSpPr>
      <p:grpSpPr>
        <a:xfrm>
          <a:off x="0" y="0"/>
          <a:ext cx="0" cy="0"/>
          <a:chOff x="0" y="0"/>
          <a:chExt cx="0" cy="0"/>
        </a:xfrm>
      </p:grpSpPr>
      <p:sp>
        <p:nvSpPr>
          <p:cNvPr id="2" name="図プレースホルダー 34"/>
          <p:cNvSpPr>
            <a:spLocks noGrp="1"/>
          </p:cNvSpPr>
          <p:nvPr>
            <p:ph type="pic" sz="quarter" idx="14" hasCustomPrompt="1"/>
          </p:nvPr>
        </p:nvSpPr>
        <p:spPr>
          <a:xfrm>
            <a:off x="0" y="-3175"/>
            <a:ext cx="18286413" cy="10287000"/>
          </a:xfrm>
          <a:solidFill>
            <a:schemeClr val="accent1">
              <a:lumMod val="20000"/>
              <a:lumOff val="80000"/>
            </a:schemeClr>
          </a:solidFill>
        </p:spPr>
        <p:txBody>
          <a:bodyPr/>
          <a:lstStyle>
            <a:lvl1pPr>
              <a:defRPr baseline="0"/>
            </a:lvl1pPr>
          </a:lstStyle>
          <a:p>
            <a:r>
              <a:rPr kumimoji="1" lang="en-US" altLang="ja-JP" dirty="0"/>
              <a:t>Add an image</a:t>
            </a:r>
            <a:endParaRPr kumimoji="1" lang="ja-JP" altLang="en-US" dirty="0"/>
          </a:p>
        </p:txBody>
      </p:sp>
      <p:sp>
        <p:nvSpPr>
          <p:cNvPr id="4" name="タイトル プレースホルダー 1"/>
          <p:cNvSpPr>
            <a:spLocks noGrp="1"/>
          </p:cNvSpPr>
          <p:nvPr>
            <p:ph type="title" hasCustomPrompt="1"/>
          </p:nvPr>
        </p:nvSpPr>
        <p:spPr>
          <a:xfrm>
            <a:off x="-1" y="8563429"/>
            <a:ext cx="9142413" cy="1170617"/>
          </a:xfrm>
          <a:prstGeom prst="rect">
            <a:avLst/>
          </a:prstGeom>
          <a:solidFill>
            <a:schemeClr val="tx2">
              <a:alpha val="70000"/>
            </a:schemeClr>
          </a:solidFill>
        </p:spPr>
        <p:txBody>
          <a:bodyPr vert="horz" lIns="163275" tIns="81638" rIns="163275" bIns="81638" rtlCol="0" anchor="ctr">
            <a:normAutofit/>
          </a:bodyPr>
          <a:lstStyle>
            <a:lvl1pPr algn="ctr">
              <a:defRPr baseline="0">
                <a:solidFill>
                  <a:schemeClr val="bg1"/>
                </a:solidFill>
              </a:defRPr>
            </a:lvl1pPr>
          </a:lstStyle>
          <a:p>
            <a:r>
              <a:rPr kumimoji="1" lang="en-US" altLang="ja-JP" dirty="0"/>
              <a:t>Text Goes Here</a:t>
            </a:r>
            <a:endParaRPr kumimoji="1" lang="ja-JP" altLang="en-US" dirty="0"/>
          </a:p>
        </p:txBody>
      </p:sp>
    </p:spTree>
    <p:extLst>
      <p:ext uri="{BB962C8B-B14F-4D97-AF65-F5344CB8AC3E}">
        <p14:creationId xmlns:p14="http://schemas.microsoft.com/office/powerpoint/2010/main" val="1231046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 presetClass="entr" presetSubtype="8" decel="100000" fill="hold" grpId="0" nodeType="afterEffect">
                                  <p:stCondLst>
                                    <p:cond delay="25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Fullscreen Image ">
    <p:spTree>
      <p:nvGrpSpPr>
        <p:cNvPr id="1" name=""/>
        <p:cNvGrpSpPr/>
        <p:nvPr/>
      </p:nvGrpSpPr>
      <p:grpSpPr>
        <a:xfrm>
          <a:off x="0" y="0"/>
          <a:ext cx="0" cy="0"/>
          <a:chOff x="0" y="0"/>
          <a:chExt cx="0" cy="0"/>
        </a:xfrm>
      </p:grpSpPr>
      <p:sp>
        <p:nvSpPr>
          <p:cNvPr id="2" name="図プレースホルダー 34"/>
          <p:cNvSpPr>
            <a:spLocks noGrp="1"/>
          </p:cNvSpPr>
          <p:nvPr>
            <p:ph type="pic" sz="quarter" idx="14" hasCustomPrompt="1"/>
          </p:nvPr>
        </p:nvSpPr>
        <p:spPr>
          <a:xfrm>
            <a:off x="0" y="-3175"/>
            <a:ext cx="18286413" cy="10287000"/>
          </a:xfrm>
          <a:solidFill>
            <a:schemeClr val="accent1">
              <a:lumMod val="20000"/>
              <a:lumOff val="80000"/>
            </a:schemeClr>
          </a:solidFill>
        </p:spPr>
        <p:txBody>
          <a:bodyPr/>
          <a:lstStyle>
            <a:lvl1pPr>
              <a:defRPr baseline="0"/>
            </a:lvl1pPr>
          </a:lstStyle>
          <a:p>
            <a:r>
              <a:rPr kumimoji="1" lang="en-US" altLang="ja-JP" dirty="0"/>
              <a:t>Add an image</a:t>
            </a:r>
            <a:endParaRPr kumimoji="1" lang="ja-JP" altLang="en-US" dirty="0"/>
          </a:p>
        </p:txBody>
      </p:sp>
    </p:spTree>
    <p:extLst>
      <p:ext uri="{BB962C8B-B14F-4D97-AF65-F5344CB8AC3E}">
        <p14:creationId xmlns:p14="http://schemas.microsoft.com/office/powerpoint/2010/main" val="313032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ig Image &amp; Text 1">
    <p:spTree>
      <p:nvGrpSpPr>
        <p:cNvPr id="1" name=""/>
        <p:cNvGrpSpPr/>
        <p:nvPr/>
      </p:nvGrpSpPr>
      <p:grpSpPr>
        <a:xfrm>
          <a:off x="0" y="0"/>
          <a:ext cx="0" cy="0"/>
          <a:chOff x="0" y="0"/>
          <a:chExt cx="0" cy="0"/>
        </a:xfrm>
      </p:grpSpPr>
      <p:sp>
        <p:nvSpPr>
          <p:cNvPr id="2" name="図プレースホルダー 34"/>
          <p:cNvSpPr>
            <a:spLocks noGrp="1"/>
          </p:cNvSpPr>
          <p:nvPr>
            <p:ph type="pic" sz="quarter" idx="14" hasCustomPrompt="1"/>
          </p:nvPr>
        </p:nvSpPr>
        <p:spPr>
          <a:xfrm>
            <a:off x="0" y="-3175"/>
            <a:ext cx="18286413" cy="10287000"/>
          </a:xfrm>
          <a:solidFill>
            <a:schemeClr val="accent1">
              <a:lumMod val="20000"/>
              <a:lumOff val="80000"/>
            </a:schemeClr>
          </a:solidFill>
        </p:spPr>
        <p:txBody>
          <a:bodyPr/>
          <a:lstStyle>
            <a:lvl1pPr>
              <a:defRPr baseline="0"/>
            </a:lvl1pPr>
          </a:lstStyle>
          <a:p>
            <a:r>
              <a:rPr kumimoji="1" lang="en-US" altLang="ja-JP" dirty="0"/>
              <a:t>Add an image</a:t>
            </a:r>
            <a:endParaRPr kumimoji="1" lang="ja-JP" altLang="en-US" dirty="0"/>
          </a:p>
        </p:txBody>
      </p:sp>
      <p:sp>
        <p:nvSpPr>
          <p:cNvPr id="3" name="タイトル プレースホルダー 1"/>
          <p:cNvSpPr>
            <a:spLocks noGrp="1"/>
          </p:cNvSpPr>
          <p:nvPr>
            <p:ph type="title" hasCustomPrompt="1"/>
          </p:nvPr>
        </p:nvSpPr>
        <p:spPr>
          <a:xfrm>
            <a:off x="-1" y="6778172"/>
            <a:ext cx="18286414" cy="1843314"/>
          </a:xfrm>
          <a:prstGeom prst="rect">
            <a:avLst/>
          </a:prstGeom>
          <a:solidFill>
            <a:schemeClr val="tx2">
              <a:alpha val="50000"/>
            </a:schemeClr>
          </a:solidFill>
        </p:spPr>
        <p:txBody>
          <a:bodyPr vert="horz" lIns="163275" tIns="81638" rIns="163275" bIns="81638" rtlCol="0" anchor="ctr">
            <a:normAutofit/>
          </a:bodyPr>
          <a:lstStyle>
            <a:lvl1pPr algn="ctr">
              <a:defRPr baseline="0">
                <a:solidFill>
                  <a:schemeClr val="bg1"/>
                </a:solidFill>
              </a:defRPr>
            </a:lvl1pPr>
          </a:lstStyle>
          <a:p>
            <a:r>
              <a:rPr kumimoji="1" lang="en-US" altLang="ja-JP" dirty="0"/>
              <a:t> </a:t>
            </a:r>
            <a:endParaRPr kumimoji="1" lang="ja-JP" altLang="en-US" dirty="0"/>
          </a:p>
        </p:txBody>
      </p:sp>
      <p:sp>
        <p:nvSpPr>
          <p:cNvPr id="5" name="テキスト プレースホルダー 4"/>
          <p:cNvSpPr>
            <a:spLocks noGrp="1"/>
          </p:cNvSpPr>
          <p:nvPr>
            <p:ph type="body" sz="quarter" idx="15" hasCustomPrompt="1"/>
          </p:nvPr>
        </p:nvSpPr>
        <p:spPr>
          <a:xfrm>
            <a:off x="456406" y="6894738"/>
            <a:ext cx="17373600" cy="1552575"/>
          </a:xfrm>
        </p:spPr>
        <p:txBody>
          <a:bodyPr anchor="ctr">
            <a:noAutofit/>
          </a:bodyPr>
          <a:lstStyle>
            <a:lvl1pPr algn="ctr">
              <a:lnSpc>
                <a:spcPct val="100000"/>
              </a:lnSpc>
              <a:spcBef>
                <a:spcPts val="0"/>
              </a:spcBef>
              <a:defRPr sz="9600">
                <a:solidFill>
                  <a:schemeClr val="bg1"/>
                </a:solidFill>
                <a:latin typeface="+mj-lt"/>
              </a:defRPr>
            </a:lvl1pPr>
          </a:lstStyle>
          <a:p>
            <a:pPr lvl="0"/>
            <a:r>
              <a:rPr kumimoji="1" lang="en-US" altLang="ja-JP" dirty="0"/>
              <a:t>Text</a:t>
            </a:r>
            <a:endParaRPr kumimoji="1" lang="ja-JP" altLang="en-US" dirty="0"/>
          </a:p>
        </p:txBody>
      </p:sp>
    </p:spTree>
    <p:extLst>
      <p:ext uri="{BB962C8B-B14F-4D97-AF65-F5344CB8AC3E}">
        <p14:creationId xmlns:p14="http://schemas.microsoft.com/office/powerpoint/2010/main" val="299048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par>
                                <p:cTn id="8" presetID="22" presetClass="entr" presetSubtype="2"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par>
                          <p:cTn id="11" fill="hold">
                            <p:stCondLst>
                              <p:cond delay="1000"/>
                            </p:stCondLst>
                            <p:childTnLst>
                              <p:par>
                                <p:cTn id="12" presetID="2" presetClass="entr" presetSubtype="3" decel="100000" fill="hold" grpId="0" nodeType="afterEffect">
                                  <p:stCondLst>
                                    <p:cond delay="0"/>
                                  </p:stCondLst>
                                  <p:iterate type="wd">
                                    <p:tmPct val="10000"/>
                                  </p:iterate>
                                  <p:childTnLst>
                                    <p:set>
                                      <p:cBhvr>
                                        <p:cTn id="13" dur="1" fill="hold">
                                          <p:stCondLst>
                                            <p:cond delay="0"/>
                                          </p:stCondLst>
                                        </p:cTn>
                                        <p:tgtEl>
                                          <p:spTgt spid="5">
                                            <p:txEl>
                                              <p:pRg st="0" end="0"/>
                                            </p:txEl>
                                          </p:spTgt>
                                        </p:tgtEl>
                                        <p:attrNameLst>
                                          <p:attrName>style.visibility</p:attrName>
                                        </p:attrNameLst>
                                      </p:cBhvr>
                                      <p:to>
                                        <p:strVal val="visible"/>
                                      </p:to>
                                    </p:set>
                                    <p:anim calcmode="lin" valueType="num">
                                      <p:cBhvr additive="base">
                                        <p:cTn id="14" dur="75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15" dur="75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build="p">
        <p:tmplLst>
          <p:tmpl lvl="1">
            <p:tnLst>
              <p:par>
                <p:cTn presetID="2" presetClass="entr" presetSubtype="3" decel="100000" fill="hold" nodeType="afterEffect">
                  <p:stCondLst>
                    <p:cond delay="0"/>
                  </p:stCondLst>
                  <p:iterate type="wd">
                    <p:tmPct val="10000"/>
                  </p:iterate>
                  <p:childTnLst>
                    <p:set>
                      <p:cBhvr>
                        <p:cTn dur="1" fill="hold">
                          <p:stCondLst>
                            <p:cond delay="0"/>
                          </p:stCondLst>
                        </p:cTn>
                        <p:tgtEl>
                          <p:spTgt spid="5"/>
                        </p:tgtEl>
                        <p:attrNameLst>
                          <p:attrName>style.visibility</p:attrName>
                        </p:attrNameLst>
                      </p:cBhvr>
                      <p:to>
                        <p:strVal val="visible"/>
                      </p:to>
                    </p:set>
                    <p:anim calcmode="lin" valueType="num">
                      <p:cBhvr additive="base">
                        <p:cTn dur="750" fill="hold"/>
                        <p:tgtEl>
                          <p:spTgt spid="5"/>
                        </p:tgtEl>
                        <p:attrNameLst>
                          <p:attrName>ppt_x</p:attrName>
                        </p:attrNameLst>
                      </p:cBhvr>
                      <p:tavLst>
                        <p:tav tm="0">
                          <p:val>
                            <p:strVal val="1+#ppt_w/2"/>
                          </p:val>
                        </p:tav>
                        <p:tav tm="100000">
                          <p:val>
                            <p:strVal val="#ppt_x"/>
                          </p:val>
                        </p:tav>
                      </p:tavLst>
                    </p:anim>
                    <p:anim calcmode="lin" valueType="num">
                      <p:cBhvr additive="base">
                        <p:cTn dur="750" fill="hold"/>
                        <p:tgtEl>
                          <p:spTgt spid="5"/>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ig Image &amp; Text 2">
    <p:spTree>
      <p:nvGrpSpPr>
        <p:cNvPr id="1" name=""/>
        <p:cNvGrpSpPr/>
        <p:nvPr/>
      </p:nvGrpSpPr>
      <p:grpSpPr>
        <a:xfrm>
          <a:off x="0" y="0"/>
          <a:ext cx="0" cy="0"/>
          <a:chOff x="0" y="0"/>
          <a:chExt cx="0" cy="0"/>
        </a:xfrm>
      </p:grpSpPr>
      <p:sp>
        <p:nvSpPr>
          <p:cNvPr id="2" name="図プレースホルダー 34"/>
          <p:cNvSpPr>
            <a:spLocks noGrp="1"/>
          </p:cNvSpPr>
          <p:nvPr>
            <p:ph type="pic" sz="quarter" idx="14" hasCustomPrompt="1"/>
          </p:nvPr>
        </p:nvSpPr>
        <p:spPr>
          <a:xfrm>
            <a:off x="0" y="-3175"/>
            <a:ext cx="18286413" cy="10287000"/>
          </a:xfrm>
          <a:solidFill>
            <a:schemeClr val="accent1">
              <a:lumMod val="20000"/>
              <a:lumOff val="80000"/>
            </a:schemeClr>
          </a:solidFill>
        </p:spPr>
        <p:txBody>
          <a:bodyPr/>
          <a:lstStyle>
            <a:lvl1pPr>
              <a:defRPr baseline="0"/>
            </a:lvl1pPr>
          </a:lstStyle>
          <a:p>
            <a:r>
              <a:rPr kumimoji="1" lang="en-US" altLang="ja-JP" dirty="0"/>
              <a:t>Add an image</a:t>
            </a:r>
            <a:endParaRPr kumimoji="1" lang="ja-JP" altLang="en-US" dirty="0"/>
          </a:p>
        </p:txBody>
      </p:sp>
      <p:sp>
        <p:nvSpPr>
          <p:cNvPr id="4" name="テキスト プレースホルダー 4"/>
          <p:cNvSpPr>
            <a:spLocks noGrp="1"/>
          </p:cNvSpPr>
          <p:nvPr>
            <p:ph type="body" sz="quarter" idx="16" hasCustomPrompt="1"/>
          </p:nvPr>
        </p:nvSpPr>
        <p:spPr>
          <a:xfrm>
            <a:off x="-1" y="1016451"/>
            <a:ext cx="18286413" cy="1552575"/>
          </a:xfrm>
          <a:solidFill>
            <a:schemeClr val="tx2">
              <a:alpha val="40000"/>
            </a:schemeClr>
          </a:solidFill>
        </p:spPr>
        <p:txBody>
          <a:bodyPr anchor="ctr">
            <a:noAutofit/>
          </a:bodyPr>
          <a:lstStyle>
            <a:lvl1pPr algn="ctr">
              <a:lnSpc>
                <a:spcPct val="100000"/>
              </a:lnSpc>
              <a:spcBef>
                <a:spcPts val="0"/>
              </a:spcBef>
              <a:defRPr sz="7200">
                <a:solidFill>
                  <a:schemeClr val="tx2"/>
                </a:solidFill>
                <a:latin typeface="+mj-lt"/>
              </a:defRPr>
            </a:lvl1pPr>
          </a:lstStyle>
          <a:p>
            <a:pPr lvl="0"/>
            <a:r>
              <a:rPr kumimoji="1" lang="en-US" altLang="ja-JP" dirty="0"/>
              <a:t> </a:t>
            </a:r>
            <a:endParaRPr kumimoji="1" lang="ja-JP" altLang="en-US" dirty="0"/>
          </a:p>
        </p:txBody>
      </p:sp>
      <p:sp>
        <p:nvSpPr>
          <p:cNvPr id="5" name="テキスト プレースホルダー 4"/>
          <p:cNvSpPr>
            <a:spLocks noGrp="1"/>
          </p:cNvSpPr>
          <p:nvPr>
            <p:ph type="body" sz="quarter" idx="15" hasCustomPrompt="1"/>
          </p:nvPr>
        </p:nvSpPr>
        <p:spPr>
          <a:xfrm>
            <a:off x="456406" y="1016452"/>
            <a:ext cx="17373600" cy="1552575"/>
          </a:xfrm>
        </p:spPr>
        <p:txBody>
          <a:bodyPr anchor="ctr">
            <a:noAutofit/>
          </a:bodyPr>
          <a:lstStyle>
            <a:lvl1pPr algn="ctr">
              <a:lnSpc>
                <a:spcPct val="100000"/>
              </a:lnSpc>
              <a:spcBef>
                <a:spcPts val="0"/>
              </a:spcBef>
              <a:defRPr sz="6600">
                <a:solidFill>
                  <a:schemeClr val="bg1"/>
                </a:solidFill>
                <a:latin typeface="+mj-lt"/>
              </a:defRPr>
            </a:lvl1pPr>
          </a:lstStyle>
          <a:p>
            <a:pPr lvl="0"/>
            <a:r>
              <a:rPr kumimoji="1" lang="en-US" altLang="ja-JP" dirty="0"/>
              <a:t>Text</a:t>
            </a:r>
            <a:endParaRPr kumimoji="1" lang="ja-JP" altLang="en-US" dirty="0"/>
          </a:p>
        </p:txBody>
      </p:sp>
    </p:spTree>
    <p:extLst>
      <p:ext uri="{BB962C8B-B14F-4D97-AF65-F5344CB8AC3E}">
        <p14:creationId xmlns:p14="http://schemas.microsoft.com/office/powerpoint/2010/main" val="2225659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outVertical)">
                                      <p:cBhvr>
                                        <p:cTn id="11" dur="500"/>
                                        <p:tgtEl>
                                          <p:spTgt spid="4"/>
                                        </p:tgtEl>
                                      </p:cBhvr>
                                    </p:animEffect>
                                  </p:childTnLst>
                                </p:cTn>
                              </p:par>
                            </p:childTnLst>
                          </p:cTn>
                        </p:par>
                        <p:par>
                          <p:cTn id="12" fill="hold">
                            <p:stCondLst>
                              <p:cond delay="1000"/>
                            </p:stCondLst>
                            <p:childTnLst>
                              <p:par>
                                <p:cTn id="13" presetID="2" presetClass="entr" presetSubtype="4" decel="100000" fill="hold" grpId="0" nodeType="afterEffect">
                                  <p:stCondLst>
                                    <p:cond delay="0"/>
                                  </p:stCondLst>
                                  <p:iterate type="lt">
                                    <p:tmPct val="5000"/>
                                  </p:iterate>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additive="base">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5">
                                            <p:txEl>
                                              <p:pRg st="0" end="0"/>
                                            </p:txEl>
                                          </p:spTgt>
                                        </p:tgtEl>
                                        <p:attrNameLst>
                                          <p:attrName>ppt_y</p:attrName>
                                        </p:attrNameLst>
                                      </p:cBhvr>
                                      <p:tavLst>
                                        <p:tav tm="0">
                                          <p:val>
                                            <p:strVal val="1+#ppt_h/2"/>
                                          </p:val>
                                        </p:tav>
                                        <p:tav tm="100000">
                                          <p:val>
                                            <p:strVal val="#ppt_y"/>
                                          </p:val>
                                        </p:tav>
                                      </p:tavLst>
                                    </p:anim>
                                  </p:childTnLst>
                                </p:cTn>
                              </p:par>
                              <p:par>
                                <p:cTn id="17" presetID="45" presetClass="entr" presetSubtype="0" fill="hold" grpId="1" nodeType="withEffect">
                                  <p:stCondLst>
                                    <p:cond delay="0"/>
                                  </p:stCondLst>
                                  <p:iterate type="lt">
                                    <p:tmPct val="5000"/>
                                  </p:iterate>
                                  <p:childTnLst>
                                    <p:set>
                                      <p:cBhvr>
                                        <p:cTn id="18" dur="1" fill="hold">
                                          <p:stCondLst>
                                            <p:cond delay="0"/>
                                          </p:stCondLst>
                                        </p:cTn>
                                        <p:tgtEl>
                                          <p:spTgt spid="5">
                                            <p:txEl>
                                              <p:pRg st="0" end="0"/>
                                            </p:txEl>
                                          </p:spTgt>
                                        </p:tgtEl>
                                        <p:attrNameLst>
                                          <p:attrName>style.visibility</p:attrName>
                                        </p:attrNameLst>
                                      </p:cBhvr>
                                      <p:to>
                                        <p:strVal val="visible"/>
                                      </p:to>
                                    </p:set>
                                    <p:animEffect transition="in" filter="fade">
                                      <p:cBhvr>
                                        <p:cTn id="19" dur="1000"/>
                                        <p:tgtEl>
                                          <p:spTgt spid="5">
                                            <p:txEl>
                                              <p:pRg st="0" end="0"/>
                                            </p:txEl>
                                          </p:spTgt>
                                        </p:tgtEl>
                                      </p:cBhvr>
                                    </p:animEffect>
                                    <p:anim calcmode="lin" valueType="num">
                                      <p:cBhvr>
                                        <p:cTn id="20" dur="1000" fill="hold"/>
                                        <p:tgtEl>
                                          <p:spTgt spid="5">
                                            <p:txEl>
                                              <p:pRg st="0" end="0"/>
                                            </p:txEl>
                                          </p:spTgt>
                                        </p:tgtEl>
                                        <p:attrNameLst>
                                          <p:attrName>ppt_w</p:attrName>
                                        </p:attrNameLst>
                                      </p:cBhvr>
                                      <p:tavLst>
                                        <p:tav tm="0" fmla="#ppt_w*sin(2.5*pi*$)">
                                          <p:val>
                                            <p:fltVal val="0"/>
                                          </p:val>
                                        </p:tav>
                                        <p:tav tm="100000">
                                          <p:val>
                                            <p:fltVal val="1"/>
                                          </p:val>
                                        </p:tav>
                                      </p:tavLst>
                                    </p:anim>
                                    <p:anim calcmode="lin" valueType="num">
                                      <p:cBhvr>
                                        <p:cTn id="21" dur="1000" fill="hold"/>
                                        <p:tgtEl>
                                          <p:spTgt spid="5">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tmplLst>
          <p:tmpl>
            <p:tnLst>
              <p:par>
                <p:cTn presetID="16" presetClass="entr" presetSubtype="37"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barn(outVertical)">
                      <p:cBhvr>
                        <p:cTn dur="500"/>
                        <p:tgtEl>
                          <p:spTgt spid="4"/>
                        </p:tgtEl>
                      </p:cBhvr>
                    </p:animEffect>
                  </p:childTnLst>
                </p:cTn>
              </p:par>
            </p:tnLst>
          </p:tmpl>
        </p:tmplLst>
      </p:bldP>
      <p:bldP spid="5" grpId="0" build="p">
        <p:tmplLst>
          <p:tmpl lvl="1">
            <p:tnLst>
              <p:par>
                <p:cTn presetID="2" presetClass="entr" presetSubtype="4" decel="100000" fill="hold" nodeType="afterEffect">
                  <p:stCondLst>
                    <p:cond delay="0"/>
                  </p:stCondLst>
                  <p:iterate type="lt">
                    <p:tmPct val="5000"/>
                  </p:iterate>
                  <p:childTnLst>
                    <p:set>
                      <p:cBhvr>
                        <p:cTn dur="1" fill="hold">
                          <p:stCondLst>
                            <p:cond delay="0"/>
                          </p:stCondLst>
                        </p:cTn>
                        <p:tgtEl>
                          <p:spTgt spid="5"/>
                        </p:tgtEl>
                        <p:attrNameLst>
                          <p:attrName>style.visibility</p:attrName>
                        </p:attrNameLst>
                      </p:cBhvr>
                      <p:to>
                        <p:strVal val="visible"/>
                      </p:to>
                    </p:set>
                    <p:anim calcmode="lin" valueType="num">
                      <p:cBhvr additive="base">
                        <p:cTn dur="1000" fill="hold"/>
                        <p:tgtEl>
                          <p:spTgt spid="5"/>
                        </p:tgtEl>
                        <p:attrNameLst>
                          <p:attrName>ppt_x</p:attrName>
                        </p:attrNameLst>
                      </p:cBhvr>
                      <p:tavLst>
                        <p:tav tm="0">
                          <p:val>
                            <p:strVal val="#ppt_x"/>
                          </p:val>
                        </p:tav>
                        <p:tav tm="100000">
                          <p:val>
                            <p:strVal val="#ppt_x"/>
                          </p:val>
                        </p:tav>
                      </p:tavLst>
                    </p:anim>
                    <p:anim calcmode="lin" valueType="num">
                      <p:cBhvr additive="base">
                        <p:cTn dur="1000" fill="hold"/>
                        <p:tgtEl>
                          <p:spTgt spid="5"/>
                        </p:tgtEl>
                        <p:attrNameLst>
                          <p:attrName>ppt_y</p:attrName>
                        </p:attrNameLst>
                      </p:cBhvr>
                      <p:tavLst>
                        <p:tav tm="0">
                          <p:val>
                            <p:strVal val="1+#ppt_h/2"/>
                          </p:val>
                        </p:tav>
                        <p:tav tm="100000">
                          <p:val>
                            <p:strVal val="#ppt_y"/>
                          </p:val>
                        </p:tav>
                      </p:tavLst>
                    </p:anim>
                  </p:childTnLst>
                </p:cTn>
              </p:par>
            </p:tnLst>
          </p:tmpl>
        </p:tmplLst>
      </p:bldP>
      <p:bldP spid="5" grpId="1" build="p">
        <p:tmplLst>
          <p:tmpl lvl="1">
            <p:tnLst>
              <p:par>
                <p:cTn presetID="45" presetClass="entr" presetSubtype="0" fill="hold" nodeType="withEffect">
                  <p:stCondLst>
                    <p:cond delay="0"/>
                  </p:stCondLst>
                  <p:iterate type="lt">
                    <p:tmPct val="5000"/>
                  </p:iterate>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anim calcmode="lin" valueType="num">
                      <p:cBhvr>
                        <p:cTn dur="1000" fill="hold"/>
                        <p:tgtEl>
                          <p:spTgt spid="5"/>
                        </p:tgtEl>
                        <p:attrNameLst>
                          <p:attrName>ppt_w</p:attrName>
                        </p:attrNameLst>
                      </p:cBhvr>
                      <p:tavLst>
                        <p:tav tm="0" fmla="#ppt_w*sin(2.5*pi*$)">
                          <p:val>
                            <p:fltVal val="0"/>
                          </p:val>
                        </p:tav>
                        <p:tav tm="100000">
                          <p:val>
                            <p:fltVal val="1"/>
                          </p:val>
                        </p:tav>
                      </p:tavLst>
                    </p:anim>
                    <p:anim calcmode="lin" valueType="num">
                      <p:cBhvr>
                        <p:cTn dur="1000" fill="hold"/>
                        <p:tgtEl>
                          <p:spTgt spid="5"/>
                        </p:tgtEl>
                        <p:attrNameLst>
                          <p:attrName>ppt_h</p:attrName>
                        </p:attrNameLst>
                      </p:cBhvr>
                      <p:tavLst>
                        <p:tav tm="0">
                          <p:val>
                            <p:strVal val="#ppt_h"/>
                          </p:val>
                        </p:tav>
                        <p:tav tm="100000">
                          <p:val>
                            <p:strVal val="#ppt_h"/>
                          </p:val>
                        </p:tav>
                      </p:tavLst>
                    </p:anim>
                  </p:childTnLst>
                </p:cTn>
              </p:par>
            </p:tnLst>
          </p:tmpl>
        </p:tmplLst>
      </p:bldP>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Noth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632616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756367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imple Text">
    <p:bg>
      <p:bgPr>
        <a:solidFill>
          <a:schemeClr val="tx2"/>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hasCustomPrompt="1"/>
          </p:nvPr>
        </p:nvSpPr>
        <p:spPr>
          <a:xfrm>
            <a:off x="725715" y="2830287"/>
            <a:ext cx="16826888" cy="4368800"/>
          </a:xfrm>
          <a:prstGeom prst="rect">
            <a:avLst/>
          </a:prstGeom>
        </p:spPr>
        <p:txBody>
          <a:bodyPr vert="horz" lIns="163275" tIns="81638" rIns="163275" bIns="81638" rtlCol="0" anchor="ctr">
            <a:normAutofit/>
          </a:bodyPr>
          <a:lstStyle>
            <a:lvl1pPr algn="ctr">
              <a:defRPr baseline="0">
                <a:solidFill>
                  <a:schemeClr val="bg1"/>
                </a:solidFill>
              </a:defRPr>
            </a:lvl1pPr>
          </a:lstStyle>
          <a:p>
            <a:r>
              <a:rPr kumimoji="1" lang="en-US" altLang="ja-JP" dirty="0"/>
              <a:t>Message</a:t>
            </a:r>
            <a:endParaRPr kumimoji="1" lang="ja-JP" altLang="en-US" dirty="0"/>
          </a:p>
        </p:txBody>
      </p:sp>
    </p:spTree>
    <p:extLst>
      <p:ext uri="{BB962C8B-B14F-4D97-AF65-F5344CB8AC3E}">
        <p14:creationId xmlns:p14="http://schemas.microsoft.com/office/powerpoint/2010/main" val="248614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iterate type="lt">
                                    <p:tmPct val="5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par>
                                <p:cTn id="9" presetID="45" presetClass="entr" presetSubtype="0" fill="hold" grpId="1" nodeType="withEffect">
                                  <p:stCondLst>
                                    <p:cond delay="0"/>
                                  </p:stCondLst>
                                  <p:iterate type="lt">
                                    <p:tmPct val="5000"/>
                                  </p:iterate>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ppt_w</p:attrName>
                                        </p:attrNameLst>
                                      </p:cBhvr>
                                      <p:tavLst>
                                        <p:tav tm="0" fmla="#ppt_w*sin(2.5*pi*$)">
                                          <p:val>
                                            <p:fltVal val="0"/>
                                          </p:val>
                                        </p:tav>
                                        <p:tav tm="100000">
                                          <p:val>
                                            <p:fltVal val="1"/>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No Contents">
    <p:spTree>
      <p:nvGrpSpPr>
        <p:cNvPr id="1" name=""/>
        <p:cNvGrpSpPr/>
        <p:nvPr/>
      </p:nvGrpSpPr>
      <p:grpSpPr>
        <a:xfrm>
          <a:off x="0" y="0"/>
          <a:ext cx="0" cy="0"/>
          <a:chOff x="0" y="0"/>
          <a:chExt cx="0" cy="0"/>
        </a:xfrm>
      </p:grpSpPr>
      <p:sp>
        <p:nvSpPr>
          <p:cNvPr id="9" name="正方形/長方形 8"/>
          <p:cNvSpPr/>
          <p:nvPr userDrawn="1"/>
        </p:nvSpPr>
        <p:spPr>
          <a:xfrm>
            <a:off x="-1" y="5964072"/>
            <a:ext cx="18286413" cy="4322928"/>
          </a:xfrm>
          <a:prstGeom prst="rect">
            <a:avLst/>
          </a:prstGeom>
          <a:solidFill>
            <a:schemeClr val="tx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正方形/長方形 1"/>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4"/>
          <p:cNvSpPr>
            <a:spLocks noGrp="1"/>
          </p:cNvSpPr>
          <p:nvPr>
            <p:ph type="ftr" sz="quarter" idx="3"/>
          </p:nvPr>
        </p:nvSpPr>
        <p:spPr>
          <a:xfrm>
            <a:off x="10507991" y="9463858"/>
            <a:ext cx="5790697" cy="547688"/>
          </a:xfrm>
          <a:prstGeom prst="rect">
            <a:avLst/>
          </a:prstGeom>
        </p:spPr>
        <p:txBody>
          <a:bodyPr vert="horz" lIns="163275" tIns="81638" rIns="163275" bIns="81638" rtlCol="0" anchor="ctr"/>
          <a:lstStyle>
            <a:lvl1pPr algn="r">
              <a:defRPr sz="2000">
                <a:solidFill>
                  <a:schemeClr val="tx1">
                    <a:tint val="75000"/>
                  </a:schemeClr>
                </a:solidFill>
                <a:latin typeface="+mj-lt"/>
              </a:defRPr>
            </a:lvl1pPr>
          </a:lstStyle>
          <a:p>
            <a:r>
              <a:rPr lang="en-US" altLang="ja-JP" dirty="0"/>
              <a:t>The Power of PowerPoint | thepopp.com</a:t>
            </a:r>
            <a:endParaRPr lang="ja-JP" altLang="en-US" dirty="0"/>
          </a:p>
        </p:txBody>
      </p:sp>
      <p:sp>
        <p:nvSpPr>
          <p:cNvPr id="5" name="円/楕円 4"/>
          <p:cNvSpPr/>
          <p:nvPr userDrawn="1"/>
        </p:nvSpPr>
        <p:spPr>
          <a:xfrm>
            <a:off x="16531653" y="9150345"/>
            <a:ext cx="434349" cy="43434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p:cNvSpPr/>
          <p:nvPr userDrawn="1"/>
        </p:nvSpPr>
        <p:spPr>
          <a:xfrm>
            <a:off x="17151170" y="9166572"/>
            <a:ext cx="1080120" cy="10801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19"/>
          <p:cNvSpPr/>
          <p:nvPr userDrawn="1"/>
        </p:nvSpPr>
        <p:spPr>
          <a:xfrm>
            <a:off x="16289464" y="9704242"/>
            <a:ext cx="720080" cy="582759"/>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5"/>
          <p:cNvSpPr>
            <a:spLocks noGrp="1"/>
          </p:cNvSpPr>
          <p:nvPr>
            <p:ph type="sldNum" sz="quarter" idx="4"/>
          </p:nvPr>
        </p:nvSpPr>
        <p:spPr>
          <a:xfrm>
            <a:off x="17151170"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398163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2" presetClass="entr" presetSubtype="6" decel="100000" fill="hold" grpId="1" nodeType="withEffect">
                                  <p:stCondLst>
                                    <p:cond delay="3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400" fill="hold"/>
                                        <p:tgtEl>
                                          <p:spTgt spid="6"/>
                                        </p:tgtEl>
                                        <p:attrNameLst>
                                          <p:attrName>ppt_x</p:attrName>
                                        </p:attrNameLst>
                                      </p:cBhvr>
                                      <p:tavLst>
                                        <p:tav tm="0">
                                          <p:val>
                                            <p:strVal val="1+#ppt_w/2"/>
                                          </p:val>
                                        </p:tav>
                                        <p:tav tm="100000">
                                          <p:val>
                                            <p:strVal val="#ppt_x"/>
                                          </p:val>
                                        </p:tav>
                                      </p:tavLst>
                                    </p:anim>
                                    <p:anim calcmode="lin" valueType="num">
                                      <p:cBhvr additive="base">
                                        <p:cTn id="11" dur="400" fill="hold"/>
                                        <p:tgtEl>
                                          <p:spTgt spid="6"/>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4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2" presetClass="entr" presetSubtype="6" decel="100000" fill="hold" grpId="1" nodeType="withEffect">
                                  <p:stCondLst>
                                    <p:cond delay="40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400" fill="hold"/>
                                        <p:tgtEl>
                                          <p:spTgt spid="7"/>
                                        </p:tgtEl>
                                        <p:attrNameLst>
                                          <p:attrName>ppt_x</p:attrName>
                                        </p:attrNameLst>
                                      </p:cBhvr>
                                      <p:tavLst>
                                        <p:tav tm="0">
                                          <p:val>
                                            <p:strVal val="1+#ppt_w/2"/>
                                          </p:val>
                                        </p:tav>
                                        <p:tav tm="100000">
                                          <p:val>
                                            <p:strVal val="#ppt_x"/>
                                          </p:val>
                                        </p:tav>
                                      </p:tavLst>
                                    </p:anim>
                                    <p:anim calcmode="lin" valueType="num">
                                      <p:cBhvr additive="base">
                                        <p:cTn id="18" dur="400" fill="hold"/>
                                        <p:tgtEl>
                                          <p:spTgt spid="7"/>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60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400"/>
                                        <p:tgtEl>
                                          <p:spTgt spid="5"/>
                                        </p:tgtEl>
                                      </p:cBhvr>
                                    </p:animEffect>
                                  </p:childTnLst>
                                </p:cTn>
                              </p:par>
                              <p:par>
                                <p:cTn id="22" presetID="2" presetClass="entr" presetSubtype="6" decel="100000" fill="hold" grpId="1" nodeType="withEffect">
                                  <p:stCondLst>
                                    <p:cond delay="60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400" fill="hold"/>
                                        <p:tgtEl>
                                          <p:spTgt spid="5"/>
                                        </p:tgtEl>
                                        <p:attrNameLst>
                                          <p:attrName>ppt_x</p:attrName>
                                        </p:attrNameLst>
                                      </p:cBhvr>
                                      <p:tavLst>
                                        <p:tav tm="0">
                                          <p:val>
                                            <p:strVal val="1+#ppt_w/2"/>
                                          </p:val>
                                        </p:tav>
                                        <p:tav tm="100000">
                                          <p:val>
                                            <p:strVal val="#ppt_x"/>
                                          </p:val>
                                        </p:tav>
                                      </p:tavLst>
                                    </p:anim>
                                    <p:anim calcmode="lin" valueType="num">
                                      <p:cBhvr additive="base">
                                        <p:cTn id="25" dur="400" fill="hold"/>
                                        <p:tgtEl>
                                          <p:spTgt spid="5"/>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9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90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par>
                          <p:cTn id="32" fill="hold">
                            <p:stCondLst>
                              <p:cond delay="1400"/>
                            </p:stCondLst>
                            <p:childTnLst>
                              <p:par>
                                <p:cTn id="33" presetID="16" presetClass="entr" presetSubtype="37"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arn(outVertical)">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p:bldP spid="5" grpId="0" animBg="1"/>
      <p:bldP spid="5" grpId="1" animBg="1"/>
      <p:bldP spid="6" grpId="0" animBg="1"/>
      <p:bldP spid="6" grpId="1" animBg="1"/>
      <p:bldP spid="7" grpId="0" animBg="1"/>
      <p:bldP spid="7" grpId="1" animBg="1"/>
      <p:bldP spid="8" grpId="0"/>
    </p:bld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theme" Target="../theme/theme2.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21" Type="http://schemas.openxmlformats.org/officeDocument/2006/relationships/slideLayout" Target="../slideLayouts/slideLayout90.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slideLayout" Target="../slideLayouts/slideLayout89.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24" Type="http://schemas.openxmlformats.org/officeDocument/2006/relationships/theme" Target="../theme/theme3.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23" Type="http://schemas.openxmlformats.org/officeDocument/2006/relationships/slideLayout" Target="../slideLayouts/slideLayout92.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 Id="rId22"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15" name="正方形/長方形 14"/>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プレースホルダー 1"/>
          <p:cNvSpPr>
            <a:spLocks noGrp="1"/>
          </p:cNvSpPr>
          <p:nvPr>
            <p:ph type="title"/>
          </p:nvPr>
        </p:nvSpPr>
        <p:spPr>
          <a:xfrm>
            <a:off x="3072630" y="246956"/>
            <a:ext cx="14349567" cy="120315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914321" y="2400301"/>
            <a:ext cx="16457772" cy="6788945"/>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
        <p:nvSpPr>
          <p:cNvPr id="5" name="フッター プレースホルダー 4"/>
          <p:cNvSpPr>
            <a:spLocks noGrp="1"/>
          </p:cNvSpPr>
          <p:nvPr>
            <p:ph type="ftr" sz="quarter" idx="3"/>
          </p:nvPr>
        </p:nvSpPr>
        <p:spPr>
          <a:xfrm>
            <a:off x="10507991" y="9463858"/>
            <a:ext cx="5790697" cy="547688"/>
          </a:xfrm>
          <a:prstGeom prst="rect">
            <a:avLst/>
          </a:prstGeom>
        </p:spPr>
        <p:txBody>
          <a:bodyPr vert="horz" lIns="163275" tIns="81638" rIns="163275" bIns="81638" rtlCol="0" anchor="ctr"/>
          <a:lstStyle>
            <a:lvl1pPr algn="r">
              <a:defRPr sz="2000">
                <a:solidFill>
                  <a:schemeClr val="tx1">
                    <a:tint val="75000"/>
                  </a:schemeClr>
                </a:solidFill>
                <a:latin typeface="+mj-lt"/>
              </a:defRPr>
            </a:lvl1pPr>
          </a:lstStyle>
          <a:p>
            <a:r>
              <a:rPr lang="en-US" altLang="ja-JP" dirty="0"/>
              <a:t>The Power of PowerPoint | thepopp.com</a:t>
            </a:r>
            <a:endParaRPr lang="ja-JP" altLang="en-US" dirty="0"/>
          </a:p>
        </p:txBody>
      </p:sp>
      <p:sp>
        <p:nvSpPr>
          <p:cNvPr id="13" name="円/楕円 12"/>
          <p:cNvSpPr/>
          <p:nvPr userDrawn="1"/>
        </p:nvSpPr>
        <p:spPr>
          <a:xfrm>
            <a:off x="2333099" y="1358472"/>
            <a:ext cx="576064" cy="5760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p:cNvSpPr/>
          <p:nvPr userDrawn="1"/>
        </p:nvSpPr>
        <p:spPr>
          <a:xfrm>
            <a:off x="47390" y="0"/>
            <a:ext cx="1368152" cy="1021905"/>
          </a:xfrm>
          <a:custGeom>
            <a:avLst/>
            <a:gdLst/>
            <a:ahLst/>
            <a:cxnLst/>
            <a:rect l="l" t="t" r="r" b="b"/>
            <a:pathLst>
              <a:path w="1368152" h="1021905">
                <a:moveTo>
                  <a:pt x="92597" y="0"/>
                </a:moveTo>
                <a:lnTo>
                  <a:pt x="1275555" y="0"/>
                </a:lnTo>
                <a:cubicBezTo>
                  <a:pt x="1335432" y="98498"/>
                  <a:pt x="1368152" y="214342"/>
                  <a:pt x="1368152" y="337829"/>
                </a:cubicBezTo>
                <a:cubicBezTo>
                  <a:pt x="1368152" y="715634"/>
                  <a:pt x="1061881" y="1021905"/>
                  <a:pt x="684076" y="1021905"/>
                </a:cubicBezTo>
                <a:cubicBezTo>
                  <a:pt x="306271" y="1021905"/>
                  <a:pt x="0" y="715634"/>
                  <a:pt x="0" y="337829"/>
                </a:cubicBezTo>
                <a:cubicBezTo>
                  <a:pt x="0" y="214342"/>
                  <a:pt x="32720" y="98498"/>
                  <a:pt x="92597"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1022872" y="1021906"/>
            <a:ext cx="792088" cy="79208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1811586" y="223637"/>
            <a:ext cx="992843" cy="99284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16531653" y="9150345"/>
            <a:ext cx="434349" cy="43434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p:cNvSpPr/>
          <p:nvPr userDrawn="1"/>
        </p:nvSpPr>
        <p:spPr>
          <a:xfrm>
            <a:off x="17151170" y="9166572"/>
            <a:ext cx="1080120" cy="10801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6289464" y="9704242"/>
            <a:ext cx="720080" cy="582759"/>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p:cNvSpPr>
            <a:spLocks noGrp="1"/>
          </p:cNvSpPr>
          <p:nvPr>
            <p:ph type="sldNum" sz="quarter" idx="4"/>
          </p:nvPr>
        </p:nvSpPr>
        <p:spPr>
          <a:xfrm>
            <a:off x="17151170"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3105312062"/>
      </p:ext>
    </p:extLst>
  </p:cSld>
  <p:clrMap bg1="lt1" tx1="dk1" bg2="lt2" tx2="dk2" accent1="accent1" accent2="accent2" accent3="accent3" accent4="accent4" accent5="accent5" accent6="accent6" hlink="hlink" folHlink="folHlink"/>
  <p:sldLayoutIdLst>
    <p:sldLayoutId id="2147483659" r:id="rId1"/>
    <p:sldLayoutId id="2147483748" r:id="rId2"/>
    <p:sldLayoutId id="2147483675" r:id="rId3"/>
    <p:sldLayoutId id="2147483751" r:id="rId4"/>
    <p:sldLayoutId id="2147483676" r:id="rId5"/>
    <p:sldLayoutId id="2147483773" r:id="rId6"/>
    <p:sldLayoutId id="2147483752" r:id="rId7"/>
    <p:sldLayoutId id="2147483706" r:id="rId8"/>
    <p:sldLayoutId id="2147483660" r:id="rId9"/>
    <p:sldLayoutId id="2147483704" r:id="rId10"/>
    <p:sldLayoutId id="2147483671" r:id="rId11"/>
    <p:sldLayoutId id="2147483718" r:id="rId12"/>
    <p:sldLayoutId id="2147483680" r:id="rId13"/>
    <p:sldLayoutId id="2147483757" r:id="rId14"/>
    <p:sldLayoutId id="2147483691" r:id="rId15"/>
    <p:sldLayoutId id="2147483702" r:id="rId16"/>
    <p:sldLayoutId id="2147483750" r:id="rId17"/>
    <p:sldLayoutId id="2147483684" r:id="rId18"/>
    <p:sldLayoutId id="2147483749" r:id="rId19"/>
    <p:sldLayoutId id="2147483686" r:id="rId20"/>
    <p:sldLayoutId id="2147483689" r:id="rId21"/>
    <p:sldLayoutId id="2147483690" r:id="rId22"/>
    <p:sldLayoutId id="2147483682" r:id="rId23"/>
    <p:sldLayoutId id="2147483705" r:id="rId24"/>
    <p:sldLayoutId id="2147483710" r:id="rId25"/>
    <p:sldLayoutId id="2147483712" r:id="rId26"/>
    <p:sldLayoutId id="2147483713" r:id="rId27"/>
    <p:sldLayoutId id="2147483716" r:id="rId28"/>
    <p:sldLayoutId id="2147483715" r:id="rId29"/>
    <p:sldLayoutId id="2147483735" r:id="rId30"/>
    <p:sldLayoutId id="2147483719" r:id="rId31"/>
    <p:sldLayoutId id="2147483725" r:id="rId32"/>
    <p:sldLayoutId id="2147483726" r:id="rId33"/>
    <p:sldLayoutId id="2147483727" r:id="rId34"/>
    <p:sldLayoutId id="2147483728" r:id="rId35"/>
    <p:sldLayoutId id="2147483734" r:id="rId36"/>
    <p:sldLayoutId id="2147483753" r:id="rId37"/>
    <p:sldLayoutId id="2147483756" r:id="rId38"/>
    <p:sldLayoutId id="2147483758" r:id="rId39"/>
    <p:sldLayoutId id="2147483693" r:id="rId40"/>
    <p:sldLayoutId id="2147483714" r:id="rId4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2" presetClass="entr" presetSubtype="9" decel="100000" fill="hold" grpId="1"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400" fill="hold"/>
                                        <p:tgtEl>
                                          <p:spTgt spid="14"/>
                                        </p:tgtEl>
                                        <p:attrNameLst>
                                          <p:attrName>ppt_x</p:attrName>
                                        </p:attrNameLst>
                                      </p:cBhvr>
                                      <p:tavLst>
                                        <p:tav tm="0">
                                          <p:val>
                                            <p:strVal val="0-#ppt_w/2"/>
                                          </p:val>
                                        </p:tav>
                                        <p:tav tm="100000">
                                          <p:val>
                                            <p:strVal val="#ppt_x"/>
                                          </p:val>
                                        </p:tav>
                                      </p:tavLst>
                                    </p:anim>
                                    <p:anim calcmode="lin" valueType="num">
                                      <p:cBhvr additive="base">
                                        <p:cTn id="11" dur="400" fill="hold"/>
                                        <p:tgtEl>
                                          <p:spTgt spid="14"/>
                                        </p:tgtEl>
                                        <p:attrNameLst>
                                          <p:attrName>ppt_y</p:attrName>
                                        </p:attrNameLst>
                                      </p:cBhvr>
                                      <p:tavLst>
                                        <p:tav tm="0">
                                          <p:val>
                                            <p:strVal val="0-#ppt_h/2"/>
                                          </p:val>
                                        </p:tav>
                                        <p:tav tm="100000">
                                          <p:val>
                                            <p:strVal val="#ppt_y"/>
                                          </p:val>
                                        </p:tav>
                                      </p:tavLst>
                                    </p:anim>
                                  </p:childTnLst>
                                </p:cTn>
                              </p:par>
                              <p:par>
                                <p:cTn id="12" presetID="10" presetClass="entr" presetSubtype="0" fill="hold" grpId="0" nodeType="withEffect">
                                  <p:stCondLst>
                                    <p:cond delay="10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00"/>
                                        <p:tgtEl>
                                          <p:spTgt spid="18"/>
                                        </p:tgtEl>
                                      </p:cBhvr>
                                    </p:animEffect>
                                  </p:childTnLst>
                                </p:cTn>
                              </p:par>
                              <p:par>
                                <p:cTn id="15" presetID="2" presetClass="entr" presetSubtype="9" decel="100000" fill="hold" grpId="1" nodeType="withEffect">
                                  <p:stCondLst>
                                    <p:cond delay="10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400" fill="hold"/>
                                        <p:tgtEl>
                                          <p:spTgt spid="18"/>
                                        </p:tgtEl>
                                        <p:attrNameLst>
                                          <p:attrName>ppt_x</p:attrName>
                                        </p:attrNameLst>
                                      </p:cBhvr>
                                      <p:tavLst>
                                        <p:tav tm="0">
                                          <p:val>
                                            <p:strVal val="0-#ppt_w/2"/>
                                          </p:val>
                                        </p:tav>
                                        <p:tav tm="100000">
                                          <p:val>
                                            <p:strVal val="#ppt_x"/>
                                          </p:val>
                                        </p:tav>
                                      </p:tavLst>
                                    </p:anim>
                                    <p:anim calcmode="lin" valueType="num">
                                      <p:cBhvr additive="base">
                                        <p:cTn id="18" dur="400" fill="hold"/>
                                        <p:tgtEl>
                                          <p:spTgt spid="18"/>
                                        </p:tgtEl>
                                        <p:attrNameLst>
                                          <p:attrName>ppt_y</p:attrName>
                                        </p:attrNameLst>
                                      </p:cBhvr>
                                      <p:tavLst>
                                        <p:tav tm="0">
                                          <p:val>
                                            <p:strVal val="0-#ppt_h/2"/>
                                          </p:val>
                                        </p:tav>
                                        <p:tav tm="100000">
                                          <p:val>
                                            <p:strVal val="#ppt_y"/>
                                          </p:val>
                                        </p:tav>
                                      </p:tavLst>
                                    </p:anim>
                                  </p:childTnLst>
                                </p:cTn>
                              </p:par>
                              <p:par>
                                <p:cTn id="19" presetID="10" presetClass="entr" presetSubtype="0" fill="hold" grpId="0" nodeType="withEffect">
                                  <p:stCondLst>
                                    <p:cond delay="2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2" presetClass="entr" presetSubtype="9" decel="100000" fill="hold" grpId="1" nodeType="withEffect">
                                  <p:stCondLst>
                                    <p:cond delay="2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400" fill="hold"/>
                                        <p:tgtEl>
                                          <p:spTgt spid="19"/>
                                        </p:tgtEl>
                                        <p:attrNameLst>
                                          <p:attrName>ppt_x</p:attrName>
                                        </p:attrNameLst>
                                      </p:cBhvr>
                                      <p:tavLst>
                                        <p:tav tm="0">
                                          <p:val>
                                            <p:strVal val="0-#ppt_w/2"/>
                                          </p:val>
                                        </p:tav>
                                        <p:tav tm="100000">
                                          <p:val>
                                            <p:strVal val="#ppt_x"/>
                                          </p:val>
                                        </p:tav>
                                      </p:tavLst>
                                    </p:anim>
                                    <p:anim calcmode="lin" valueType="num">
                                      <p:cBhvr additive="base">
                                        <p:cTn id="25" dur="400" fill="hold"/>
                                        <p:tgtEl>
                                          <p:spTgt spid="19"/>
                                        </p:tgtEl>
                                        <p:attrNameLst>
                                          <p:attrName>ppt_y</p:attrName>
                                        </p:attrNameLst>
                                      </p:cBhvr>
                                      <p:tavLst>
                                        <p:tav tm="0">
                                          <p:val>
                                            <p:strVal val="0-#ppt_h/2"/>
                                          </p:val>
                                        </p:tav>
                                        <p:tav tm="100000">
                                          <p:val>
                                            <p:strVal val="#ppt_y"/>
                                          </p:val>
                                        </p:tav>
                                      </p:tavLst>
                                    </p:anim>
                                  </p:childTnLst>
                                </p:cTn>
                              </p:par>
                              <p:par>
                                <p:cTn id="26" presetID="10" presetClass="entr" presetSubtype="0" fill="hold" grpId="0" nodeType="withEffect">
                                  <p:stCondLst>
                                    <p:cond delay="3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2" presetClass="entr" presetSubtype="9" decel="100000" fill="hold" grpId="1" nodeType="withEffect">
                                  <p:stCondLst>
                                    <p:cond delay="30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400" fill="hold"/>
                                        <p:tgtEl>
                                          <p:spTgt spid="13"/>
                                        </p:tgtEl>
                                        <p:attrNameLst>
                                          <p:attrName>ppt_x</p:attrName>
                                        </p:attrNameLst>
                                      </p:cBhvr>
                                      <p:tavLst>
                                        <p:tav tm="0">
                                          <p:val>
                                            <p:strVal val="0-#ppt_w/2"/>
                                          </p:val>
                                        </p:tav>
                                        <p:tav tm="100000">
                                          <p:val>
                                            <p:strVal val="#ppt_x"/>
                                          </p:val>
                                        </p:tav>
                                      </p:tavLst>
                                    </p:anim>
                                    <p:anim calcmode="lin" valueType="num">
                                      <p:cBhvr additive="base">
                                        <p:cTn id="32" dur="400" fill="hold"/>
                                        <p:tgtEl>
                                          <p:spTgt spid="13"/>
                                        </p:tgtEl>
                                        <p:attrNameLst>
                                          <p:attrName>ppt_y</p:attrName>
                                        </p:attrNameLst>
                                      </p:cBhvr>
                                      <p:tavLst>
                                        <p:tav tm="0">
                                          <p:val>
                                            <p:strVal val="0-#ppt_h/2"/>
                                          </p:val>
                                        </p:tav>
                                        <p:tav tm="100000">
                                          <p:val>
                                            <p:strVal val="#ppt_y"/>
                                          </p:val>
                                        </p:tav>
                                      </p:tavLst>
                                    </p:anim>
                                  </p:childTnLst>
                                </p:cTn>
                              </p:par>
                              <p:par>
                                <p:cTn id="33" presetID="10" presetClass="entr" presetSubtype="0" fill="hold" grpId="0" nodeType="withEffect">
                                  <p:stCondLst>
                                    <p:cond delay="4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2" presetClass="entr" presetSubtype="6" decel="100000" fill="hold" grpId="1" nodeType="withEffect">
                                  <p:stCondLst>
                                    <p:cond delay="40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400" fill="hold"/>
                                        <p:tgtEl>
                                          <p:spTgt spid="23"/>
                                        </p:tgtEl>
                                        <p:attrNameLst>
                                          <p:attrName>ppt_x</p:attrName>
                                        </p:attrNameLst>
                                      </p:cBhvr>
                                      <p:tavLst>
                                        <p:tav tm="0">
                                          <p:val>
                                            <p:strVal val="1+#ppt_w/2"/>
                                          </p:val>
                                        </p:tav>
                                        <p:tav tm="100000">
                                          <p:val>
                                            <p:strVal val="#ppt_x"/>
                                          </p:val>
                                        </p:tav>
                                      </p:tavLst>
                                    </p:anim>
                                    <p:anim calcmode="lin" valueType="num">
                                      <p:cBhvr additive="base">
                                        <p:cTn id="39" dur="400" fill="hold"/>
                                        <p:tgtEl>
                                          <p:spTgt spid="23"/>
                                        </p:tgtEl>
                                        <p:attrNameLst>
                                          <p:attrName>ppt_y</p:attrName>
                                        </p:attrNameLst>
                                      </p:cBhvr>
                                      <p:tavLst>
                                        <p:tav tm="0">
                                          <p:val>
                                            <p:strVal val="1+#ppt_h/2"/>
                                          </p:val>
                                        </p:tav>
                                        <p:tav tm="100000">
                                          <p:val>
                                            <p:strVal val="#ppt_y"/>
                                          </p:val>
                                        </p:tav>
                                      </p:tavLst>
                                    </p:anim>
                                  </p:childTnLst>
                                </p:cTn>
                              </p:par>
                              <p:par>
                                <p:cTn id="40" presetID="10" presetClass="entr" presetSubtype="0" fill="hold" grpId="0" nodeType="withEffect">
                                  <p:stCondLst>
                                    <p:cond delay="50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00"/>
                                        <p:tgtEl>
                                          <p:spTgt spid="20"/>
                                        </p:tgtEl>
                                      </p:cBhvr>
                                    </p:animEffect>
                                  </p:childTnLst>
                                </p:cTn>
                              </p:par>
                              <p:par>
                                <p:cTn id="43" presetID="2" presetClass="entr" presetSubtype="6" decel="100000" fill="hold" grpId="1" nodeType="withEffect">
                                  <p:stCondLst>
                                    <p:cond delay="50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400" fill="hold"/>
                                        <p:tgtEl>
                                          <p:spTgt spid="20"/>
                                        </p:tgtEl>
                                        <p:attrNameLst>
                                          <p:attrName>ppt_x</p:attrName>
                                        </p:attrNameLst>
                                      </p:cBhvr>
                                      <p:tavLst>
                                        <p:tav tm="0">
                                          <p:val>
                                            <p:strVal val="1+#ppt_w/2"/>
                                          </p:val>
                                        </p:tav>
                                        <p:tav tm="100000">
                                          <p:val>
                                            <p:strVal val="#ppt_x"/>
                                          </p:val>
                                        </p:tav>
                                      </p:tavLst>
                                    </p:anim>
                                    <p:anim calcmode="lin" valueType="num">
                                      <p:cBhvr additive="base">
                                        <p:cTn id="46" dur="400" fill="hold"/>
                                        <p:tgtEl>
                                          <p:spTgt spid="20"/>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7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2" presetClass="entr" presetSubtype="6" decel="100000" fill="hold" grpId="1" nodeType="withEffect">
                                  <p:stCondLst>
                                    <p:cond delay="700"/>
                                  </p:stCondLst>
                                  <p:childTnLst>
                                    <p:set>
                                      <p:cBhvr>
                                        <p:cTn id="51" dur="1" fill="hold">
                                          <p:stCondLst>
                                            <p:cond delay="0"/>
                                          </p:stCondLst>
                                        </p:cTn>
                                        <p:tgtEl>
                                          <p:spTgt spid="21"/>
                                        </p:tgtEl>
                                        <p:attrNameLst>
                                          <p:attrName>style.visibility</p:attrName>
                                        </p:attrNameLst>
                                      </p:cBhvr>
                                      <p:to>
                                        <p:strVal val="visible"/>
                                      </p:to>
                                    </p:set>
                                    <p:anim calcmode="lin" valueType="num">
                                      <p:cBhvr additive="base">
                                        <p:cTn id="52" dur="400" fill="hold"/>
                                        <p:tgtEl>
                                          <p:spTgt spid="21"/>
                                        </p:tgtEl>
                                        <p:attrNameLst>
                                          <p:attrName>ppt_x</p:attrName>
                                        </p:attrNameLst>
                                      </p:cBhvr>
                                      <p:tavLst>
                                        <p:tav tm="0">
                                          <p:val>
                                            <p:strVal val="1+#ppt_w/2"/>
                                          </p:val>
                                        </p:tav>
                                        <p:tav tm="100000">
                                          <p:val>
                                            <p:strVal val="#ppt_x"/>
                                          </p:val>
                                        </p:tav>
                                      </p:tavLst>
                                    </p:anim>
                                    <p:anim calcmode="lin" valueType="num">
                                      <p:cBhvr additive="base">
                                        <p:cTn id="53" dur="400" fill="hold"/>
                                        <p:tgtEl>
                                          <p:spTgt spid="21"/>
                                        </p:tgtEl>
                                        <p:attrNameLst>
                                          <p:attrName>ppt_y</p:attrName>
                                        </p:attrNameLst>
                                      </p:cBhvr>
                                      <p:tavLst>
                                        <p:tav tm="0">
                                          <p:val>
                                            <p:strVal val="1+#ppt_h/2"/>
                                          </p:val>
                                        </p:tav>
                                        <p:tav tm="100000">
                                          <p:val>
                                            <p:strVal val="#ppt_y"/>
                                          </p:val>
                                        </p:tav>
                                      </p:tavLst>
                                    </p:anim>
                                  </p:childTnLst>
                                </p:cTn>
                              </p:par>
                              <p:par>
                                <p:cTn id="54" presetID="10" presetClass="entr" presetSubtype="0" fill="hold" grpId="0" nodeType="withEffect">
                                  <p:stCondLst>
                                    <p:cond delay="100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par>
                                <p:cTn id="57" presetID="10" presetClass="entr" presetSubtype="0" fill="hold" grpId="0" nodeType="withEffect">
                                  <p:stCondLst>
                                    <p:cond delay="1000"/>
                                  </p:stCondLst>
                                  <p:childTnLst>
                                    <p:set>
                                      <p:cBhvr>
                                        <p:cTn id="58" dur="1" fill="hold">
                                          <p:stCondLst>
                                            <p:cond delay="0"/>
                                          </p:stCondLst>
                                        </p:cTn>
                                        <p:tgtEl>
                                          <p:spTgt spid="5"/>
                                        </p:tgtEl>
                                        <p:attrNameLst>
                                          <p:attrName>style.visibility</p:attrName>
                                        </p:attrNameLst>
                                      </p:cBhvr>
                                      <p:to>
                                        <p:strVal val="visible"/>
                                      </p:to>
                                    </p:set>
                                    <p:animEffect transition="in" filter="fade">
                                      <p:cBhvr>
                                        <p:cTn id="59" dur="500"/>
                                        <p:tgtEl>
                                          <p:spTgt spid="5"/>
                                        </p:tgtEl>
                                      </p:cBhvr>
                                    </p:animEffect>
                                  </p:childTnLst>
                                </p:cTn>
                              </p:par>
                              <p:par>
                                <p:cTn id="60" presetID="2" presetClass="entr" presetSubtype="1" decel="100000" fill="hold" grpId="0" nodeType="withEffect">
                                  <p:stCondLst>
                                    <p:cond delay="125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500" fill="hold"/>
                                        <p:tgtEl>
                                          <p:spTgt spid="2"/>
                                        </p:tgtEl>
                                        <p:attrNameLst>
                                          <p:attrName>ppt_x</p:attrName>
                                        </p:attrNameLst>
                                      </p:cBhvr>
                                      <p:tavLst>
                                        <p:tav tm="0">
                                          <p:val>
                                            <p:strVal val="#ppt_x"/>
                                          </p:val>
                                        </p:tav>
                                        <p:tav tm="100000">
                                          <p:val>
                                            <p:strVal val="#ppt_x"/>
                                          </p:val>
                                        </p:tav>
                                      </p:tavLst>
                                    </p:anim>
                                    <p:anim calcmode="lin" valueType="num">
                                      <p:cBhvr additive="base">
                                        <p:cTn id="63"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3" grpId="0" animBg="1"/>
      <p:bldP spid="13" grpId="1" animBg="1"/>
      <p:bldP spid="14" grpId="0" animBg="1"/>
      <p:bldP spid="14" grpId="1" animBg="1"/>
      <p:bldP spid="18" grpId="0" animBg="1"/>
      <p:bldP spid="18" grpId="1" animBg="1"/>
      <p:bldP spid="19" grpId="0" animBg="1"/>
      <p:bldP spid="19" grpId="1" animBg="1"/>
      <p:bldP spid="21" grpId="0" animBg="1"/>
      <p:bldP spid="21" grpId="1" animBg="1"/>
      <p:bldP spid="23" grpId="0" animBg="1"/>
      <p:bldP spid="23" grpId="1" animBg="1"/>
      <p:bldP spid="20" grpId="0" animBg="1"/>
      <p:bldP spid="20" grpId="1" animBg="1"/>
      <p:bldP spid="6" grpId="0"/>
    </p:bldLst>
  </p:timing>
  <p:hf hdr="0" dt="0"/>
  <p:txStyles>
    <p:titleStyle>
      <a:lvl1pPr algn="l" defTabSz="1632753" rtl="0" eaLnBrk="1" latinLnBrk="0" hangingPunct="1">
        <a:spcBef>
          <a:spcPct val="0"/>
        </a:spcBef>
        <a:buNone/>
        <a:defRPr kumimoji="1" sz="6000" kern="1200" baseline="0">
          <a:solidFill>
            <a:schemeClr val="tx1">
              <a:lumMod val="75000"/>
              <a:lumOff val="25000"/>
            </a:schemeClr>
          </a:solidFill>
          <a:latin typeface="Route 159 UltraLight" pitchFamily="50" charset="0"/>
          <a:ea typeface="+mj-ea"/>
          <a:cs typeface="+mj-cs"/>
        </a:defRPr>
      </a:lvl1pPr>
    </p:titleStyle>
    <p:bodyStyle>
      <a:lvl1pPr marL="0" indent="0" algn="l" defTabSz="1632753" rtl="0" eaLnBrk="1" latinLnBrk="0" hangingPunct="1">
        <a:lnSpc>
          <a:spcPct val="120000"/>
        </a:lnSpc>
        <a:spcBef>
          <a:spcPts val="1200"/>
        </a:spcBef>
        <a:buFont typeface="Arial" panose="020B0604020202020204" pitchFamily="34" charset="0"/>
        <a:buNone/>
        <a:defRPr kumimoji="1" sz="2400" kern="1200" baseline="0">
          <a:solidFill>
            <a:schemeClr val="tx2"/>
          </a:solidFill>
          <a:latin typeface="+mn-lt"/>
          <a:ea typeface="+mn-ea"/>
          <a:cs typeface="+mn-cs"/>
        </a:defRPr>
      </a:lvl1pPr>
      <a:lvl2pPr marL="1326612" indent="-510235" algn="l" defTabSz="1632753" rtl="0" eaLnBrk="1" latinLnBrk="0" hangingPunct="1">
        <a:spcBef>
          <a:spcPct val="20000"/>
        </a:spcBef>
        <a:buFont typeface="Arial" panose="020B0604020202020204" pitchFamily="34" charset="0"/>
        <a:buChar char="–"/>
        <a:defRPr kumimoji="1" sz="5000" kern="1200">
          <a:solidFill>
            <a:schemeClr val="tx1"/>
          </a:solidFill>
          <a:latin typeface="+mn-lt"/>
          <a:ea typeface="+mn-ea"/>
          <a:cs typeface="+mn-cs"/>
        </a:defRPr>
      </a:lvl2pPr>
      <a:lvl3pPr marL="2040941" indent="-408188" algn="l" defTabSz="1632753" rtl="0" eaLnBrk="1" latinLnBrk="0" hangingPunct="1">
        <a:spcBef>
          <a:spcPct val="20000"/>
        </a:spcBef>
        <a:buFont typeface="Arial" panose="020B0604020202020204" pitchFamily="34" charset="0"/>
        <a:buChar char="•"/>
        <a:defRPr kumimoji="1" sz="4300" kern="1200">
          <a:solidFill>
            <a:schemeClr val="tx1"/>
          </a:solidFill>
          <a:latin typeface="+mn-lt"/>
          <a:ea typeface="+mn-ea"/>
          <a:cs typeface="+mn-cs"/>
        </a:defRPr>
      </a:lvl3pPr>
      <a:lvl4pPr marL="2857317"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4pPr>
      <a:lvl5pPr marL="3673693"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5pPr>
      <a:lvl6pPr marL="4490070"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6446"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2822"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39199"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2753" rtl="0" eaLnBrk="1" latinLnBrk="0" hangingPunct="1">
        <a:defRPr kumimoji="1" sz="3200" kern="1200">
          <a:solidFill>
            <a:schemeClr val="tx1"/>
          </a:solidFill>
          <a:latin typeface="+mn-lt"/>
          <a:ea typeface="+mn-ea"/>
          <a:cs typeface="+mn-cs"/>
        </a:defRPr>
      </a:lvl1pPr>
      <a:lvl2pPr marL="816376" algn="l" defTabSz="1632753" rtl="0" eaLnBrk="1" latinLnBrk="0" hangingPunct="1">
        <a:defRPr kumimoji="1" sz="3200" kern="1200">
          <a:solidFill>
            <a:schemeClr val="tx1"/>
          </a:solidFill>
          <a:latin typeface="+mn-lt"/>
          <a:ea typeface="+mn-ea"/>
          <a:cs typeface="+mn-cs"/>
        </a:defRPr>
      </a:lvl2pPr>
      <a:lvl3pPr marL="1632753" algn="l" defTabSz="1632753" rtl="0" eaLnBrk="1" latinLnBrk="0" hangingPunct="1">
        <a:defRPr kumimoji="1" sz="3200" kern="1200">
          <a:solidFill>
            <a:schemeClr val="tx1"/>
          </a:solidFill>
          <a:latin typeface="+mn-lt"/>
          <a:ea typeface="+mn-ea"/>
          <a:cs typeface="+mn-cs"/>
        </a:defRPr>
      </a:lvl3pPr>
      <a:lvl4pPr marL="2449129" algn="l" defTabSz="1632753" rtl="0" eaLnBrk="1" latinLnBrk="0" hangingPunct="1">
        <a:defRPr kumimoji="1" sz="3200" kern="1200">
          <a:solidFill>
            <a:schemeClr val="tx1"/>
          </a:solidFill>
          <a:latin typeface="+mn-lt"/>
          <a:ea typeface="+mn-ea"/>
          <a:cs typeface="+mn-cs"/>
        </a:defRPr>
      </a:lvl4pPr>
      <a:lvl5pPr marL="3265505" algn="l" defTabSz="1632753" rtl="0" eaLnBrk="1" latinLnBrk="0" hangingPunct="1">
        <a:defRPr kumimoji="1" sz="3200" kern="1200">
          <a:solidFill>
            <a:schemeClr val="tx1"/>
          </a:solidFill>
          <a:latin typeface="+mn-lt"/>
          <a:ea typeface="+mn-ea"/>
          <a:cs typeface="+mn-cs"/>
        </a:defRPr>
      </a:lvl5pPr>
      <a:lvl6pPr marL="4081882" algn="l" defTabSz="1632753" rtl="0" eaLnBrk="1" latinLnBrk="0" hangingPunct="1">
        <a:defRPr kumimoji="1" sz="3200" kern="1200">
          <a:solidFill>
            <a:schemeClr val="tx1"/>
          </a:solidFill>
          <a:latin typeface="+mn-lt"/>
          <a:ea typeface="+mn-ea"/>
          <a:cs typeface="+mn-cs"/>
        </a:defRPr>
      </a:lvl6pPr>
      <a:lvl7pPr marL="4898258" algn="l" defTabSz="1632753" rtl="0" eaLnBrk="1" latinLnBrk="0" hangingPunct="1">
        <a:defRPr kumimoji="1" sz="3200" kern="1200">
          <a:solidFill>
            <a:schemeClr val="tx1"/>
          </a:solidFill>
          <a:latin typeface="+mn-lt"/>
          <a:ea typeface="+mn-ea"/>
          <a:cs typeface="+mn-cs"/>
        </a:defRPr>
      </a:lvl7pPr>
      <a:lvl8pPr marL="5714634" algn="l" defTabSz="1632753" rtl="0" eaLnBrk="1" latinLnBrk="0" hangingPunct="1">
        <a:defRPr kumimoji="1" sz="3200" kern="1200">
          <a:solidFill>
            <a:schemeClr val="tx1"/>
          </a:solidFill>
          <a:latin typeface="+mn-lt"/>
          <a:ea typeface="+mn-ea"/>
          <a:cs typeface="+mn-cs"/>
        </a:defRPr>
      </a:lvl8pPr>
      <a:lvl9pPr marL="6531011" algn="l" defTabSz="1632753" rtl="0" eaLnBrk="1" latinLnBrk="0" hangingPunct="1">
        <a:defRPr kumimoji="1" sz="3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7F7F7"/>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914322" y="246956"/>
            <a:ext cx="16507876" cy="120315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914321" y="2400301"/>
            <a:ext cx="16457772" cy="6788945"/>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
        <p:nvSpPr>
          <p:cNvPr id="9" name="フッター プレースホルダー 4"/>
          <p:cNvSpPr>
            <a:spLocks noGrp="1"/>
          </p:cNvSpPr>
          <p:nvPr>
            <p:ph type="ftr" sz="quarter" idx="3"/>
          </p:nvPr>
        </p:nvSpPr>
        <p:spPr>
          <a:xfrm>
            <a:off x="10507991" y="9463858"/>
            <a:ext cx="5790697" cy="547688"/>
          </a:xfrm>
          <a:prstGeom prst="rect">
            <a:avLst/>
          </a:prstGeom>
        </p:spPr>
        <p:txBody>
          <a:bodyPr vert="horz" lIns="163275" tIns="81638" rIns="163275" bIns="81638" rtlCol="0" anchor="ctr"/>
          <a:lstStyle>
            <a:lvl1pPr algn="r">
              <a:defRPr sz="2000">
                <a:solidFill>
                  <a:schemeClr val="tx1">
                    <a:tint val="75000"/>
                  </a:schemeClr>
                </a:solidFill>
                <a:latin typeface="+mj-lt"/>
              </a:defRPr>
            </a:lvl1pPr>
          </a:lstStyle>
          <a:p>
            <a:r>
              <a:rPr lang="en-US" altLang="ja-JP" dirty="0"/>
              <a:t>The Power of PowerPoint | thepopp.com</a:t>
            </a:r>
            <a:endParaRPr lang="ja-JP" altLang="en-US" dirty="0"/>
          </a:p>
        </p:txBody>
      </p:sp>
      <p:sp>
        <p:nvSpPr>
          <p:cNvPr id="11" name="円/楕円 10"/>
          <p:cNvSpPr/>
          <p:nvPr userDrawn="1"/>
        </p:nvSpPr>
        <p:spPr>
          <a:xfrm>
            <a:off x="16531653" y="9150345"/>
            <a:ext cx="434349" cy="43434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14"/>
          <p:cNvSpPr/>
          <p:nvPr userDrawn="1"/>
        </p:nvSpPr>
        <p:spPr>
          <a:xfrm>
            <a:off x="17151170" y="9166572"/>
            <a:ext cx="1080120" cy="10801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円/楕円 19"/>
          <p:cNvSpPr/>
          <p:nvPr userDrawn="1"/>
        </p:nvSpPr>
        <p:spPr>
          <a:xfrm>
            <a:off x="16289464" y="9704242"/>
            <a:ext cx="720080" cy="582759"/>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スライド番号プレースホルダー 5"/>
          <p:cNvSpPr>
            <a:spLocks noGrp="1"/>
          </p:cNvSpPr>
          <p:nvPr>
            <p:ph type="sldNum" sz="quarter" idx="4"/>
          </p:nvPr>
        </p:nvSpPr>
        <p:spPr>
          <a:xfrm>
            <a:off x="17151170"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1366797414"/>
      </p:ext>
    </p:extLst>
  </p:cSld>
  <p:clrMap bg1="lt1" tx1="dk1" bg2="lt2" tx2="dk2" accent1="accent1" accent2="accent2" accent3="accent3" accent4="accent4" accent5="accent5" accent6="accent6" hlink="hlink" folHlink="folHlink"/>
  <p:sldLayoutIdLst>
    <p:sldLayoutId id="2147483775" r:id="rId1"/>
    <p:sldLayoutId id="2147483665" r:id="rId2"/>
    <p:sldLayoutId id="2147483717" r:id="rId3"/>
    <p:sldLayoutId id="2147483670" r:id="rId4"/>
    <p:sldLayoutId id="2147483666" r:id="rId5"/>
    <p:sldLayoutId id="2147483667" r:id="rId6"/>
    <p:sldLayoutId id="2147483672" r:id="rId7"/>
    <p:sldLayoutId id="2147483674" r:id="rId8"/>
    <p:sldLayoutId id="2147483723" r:id="rId9"/>
    <p:sldLayoutId id="2147483678" r:id="rId10"/>
    <p:sldLayoutId id="2147483679" r:id="rId11"/>
    <p:sldLayoutId id="2147483703" r:id="rId12"/>
    <p:sldLayoutId id="2147483707" r:id="rId13"/>
    <p:sldLayoutId id="2147483711" r:id="rId14"/>
    <p:sldLayoutId id="2147483701" r:id="rId15"/>
    <p:sldLayoutId id="2147483708" r:id="rId16"/>
    <p:sldLayoutId id="2147483720" r:id="rId17"/>
    <p:sldLayoutId id="2147483722" r:id="rId18"/>
    <p:sldLayoutId id="2147483731" r:id="rId19"/>
    <p:sldLayoutId id="2147483732" r:id="rId20"/>
    <p:sldLayoutId id="2147483738" r:id="rId21"/>
    <p:sldLayoutId id="2147483739" r:id="rId22"/>
    <p:sldLayoutId id="2147483741" r:id="rId23"/>
    <p:sldLayoutId id="2147483746" r:id="rId24"/>
    <p:sldLayoutId id="2147483761" r:id="rId25"/>
    <p:sldLayoutId id="2147483765" r:id="rId26"/>
    <p:sldLayoutId id="2147483774" r:id="rId27"/>
    <p:sldLayoutId id="2147483754" r:id="rId28"/>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2" presetClass="entr" presetSubtype="6" decel="100000" fill="hold" grpId="1" nodeType="withEffect">
                                  <p:stCondLst>
                                    <p:cond delay="40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400" fill="hold"/>
                                        <p:tgtEl>
                                          <p:spTgt spid="15"/>
                                        </p:tgtEl>
                                        <p:attrNameLst>
                                          <p:attrName>ppt_x</p:attrName>
                                        </p:attrNameLst>
                                      </p:cBhvr>
                                      <p:tavLst>
                                        <p:tav tm="0">
                                          <p:val>
                                            <p:strVal val="1+#ppt_w/2"/>
                                          </p:val>
                                        </p:tav>
                                        <p:tav tm="100000">
                                          <p:val>
                                            <p:strVal val="#ppt_x"/>
                                          </p:val>
                                        </p:tav>
                                      </p:tavLst>
                                    </p:anim>
                                    <p:anim calcmode="lin" valueType="num">
                                      <p:cBhvr additive="base">
                                        <p:cTn id="11" dur="400" fill="hold"/>
                                        <p:tgtEl>
                                          <p:spTgt spid="15"/>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2" presetClass="entr" presetSubtype="6" decel="100000" fill="hold" grpId="1" nodeType="withEffect">
                                  <p:stCondLst>
                                    <p:cond delay="50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400" fill="hold"/>
                                        <p:tgtEl>
                                          <p:spTgt spid="16"/>
                                        </p:tgtEl>
                                        <p:attrNameLst>
                                          <p:attrName>ppt_x</p:attrName>
                                        </p:attrNameLst>
                                      </p:cBhvr>
                                      <p:tavLst>
                                        <p:tav tm="0">
                                          <p:val>
                                            <p:strVal val="1+#ppt_w/2"/>
                                          </p:val>
                                        </p:tav>
                                        <p:tav tm="100000">
                                          <p:val>
                                            <p:strVal val="#ppt_x"/>
                                          </p:val>
                                        </p:tav>
                                      </p:tavLst>
                                    </p:anim>
                                    <p:anim calcmode="lin" valueType="num">
                                      <p:cBhvr additive="base">
                                        <p:cTn id="18" dur="400" fill="hold"/>
                                        <p:tgtEl>
                                          <p:spTgt spid="16"/>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7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2" presetClass="entr" presetSubtype="6" decel="100000" fill="hold" grpId="1" nodeType="withEffect">
                                  <p:stCondLst>
                                    <p:cond delay="70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400" fill="hold"/>
                                        <p:tgtEl>
                                          <p:spTgt spid="11"/>
                                        </p:tgtEl>
                                        <p:attrNameLst>
                                          <p:attrName>ppt_x</p:attrName>
                                        </p:attrNameLst>
                                      </p:cBhvr>
                                      <p:tavLst>
                                        <p:tav tm="0">
                                          <p:val>
                                            <p:strVal val="1+#ppt_w/2"/>
                                          </p:val>
                                        </p:tav>
                                        <p:tav tm="100000">
                                          <p:val>
                                            <p:strVal val="#ppt_x"/>
                                          </p:val>
                                        </p:tav>
                                      </p:tavLst>
                                    </p:anim>
                                    <p:anim calcmode="lin" valueType="num">
                                      <p:cBhvr additive="base">
                                        <p:cTn id="25" dur="400" fill="hold"/>
                                        <p:tgtEl>
                                          <p:spTgt spid="11"/>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100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10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1" grpId="1" animBg="1"/>
      <p:bldP spid="15" grpId="0" animBg="1"/>
      <p:bldP spid="15" grpId="1" animBg="1"/>
      <p:bldP spid="16" grpId="0" animBg="1"/>
      <p:bldP spid="16" grpId="1" animBg="1"/>
      <p:bldP spid="17" grpId="0"/>
    </p:bldLst>
  </p:timing>
  <p:hf hdr="0" dt="0"/>
  <p:txStyles>
    <p:titleStyle>
      <a:lvl1pPr algn="l" defTabSz="1632753" rtl="0" eaLnBrk="1" latinLnBrk="0" hangingPunct="1">
        <a:spcBef>
          <a:spcPct val="0"/>
        </a:spcBef>
        <a:buNone/>
        <a:defRPr kumimoji="1" sz="6000" kern="1200" baseline="0">
          <a:solidFill>
            <a:schemeClr val="tx1">
              <a:lumMod val="75000"/>
              <a:lumOff val="25000"/>
            </a:schemeClr>
          </a:solidFill>
          <a:latin typeface="+mj-lt"/>
          <a:ea typeface="+mj-ea"/>
          <a:cs typeface="+mj-cs"/>
        </a:defRPr>
      </a:lvl1pPr>
    </p:titleStyle>
    <p:bodyStyle>
      <a:lvl1pPr marL="0" indent="0" algn="l" defTabSz="1632753" rtl="0" eaLnBrk="1" latinLnBrk="0" hangingPunct="1">
        <a:lnSpc>
          <a:spcPct val="120000"/>
        </a:lnSpc>
        <a:spcBef>
          <a:spcPts val="1200"/>
        </a:spcBef>
        <a:buFont typeface="Arial" panose="020B0604020202020204" pitchFamily="34" charset="0"/>
        <a:buNone/>
        <a:defRPr kumimoji="1" sz="2400" kern="1200" baseline="0">
          <a:solidFill>
            <a:schemeClr val="tx2"/>
          </a:solidFill>
          <a:latin typeface="+mn-lt"/>
          <a:ea typeface="+mn-ea"/>
          <a:cs typeface="+mn-cs"/>
        </a:defRPr>
      </a:lvl1pPr>
      <a:lvl2pPr marL="1326612" indent="-510235" algn="l" defTabSz="1632753" rtl="0" eaLnBrk="1" latinLnBrk="0" hangingPunct="1">
        <a:spcBef>
          <a:spcPct val="20000"/>
        </a:spcBef>
        <a:buFont typeface="Arial" panose="020B0604020202020204" pitchFamily="34" charset="0"/>
        <a:buChar char="–"/>
        <a:defRPr kumimoji="1" sz="5000" kern="1200">
          <a:solidFill>
            <a:schemeClr val="tx1"/>
          </a:solidFill>
          <a:latin typeface="+mn-lt"/>
          <a:ea typeface="+mn-ea"/>
          <a:cs typeface="+mn-cs"/>
        </a:defRPr>
      </a:lvl2pPr>
      <a:lvl3pPr marL="2040941" indent="-408188" algn="l" defTabSz="1632753" rtl="0" eaLnBrk="1" latinLnBrk="0" hangingPunct="1">
        <a:spcBef>
          <a:spcPct val="20000"/>
        </a:spcBef>
        <a:buFont typeface="Arial" panose="020B0604020202020204" pitchFamily="34" charset="0"/>
        <a:buChar char="•"/>
        <a:defRPr kumimoji="1" sz="4300" kern="1200">
          <a:solidFill>
            <a:schemeClr val="tx1"/>
          </a:solidFill>
          <a:latin typeface="+mn-lt"/>
          <a:ea typeface="+mn-ea"/>
          <a:cs typeface="+mn-cs"/>
        </a:defRPr>
      </a:lvl3pPr>
      <a:lvl4pPr marL="2857317"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4pPr>
      <a:lvl5pPr marL="3673693"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5pPr>
      <a:lvl6pPr marL="4490070"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6446"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2822"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39199"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2753" rtl="0" eaLnBrk="1" latinLnBrk="0" hangingPunct="1">
        <a:defRPr kumimoji="1" sz="3200" kern="1200">
          <a:solidFill>
            <a:schemeClr val="tx1"/>
          </a:solidFill>
          <a:latin typeface="+mn-lt"/>
          <a:ea typeface="+mn-ea"/>
          <a:cs typeface="+mn-cs"/>
        </a:defRPr>
      </a:lvl1pPr>
      <a:lvl2pPr marL="816376" algn="l" defTabSz="1632753" rtl="0" eaLnBrk="1" latinLnBrk="0" hangingPunct="1">
        <a:defRPr kumimoji="1" sz="3200" kern="1200">
          <a:solidFill>
            <a:schemeClr val="tx1"/>
          </a:solidFill>
          <a:latin typeface="+mn-lt"/>
          <a:ea typeface="+mn-ea"/>
          <a:cs typeface="+mn-cs"/>
        </a:defRPr>
      </a:lvl2pPr>
      <a:lvl3pPr marL="1632753" algn="l" defTabSz="1632753" rtl="0" eaLnBrk="1" latinLnBrk="0" hangingPunct="1">
        <a:defRPr kumimoji="1" sz="3200" kern="1200">
          <a:solidFill>
            <a:schemeClr val="tx1"/>
          </a:solidFill>
          <a:latin typeface="+mn-lt"/>
          <a:ea typeface="+mn-ea"/>
          <a:cs typeface="+mn-cs"/>
        </a:defRPr>
      </a:lvl3pPr>
      <a:lvl4pPr marL="2449129" algn="l" defTabSz="1632753" rtl="0" eaLnBrk="1" latinLnBrk="0" hangingPunct="1">
        <a:defRPr kumimoji="1" sz="3200" kern="1200">
          <a:solidFill>
            <a:schemeClr val="tx1"/>
          </a:solidFill>
          <a:latin typeface="+mn-lt"/>
          <a:ea typeface="+mn-ea"/>
          <a:cs typeface="+mn-cs"/>
        </a:defRPr>
      </a:lvl4pPr>
      <a:lvl5pPr marL="3265505" algn="l" defTabSz="1632753" rtl="0" eaLnBrk="1" latinLnBrk="0" hangingPunct="1">
        <a:defRPr kumimoji="1" sz="3200" kern="1200">
          <a:solidFill>
            <a:schemeClr val="tx1"/>
          </a:solidFill>
          <a:latin typeface="+mn-lt"/>
          <a:ea typeface="+mn-ea"/>
          <a:cs typeface="+mn-cs"/>
        </a:defRPr>
      </a:lvl5pPr>
      <a:lvl6pPr marL="4081882" algn="l" defTabSz="1632753" rtl="0" eaLnBrk="1" latinLnBrk="0" hangingPunct="1">
        <a:defRPr kumimoji="1" sz="3200" kern="1200">
          <a:solidFill>
            <a:schemeClr val="tx1"/>
          </a:solidFill>
          <a:latin typeface="+mn-lt"/>
          <a:ea typeface="+mn-ea"/>
          <a:cs typeface="+mn-cs"/>
        </a:defRPr>
      </a:lvl6pPr>
      <a:lvl7pPr marL="4898258" algn="l" defTabSz="1632753" rtl="0" eaLnBrk="1" latinLnBrk="0" hangingPunct="1">
        <a:defRPr kumimoji="1" sz="3200" kern="1200">
          <a:solidFill>
            <a:schemeClr val="tx1"/>
          </a:solidFill>
          <a:latin typeface="+mn-lt"/>
          <a:ea typeface="+mn-ea"/>
          <a:cs typeface="+mn-cs"/>
        </a:defRPr>
      </a:lvl7pPr>
      <a:lvl8pPr marL="5714634" algn="l" defTabSz="1632753" rtl="0" eaLnBrk="1" latinLnBrk="0" hangingPunct="1">
        <a:defRPr kumimoji="1" sz="3200" kern="1200">
          <a:solidFill>
            <a:schemeClr val="tx1"/>
          </a:solidFill>
          <a:latin typeface="+mn-lt"/>
          <a:ea typeface="+mn-ea"/>
          <a:cs typeface="+mn-cs"/>
        </a:defRPr>
      </a:lvl8pPr>
      <a:lvl9pPr marL="6531011" algn="l" defTabSz="1632753" rtl="0" eaLnBrk="1" latinLnBrk="0" hangingPunct="1">
        <a:defRPr kumimoji="1" sz="3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7F7F7"/>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934294" y="246956"/>
            <a:ext cx="16437799" cy="120315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914321" y="2400301"/>
            <a:ext cx="16457772" cy="6788945"/>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Tree>
    <p:extLst>
      <p:ext uri="{BB962C8B-B14F-4D97-AF65-F5344CB8AC3E}">
        <p14:creationId xmlns:p14="http://schemas.microsoft.com/office/powerpoint/2010/main" val="2142059941"/>
      </p:ext>
    </p:extLst>
  </p:cSld>
  <p:clrMap bg1="lt1" tx1="dk1" bg2="lt2" tx2="dk2" accent1="accent1" accent2="accent2" accent3="accent3" accent4="accent4" accent5="accent5" accent6="accent6" hlink="hlink" folHlink="folHlink"/>
  <p:sldLayoutIdLst>
    <p:sldLayoutId id="2147483658" r:id="rId1"/>
    <p:sldLayoutId id="2147483770" r:id="rId2"/>
    <p:sldLayoutId id="2147483762" r:id="rId3"/>
    <p:sldLayoutId id="2147483662" r:id="rId4"/>
    <p:sldLayoutId id="2147483663" r:id="rId5"/>
    <p:sldLayoutId id="2147483673" r:id="rId6"/>
    <p:sldLayoutId id="2147483697" r:id="rId7"/>
    <p:sldLayoutId id="2147483698" r:id="rId8"/>
    <p:sldLayoutId id="2147483699" r:id="rId9"/>
    <p:sldLayoutId id="2147483709" r:id="rId10"/>
    <p:sldLayoutId id="2147483700" r:id="rId11"/>
    <p:sldLayoutId id="2147483733" r:id="rId12"/>
    <p:sldLayoutId id="2147483740" r:id="rId13"/>
    <p:sldLayoutId id="2147483743" r:id="rId14"/>
    <p:sldLayoutId id="2147483745" r:id="rId15"/>
    <p:sldLayoutId id="2147483766" r:id="rId16"/>
    <p:sldLayoutId id="2147483768" r:id="rId17"/>
    <p:sldLayoutId id="2147483767" r:id="rId18"/>
    <p:sldLayoutId id="2147483769" r:id="rId19"/>
    <p:sldLayoutId id="2147483730" r:id="rId20"/>
    <p:sldLayoutId id="2147483759" r:id="rId21"/>
    <p:sldLayoutId id="2147483760" r:id="rId22"/>
    <p:sldLayoutId id="2147483755" r:id="rId23"/>
  </p:sldLayoutIdLst>
  <p:hf hdr="0" dt="0"/>
  <p:txStyles>
    <p:titleStyle>
      <a:lvl1pPr algn="l" defTabSz="1632753" rtl="0" eaLnBrk="1" latinLnBrk="0" hangingPunct="1">
        <a:spcBef>
          <a:spcPct val="0"/>
        </a:spcBef>
        <a:buNone/>
        <a:defRPr kumimoji="1" sz="6000" kern="1200" baseline="0">
          <a:solidFill>
            <a:schemeClr val="tx1">
              <a:lumMod val="75000"/>
              <a:lumOff val="25000"/>
            </a:schemeClr>
          </a:solidFill>
          <a:latin typeface="+mj-lt"/>
          <a:ea typeface="+mj-ea"/>
          <a:cs typeface="+mj-cs"/>
        </a:defRPr>
      </a:lvl1pPr>
    </p:titleStyle>
    <p:bodyStyle>
      <a:lvl1pPr marL="0" indent="0" algn="l" defTabSz="1632753" rtl="0" eaLnBrk="1" latinLnBrk="0" hangingPunct="1">
        <a:lnSpc>
          <a:spcPct val="120000"/>
        </a:lnSpc>
        <a:spcBef>
          <a:spcPts val="1200"/>
        </a:spcBef>
        <a:buFont typeface="Arial" panose="020B0604020202020204" pitchFamily="34" charset="0"/>
        <a:buNone/>
        <a:defRPr kumimoji="1" sz="2400" kern="1200" baseline="0">
          <a:solidFill>
            <a:schemeClr val="tx2"/>
          </a:solidFill>
          <a:latin typeface="+mn-lt"/>
          <a:ea typeface="+mn-ea"/>
          <a:cs typeface="+mn-cs"/>
        </a:defRPr>
      </a:lvl1pPr>
      <a:lvl2pPr marL="1326612" indent="-510235" algn="l" defTabSz="1632753" rtl="0" eaLnBrk="1" latinLnBrk="0" hangingPunct="1">
        <a:spcBef>
          <a:spcPct val="20000"/>
        </a:spcBef>
        <a:buFont typeface="Arial" panose="020B0604020202020204" pitchFamily="34" charset="0"/>
        <a:buChar char="–"/>
        <a:defRPr kumimoji="1" sz="5000" kern="1200">
          <a:solidFill>
            <a:schemeClr val="tx1"/>
          </a:solidFill>
          <a:latin typeface="+mn-lt"/>
          <a:ea typeface="+mn-ea"/>
          <a:cs typeface="+mn-cs"/>
        </a:defRPr>
      </a:lvl2pPr>
      <a:lvl3pPr marL="2040941" indent="-408188" algn="l" defTabSz="1632753" rtl="0" eaLnBrk="1" latinLnBrk="0" hangingPunct="1">
        <a:spcBef>
          <a:spcPct val="20000"/>
        </a:spcBef>
        <a:buFont typeface="Arial" panose="020B0604020202020204" pitchFamily="34" charset="0"/>
        <a:buChar char="•"/>
        <a:defRPr kumimoji="1" sz="4300" kern="1200">
          <a:solidFill>
            <a:schemeClr val="tx1"/>
          </a:solidFill>
          <a:latin typeface="+mn-lt"/>
          <a:ea typeface="+mn-ea"/>
          <a:cs typeface="+mn-cs"/>
        </a:defRPr>
      </a:lvl3pPr>
      <a:lvl4pPr marL="2857317"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4pPr>
      <a:lvl5pPr marL="3673693"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5pPr>
      <a:lvl6pPr marL="4490070"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6446"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2822"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39199"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2753" rtl="0" eaLnBrk="1" latinLnBrk="0" hangingPunct="1">
        <a:defRPr kumimoji="1" sz="3200" kern="1200">
          <a:solidFill>
            <a:schemeClr val="tx1"/>
          </a:solidFill>
          <a:latin typeface="+mn-lt"/>
          <a:ea typeface="+mn-ea"/>
          <a:cs typeface="+mn-cs"/>
        </a:defRPr>
      </a:lvl1pPr>
      <a:lvl2pPr marL="816376" algn="l" defTabSz="1632753" rtl="0" eaLnBrk="1" latinLnBrk="0" hangingPunct="1">
        <a:defRPr kumimoji="1" sz="3200" kern="1200">
          <a:solidFill>
            <a:schemeClr val="tx1"/>
          </a:solidFill>
          <a:latin typeface="+mn-lt"/>
          <a:ea typeface="+mn-ea"/>
          <a:cs typeface="+mn-cs"/>
        </a:defRPr>
      </a:lvl2pPr>
      <a:lvl3pPr marL="1632753" algn="l" defTabSz="1632753" rtl="0" eaLnBrk="1" latinLnBrk="0" hangingPunct="1">
        <a:defRPr kumimoji="1" sz="3200" kern="1200">
          <a:solidFill>
            <a:schemeClr val="tx1"/>
          </a:solidFill>
          <a:latin typeface="+mn-lt"/>
          <a:ea typeface="+mn-ea"/>
          <a:cs typeface="+mn-cs"/>
        </a:defRPr>
      </a:lvl3pPr>
      <a:lvl4pPr marL="2449129" algn="l" defTabSz="1632753" rtl="0" eaLnBrk="1" latinLnBrk="0" hangingPunct="1">
        <a:defRPr kumimoji="1" sz="3200" kern="1200">
          <a:solidFill>
            <a:schemeClr val="tx1"/>
          </a:solidFill>
          <a:latin typeface="+mn-lt"/>
          <a:ea typeface="+mn-ea"/>
          <a:cs typeface="+mn-cs"/>
        </a:defRPr>
      </a:lvl4pPr>
      <a:lvl5pPr marL="3265505" algn="l" defTabSz="1632753" rtl="0" eaLnBrk="1" latinLnBrk="0" hangingPunct="1">
        <a:defRPr kumimoji="1" sz="3200" kern="1200">
          <a:solidFill>
            <a:schemeClr val="tx1"/>
          </a:solidFill>
          <a:latin typeface="+mn-lt"/>
          <a:ea typeface="+mn-ea"/>
          <a:cs typeface="+mn-cs"/>
        </a:defRPr>
      </a:lvl5pPr>
      <a:lvl6pPr marL="4081882" algn="l" defTabSz="1632753" rtl="0" eaLnBrk="1" latinLnBrk="0" hangingPunct="1">
        <a:defRPr kumimoji="1" sz="3200" kern="1200">
          <a:solidFill>
            <a:schemeClr val="tx1"/>
          </a:solidFill>
          <a:latin typeface="+mn-lt"/>
          <a:ea typeface="+mn-ea"/>
          <a:cs typeface="+mn-cs"/>
        </a:defRPr>
      </a:lvl6pPr>
      <a:lvl7pPr marL="4898258" algn="l" defTabSz="1632753" rtl="0" eaLnBrk="1" latinLnBrk="0" hangingPunct="1">
        <a:defRPr kumimoji="1" sz="3200" kern="1200">
          <a:solidFill>
            <a:schemeClr val="tx1"/>
          </a:solidFill>
          <a:latin typeface="+mn-lt"/>
          <a:ea typeface="+mn-ea"/>
          <a:cs typeface="+mn-cs"/>
        </a:defRPr>
      </a:lvl7pPr>
      <a:lvl8pPr marL="5714634" algn="l" defTabSz="1632753" rtl="0" eaLnBrk="1" latinLnBrk="0" hangingPunct="1">
        <a:defRPr kumimoji="1" sz="3200" kern="1200">
          <a:solidFill>
            <a:schemeClr val="tx1"/>
          </a:solidFill>
          <a:latin typeface="+mn-lt"/>
          <a:ea typeface="+mn-ea"/>
          <a:cs typeface="+mn-cs"/>
        </a:defRPr>
      </a:lvl8pPr>
      <a:lvl9pPr marL="6531011" algn="l" defTabSz="1632753" rtl="0" eaLnBrk="1" latinLnBrk="0" hangingPunct="1">
        <a:defRPr kumimoji="1"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3.xml"/></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notesSlide" Target="../notesSlides/notesSlide2.xml"/><Relationship Id="rId7" Type="http://schemas.openxmlformats.org/officeDocument/2006/relationships/image" Target="../media/image18.svg"/><Relationship Id="rId12" Type="http://schemas.openxmlformats.org/officeDocument/2006/relationships/image" Target="../media/image23.png"/><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3.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18" Type="http://schemas.openxmlformats.org/officeDocument/2006/relationships/image" Target="../media/image4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17" Type="http://schemas.openxmlformats.org/officeDocument/2006/relationships/image" Target="../media/image42.png"/><Relationship Id="rId2" Type="http://schemas.openxmlformats.org/officeDocument/2006/relationships/notesSlide" Target="../notesSlides/notesSlide5.xml"/><Relationship Id="rId16" Type="http://schemas.openxmlformats.org/officeDocument/2006/relationships/image" Target="../media/image41.svg"/><Relationship Id="rId1" Type="http://schemas.openxmlformats.org/officeDocument/2006/relationships/slideLayout" Target="../slideLayouts/slideLayout86.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 Id="rId14" Type="http://schemas.openxmlformats.org/officeDocument/2006/relationships/image" Target="../media/image39.svg"/></Relationships>
</file>

<file path=ppt/slides/_rels/slide1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9.xml"/></Relationships>
</file>

<file path=ppt/slides/_rels/slide1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p:cNvSpPr>
            <a:spLocks noGrp="1"/>
          </p:cNvSpPr>
          <p:nvPr>
            <p:ph type="ctrTitle"/>
          </p:nvPr>
        </p:nvSpPr>
        <p:spPr>
          <a:xfrm>
            <a:off x="-879099" y="3724991"/>
            <a:ext cx="20044610" cy="2837017"/>
          </a:xfrm>
        </p:spPr>
        <p:txBody>
          <a:bodyPr/>
          <a:lstStyle/>
          <a:p>
            <a:r>
              <a:rPr lang="id-ID" sz="5400" b="1" i="1" dirty="0"/>
              <a:t>DASHBOARD</a:t>
            </a:r>
            <a:r>
              <a:rPr lang="id-ID" sz="5400" b="1" dirty="0"/>
              <a:t> PENJAMINAN MUTU AKREDITASI </a:t>
            </a:r>
            <a:br>
              <a:rPr lang="id-ID" sz="5400" b="1" dirty="0"/>
            </a:br>
            <a:r>
              <a:rPr lang="id-ID" sz="5400" b="1" dirty="0"/>
              <a:t>BERBASIS 9 KRITERIA</a:t>
            </a:r>
            <a:endParaRPr kumimoji="1" lang="ja-JP" altLang="en-US" sz="5400" dirty="0"/>
          </a:p>
        </p:txBody>
      </p:sp>
      <p:sp>
        <p:nvSpPr>
          <p:cNvPr id="9" name="テキスト プレースホルダー 8"/>
          <p:cNvSpPr>
            <a:spLocks noGrp="1"/>
          </p:cNvSpPr>
          <p:nvPr>
            <p:ph type="body" sz="quarter" idx="10"/>
          </p:nvPr>
        </p:nvSpPr>
        <p:spPr/>
        <p:txBody>
          <a:bodyPr/>
          <a:lstStyle/>
          <a:p>
            <a:r>
              <a:rPr lang="en-US" altLang="ja-JP" dirty="0"/>
              <a:t>Seminar </a:t>
            </a:r>
            <a:r>
              <a:rPr lang="id-ID" altLang="ja-JP" dirty="0"/>
              <a:t>Hasil</a:t>
            </a:r>
            <a:endParaRPr lang="en-US" altLang="ja-JP" dirty="0"/>
          </a:p>
        </p:txBody>
      </p:sp>
      <p:sp>
        <p:nvSpPr>
          <p:cNvPr id="8" name="サブタイトル 7"/>
          <p:cNvSpPr>
            <a:spLocks noGrp="1"/>
          </p:cNvSpPr>
          <p:nvPr>
            <p:ph type="subTitle" idx="1"/>
          </p:nvPr>
        </p:nvSpPr>
        <p:spPr/>
        <p:txBody>
          <a:bodyPr/>
          <a:lstStyle/>
          <a:p>
            <a:r>
              <a:rPr kumimoji="1" lang="en-US" altLang="ja-JP" dirty="0"/>
              <a:t>Adryan Eka Vandra</a:t>
            </a:r>
          </a:p>
          <a:p>
            <a:r>
              <a:rPr lang="en-US" altLang="ja-JP" dirty="0"/>
              <a:t>11451105030</a:t>
            </a:r>
            <a:endParaRPr kumimoji="1" lang="ja-JP" altLang="en-US" dirty="0"/>
          </a:p>
        </p:txBody>
      </p:sp>
    </p:spTree>
    <p:extLst>
      <p:ext uri="{BB962C8B-B14F-4D97-AF65-F5344CB8AC3E}">
        <p14:creationId xmlns:p14="http://schemas.microsoft.com/office/powerpoint/2010/main" val="221739691"/>
      </p:ext>
    </p:extLst>
  </p:cSld>
  <p:clrMapOvr>
    <a:masterClrMapping/>
  </p:clrMapOvr>
  <mc:AlternateContent xmlns:mc="http://schemas.openxmlformats.org/markup-compatibility/2006" xmlns:p14="http://schemas.microsoft.com/office/powerpoint/2010/main">
    <mc:Choice Requires="p14">
      <p:transition spd="med" p14:dur="700" advTm="6754">
        <p:fade/>
      </p:transition>
    </mc:Choice>
    <mc:Fallback xmlns="">
      <p:transition spd="med" advTm="6754">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p:cNvSpPr>
            <a:spLocks noGrp="1"/>
          </p:cNvSpPr>
          <p:nvPr>
            <p:ph type="title"/>
          </p:nvPr>
        </p:nvSpPr>
        <p:spPr/>
        <p:txBody>
          <a:bodyPr/>
          <a:lstStyle/>
          <a:p>
            <a:r>
              <a:rPr kumimoji="1" lang="en-US" altLang="ja-JP" dirty="0"/>
              <a:t>Daftar</a:t>
            </a:r>
            <a:br>
              <a:rPr kumimoji="1" lang="en-US" altLang="ja-JP" dirty="0"/>
            </a:br>
            <a:r>
              <a:rPr kumimoji="1" lang="en-US" altLang="ja-JP" dirty="0">
                <a:solidFill>
                  <a:schemeClr val="accent1"/>
                </a:solidFill>
              </a:rPr>
              <a:t>Isi</a:t>
            </a:r>
            <a:endParaRPr kumimoji="1" lang="ja-JP" altLang="en-US" dirty="0">
              <a:solidFill>
                <a:schemeClr val="accent1"/>
              </a:solidFill>
            </a:endParaRPr>
          </a:p>
        </p:txBody>
      </p:sp>
      <p:sp>
        <p:nvSpPr>
          <p:cNvPr id="2" name="フッター プレースホルダー 1"/>
          <p:cNvSpPr>
            <a:spLocks noGrp="1"/>
          </p:cNvSpPr>
          <p:nvPr>
            <p:ph type="ftr" sz="quarter" idx="10"/>
          </p:nvPr>
        </p:nvSpPr>
        <p:spPr/>
        <p:txBody>
          <a:bodyPr/>
          <a:lstStyle/>
          <a:p>
            <a:r>
              <a:rPr lang="en-US" altLang="ja-JP" dirty="0"/>
              <a:t>Adryan Eka Vandra | 11451105030</a:t>
            </a:r>
            <a:endParaRPr lang="ja-JP" altLang="en-US" dirty="0"/>
          </a:p>
        </p:txBody>
      </p:sp>
      <p:sp>
        <p:nvSpPr>
          <p:cNvPr id="10" name="テキスト プレースホルダー 9"/>
          <p:cNvSpPr>
            <a:spLocks noGrp="1"/>
          </p:cNvSpPr>
          <p:nvPr>
            <p:ph type="body" sz="quarter" idx="15"/>
          </p:nvPr>
        </p:nvSpPr>
        <p:spPr/>
        <p:txBody>
          <a:bodyPr/>
          <a:lstStyle/>
          <a:p>
            <a:r>
              <a:rPr kumimoji="1" lang="en-US" altLang="ja-JP" dirty="0" err="1"/>
              <a:t>Pendahuluan</a:t>
            </a:r>
            <a:endParaRPr kumimoji="1" lang="ja-JP" altLang="en-US" dirty="0"/>
          </a:p>
        </p:txBody>
      </p:sp>
      <p:sp>
        <p:nvSpPr>
          <p:cNvPr id="11" name="テキスト プレースホルダー 10"/>
          <p:cNvSpPr>
            <a:spLocks noGrp="1"/>
          </p:cNvSpPr>
          <p:nvPr>
            <p:ph type="body" sz="quarter" idx="16"/>
          </p:nvPr>
        </p:nvSpPr>
        <p:spPr/>
        <p:txBody>
          <a:bodyPr>
            <a:normAutofit fontScale="92500"/>
          </a:bodyPr>
          <a:lstStyle/>
          <a:p>
            <a:r>
              <a:rPr kumimoji="1" lang="en-US" altLang="ja-JP" dirty="0" err="1"/>
              <a:t>Latar</a:t>
            </a:r>
            <a:r>
              <a:rPr kumimoji="1" lang="en-US" altLang="ja-JP" dirty="0"/>
              <a:t> </a:t>
            </a:r>
            <a:r>
              <a:rPr kumimoji="1" lang="en-US" altLang="ja-JP" dirty="0" err="1"/>
              <a:t>belakang</a:t>
            </a:r>
            <a:r>
              <a:rPr lang="en-US" altLang="ja-JP" dirty="0"/>
              <a:t>, </a:t>
            </a:r>
            <a:r>
              <a:rPr lang="en-US" altLang="ja-JP" dirty="0" err="1"/>
              <a:t>rumusan</a:t>
            </a:r>
            <a:r>
              <a:rPr lang="en-US" altLang="ja-JP" dirty="0"/>
              <a:t> </a:t>
            </a:r>
            <a:r>
              <a:rPr lang="en-US" altLang="ja-JP" dirty="0" err="1"/>
              <a:t>masalah</a:t>
            </a:r>
            <a:r>
              <a:rPr lang="en-US" altLang="ja-JP" dirty="0"/>
              <a:t>, </a:t>
            </a:r>
            <a:r>
              <a:rPr lang="en-US" altLang="ja-JP" dirty="0" err="1"/>
              <a:t>tujuan</a:t>
            </a:r>
            <a:r>
              <a:rPr lang="en-US" altLang="ja-JP" dirty="0"/>
              <a:t> </a:t>
            </a:r>
            <a:r>
              <a:rPr lang="en-US" altLang="ja-JP" dirty="0" err="1"/>
              <a:t>peneilitan</a:t>
            </a:r>
            <a:r>
              <a:rPr lang="id-ID" altLang="ja-JP" dirty="0"/>
              <a:t>, Batasan Penelitian</a:t>
            </a:r>
            <a:endParaRPr kumimoji="1" lang="ja-JP" altLang="en-US" dirty="0"/>
          </a:p>
        </p:txBody>
      </p:sp>
      <p:sp>
        <p:nvSpPr>
          <p:cNvPr id="14" name="テキスト プレースホルダー 13"/>
          <p:cNvSpPr>
            <a:spLocks noGrp="1"/>
          </p:cNvSpPr>
          <p:nvPr>
            <p:ph type="body" sz="quarter" idx="17"/>
          </p:nvPr>
        </p:nvSpPr>
        <p:spPr/>
        <p:txBody>
          <a:bodyPr/>
          <a:lstStyle/>
          <a:p>
            <a:r>
              <a:rPr kumimoji="1" lang="id-ID" altLang="ja-JP" dirty="0"/>
              <a:t>Kesimpulan dan Saran</a:t>
            </a:r>
            <a:endParaRPr kumimoji="1" lang="ja-JP" altLang="en-US" dirty="0"/>
          </a:p>
        </p:txBody>
      </p:sp>
      <p:sp>
        <p:nvSpPr>
          <p:cNvPr id="15" name="テキスト プレースホルダー 14"/>
          <p:cNvSpPr>
            <a:spLocks noGrp="1"/>
          </p:cNvSpPr>
          <p:nvPr>
            <p:ph type="body" sz="quarter" idx="18"/>
          </p:nvPr>
        </p:nvSpPr>
        <p:spPr/>
        <p:txBody>
          <a:bodyPr/>
          <a:lstStyle/>
          <a:p>
            <a:r>
              <a:rPr lang="id-ID" altLang="ja-JP" dirty="0"/>
              <a:t>Konklusi dan Saran </a:t>
            </a:r>
            <a:r>
              <a:rPr lang="id-ID" altLang="ja-JP" dirty="0" err="1"/>
              <a:t>kedepannya</a:t>
            </a:r>
            <a:endParaRPr kumimoji="1" lang="ja-JP" altLang="en-US" dirty="0"/>
          </a:p>
        </p:txBody>
      </p:sp>
      <p:sp>
        <p:nvSpPr>
          <p:cNvPr id="16" name="テキスト プレースホルダー 15"/>
          <p:cNvSpPr>
            <a:spLocks noGrp="1"/>
          </p:cNvSpPr>
          <p:nvPr>
            <p:ph type="body" sz="quarter" idx="19"/>
          </p:nvPr>
        </p:nvSpPr>
        <p:spPr/>
        <p:txBody>
          <a:bodyPr/>
          <a:lstStyle/>
          <a:p>
            <a:r>
              <a:rPr kumimoji="1" lang="id-ID" altLang="ja-JP" dirty="0"/>
              <a:t>Landasan Teori</a:t>
            </a:r>
            <a:endParaRPr kumimoji="1" lang="ja-JP" altLang="en-US" dirty="0"/>
          </a:p>
        </p:txBody>
      </p:sp>
      <p:sp>
        <p:nvSpPr>
          <p:cNvPr id="17" name="テキスト プレースホルダー 16"/>
          <p:cNvSpPr>
            <a:spLocks noGrp="1"/>
          </p:cNvSpPr>
          <p:nvPr>
            <p:ph type="body" sz="quarter" idx="20"/>
          </p:nvPr>
        </p:nvSpPr>
        <p:spPr/>
        <p:txBody>
          <a:bodyPr/>
          <a:lstStyle/>
          <a:p>
            <a:r>
              <a:rPr lang="en-US" altLang="ja-JP" dirty="0" err="1"/>
              <a:t>Akreditasi</a:t>
            </a:r>
            <a:r>
              <a:rPr lang="en-US" altLang="ja-JP" dirty="0"/>
              <a:t>, Ban-PT</a:t>
            </a:r>
            <a:r>
              <a:rPr lang="id-ID" altLang="ja-JP" dirty="0"/>
              <a:t>, Borang 9 Kriteria, </a:t>
            </a:r>
            <a:r>
              <a:rPr lang="id-ID" altLang="ja-JP" dirty="0" err="1"/>
              <a:t>Dashboard</a:t>
            </a:r>
            <a:endParaRPr lang="ja-JP" altLang="en-US" dirty="0"/>
          </a:p>
        </p:txBody>
      </p:sp>
      <p:sp>
        <p:nvSpPr>
          <p:cNvPr id="18" name="テキスト プレースホルダー 17"/>
          <p:cNvSpPr>
            <a:spLocks noGrp="1"/>
          </p:cNvSpPr>
          <p:nvPr>
            <p:ph type="body" sz="quarter" idx="21"/>
          </p:nvPr>
        </p:nvSpPr>
        <p:spPr/>
        <p:txBody>
          <a:bodyPr/>
          <a:lstStyle/>
          <a:p>
            <a:r>
              <a:rPr lang="id-ID" altLang="ja-JP" dirty="0"/>
              <a:t>Metodologi Penelitian</a:t>
            </a:r>
            <a:endParaRPr kumimoji="1" lang="ja-JP" altLang="en-US" dirty="0"/>
          </a:p>
        </p:txBody>
      </p:sp>
      <p:sp>
        <p:nvSpPr>
          <p:cNvPr id="19" name="テキスト プレースホルダー 18"/>
          <p:cNvSpPr>
            <a:spLocks noGrp="1"/>
          </p:cNvSpPr>
          <p:nvPr>
            <p:ph type="body" sz="quarter" idx="22"/>
          </p:nvPr>
        </p:nvSpPr>
        <p:spPr/>
        <p:txBody>
          <a:bodyPr/>
          <a:lstStyle/>
          <a:p>
            <a:r>
              <a:rPr lang="id-ID" altLang="ja-JP" dirty="0" err="1"/>
              <a:t>Flowchart</a:t>
            </a:r>
            <a:r>
              <a:rPr lang="id-ID" altLang="ja-JP" dirty="0"/>
              <a:t> penelitian</a:t>
            </a:r>
            <a:endParaRPr lang="ja-JP" altLang="en-US" dirty="0"/>
          </a:p>
        </p:txBody>
      </p:sp>
      <p:sp>
        <p:nvSpPr>
          <p:cNvPr id="25" name="Text Placeholder 24">
            <a:extLst>
              <a:ext uri="{FF2B5EF4-FFF2-40B4-BE49-F238E27FC236}">
                <a16:creationId xmlns:a16="http://schemas.microsoft.com/office/drawing/2014/main" id="{B7E6D7E8-7CB5-46B9-8B2E-6A14655ED970}"/>
              </a:ext>
            </a:extLst>
          </p:cNvPr>
          <p:cNvSpPr>
            <a:spLocks noGrp="1"/>
          </p:cNvSpPr>
          <p:nvPr>
            <p:ph type="body" sz="quarter" idx="23"/>
          </p:nvPr>
        </p:nvSpPr>
        <p:spPr/>
        <p:txBody>
          <a:bodyPr/>
          <a:lstStyle/>
          <a:p>
            <a:r>
              <a:rPr lang="id-ID" dirty="0"/>
              <a:t>Analisa dan Perancangan</a:t>
            </a:r>
          </a:p>
        </p:txBody>
      </p:sp>
      <p:sp>
        <p:nvSpPr>
          <p:cNvPr id="26" name="Text Placeholder 25">
            <a:extLst>
              <a:ext uri="{FF2B5EF4-FFF2-40B4-BE49-F238E27FC236}">
                <a16:creationId xmlns:a16="http://schemas.microsoft.com/office/drawing/2014/main" id="{254DB943-9F28-4867-8570-2A176436E461}"/>
              </a:ext>
            </a:extLst>
          </p:cNvPr>
          <p:cNvSpPr>
            <a:spLocks noGrp="1"/>
          </p:cNvSpPr>
          <p:nvPr>
            <p:ph type="body" sz="quarter" idx="24"/>
          </p:nvPr>
        </p:nvSpPr>
        <p:spPr/>
        <p:txBody>
          <a:bodyPr>
            <a:normAutofit fontScale="70000" lnSpcReduction="20000"/>
          </a:bodyPr>
          <a:lstStyle/>
          <a:p>
            <a:r>
              <a:rPr lang="id-ID" dirty="0"/>
              <a:t>Use </a:t>
            </a:r>
            <a:r>
              <a:rPr lang="id-ID" dirty="0" err="1"/>
              <a:t>Case</a:t>
            </a:r>
            <a:r>
              <a:rPr lang="id-ID" dirty="0"/>
              <a:t>, </a:t>
            </a:r>
            <a:r>
              <a:rPr lang="id-ID" dirty="0" err="1"/>
              <a:t>Usecase</a:t>
            </a:r>
            <a:r>
              <a:rPr lang="id-ID" dirty="0"/>
              <a:t> </a:t>
            </a:r>
            <a:r>
              <a:rPr lang="id-ID" dirty="0" err="1"/>
              <a:t>Spesification</a:t>
            </a:r>
            <a:r>
              <a:rPr lang="id-ID" dirty="0"/>
              <a:t>, </a:t>
            </a:r>
            <a:r>
              <a:rPr lang="id-ID" dirty="0" err="1"/>
              <a:t>Sequence</a:t>
            </a:r>
            <a:r>
              <a:rPr lang="id-ID" dirty="0"/>
              <a:t> Diagram, </a:t>
            </a:r>
            <a:r>
              <a:rPr lang="id-ID" dirty="0" err="1"/>
              <a:t>Activity</a:t>
            </a:r>
            <a:r>
              <a:rPr lang="id-ID" dirty="0"/>
              <a:t> Diagram, </a:t>
            </a:r>
            <a:r>
              <a:rPr lang="id-ID" dirty="0" err="1"/>
              <a:t>Class</a:t>
            </a:r>
            <a:r>
              <a:rPr lang="id-ID" dirty="0"/>
              <a:t> Diagram, </a:t>
            </a:r>
            <a:r>
              <a:rPr lang="id-ID" dirty="0" err="1"/>
              <a:t>Deployment</a:t>
            </a:r>
            <a:r>
              <a:rPr lang="id-ID" dirty="0"/>
              <a:t> Diagram</a:t>
            </a:r>
          </a:p>
        </p:txBody>
      </p:sp>
      <p:sp>
        <p:nvSpPr>
          <p:cNvPr id="27" name="Text Placeholder 26">
            <a:extLst>
              <a:ext uri="{FF2B5EF4-FFF2-40B4-BE49-F238E27FC236}">
                <a16:creationId xmlns:a16="http://schemas.microsoft.com/office/drawing/2014/main" id="{6CFAF529-EB07-4E55-B615-494FABAA8D2A}"/>
              </a:ext>
            </a:extLst>
          </p:cNvPr>
          <p:cNvSpPr>
            <a:spLocks noGrp="1"/>
          </p:cNvSpPr>
          <p:nvPr>
            <p:ph type="body" sz="quarter" idx="25"/>
          </p:nvPr>
        </p:nvSpPr>
        <p:spPr/>
        <p:txBody>
          <a:bodyPr/>
          <a:lstStyle/>
          <a:p>
            <a:r>
              <a:rPr lang="id-ID" dirty="0"/>
              <a:t>Implementasi dan Pengujian</a:t>
            </a:r>
          </a:p>
        </p:txBody>
      </p:sp>
      <p:sp>
        <p:nvSpPr>
          <p:cNvPr id="28" name="Text Placeholder 27">
            <a:extLst>
              <a:ext uri="{FF2B5EF4-FFF2-40B4-BE49-F238E27FC236}">
                <a16:creationId xmlns:a16="http://schemas.microsoft.com/office/drawing/2014/main" id="{EC948D50-5EFF-4A37-AFE5-EF2F4F8C425B}"/>
              </a:ext>
            </a:extLst>
          </p:cNvPr>
          <p:cNvSpPr>
            <a:spLocks noGrp="1"/>
          </p:cNvSpPr>
          <p:nvPr>
            <p:ph type="body" sz="quarter" idx="26"/>
          </p:nvPr>
        </p:nvSpPr>
        <p:spPr/>
        <p:txBody>
          <a:bodyPr/>
          <a:lstStyle/>
          <a:p>
            <a:r>
              <a:rPr lang="id-ID" dirty="0"/>
              <a:t>Implementasi Sistem (DEMO)</a:t>
            </a:r>
          </a:p>
        </p:txBody>
      </p:sp>
      <p:sp>
        <p:nvSpPr>
          <p:cNvPr id="3" name="スライド番号プレースホルダー 2"/>
          <p:cNvSpPr>
            <a:spLocks noGrp="1"/>
          </p:cNvSpPr>
          <p:nvPr>
            <p:ph type="sldNum" sz="quarter" idx="4"/>
          </p:nvPr>
        </p:nvSpPr>
        <p:spPr/>
        <p:txBody>
          <a:bodyPr/>
          <a:lstStyle/>
          <a:p>
            <a:fld id="{E6459DFB-86F3-43FA-8567-2EA6E426AE90}" type="slidenum">
              <a:rPr lang="ja-JP" altLang="en-US" smtClean="0"/>
              <a:pPr/>
              <a:t>2</a:t>
            </a:fld>
            <a:endParaRPr lang="ja-JP" altLang="en-US"/>
          </a:p>
        </p:txBody>
      </p:sp>
    </p:spTree>
    <p:extLst>
      <p:ext uri="{BB962C8B-B14F-4D97-AF65-F5344CB8AC3E}">
        <p14:creationId xmlns:p14="http://schemas.microsoft.com/office/powerpoint/2010/main" val="1011726925"/>
      </p:ext>
    </p:extLst>
  </p:cSld>
  <p:clrMapOvr>
    <a:masterClrMapping/>
  </p:clrMapOvr>
  <p:transition spd="slow" advTm="6197">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図プレースホルダー 1"/>
          <p:cNvSpPr>
            <a:spLocks noGrp="1"/>
          </p:cNvSpPr>
          <p:nvPr>
            <p:ph type="pic" sz="quarter" idx="10"/>
          </p:nvPr>
        </p:nvSpPr>
        <p:spPr/>
      </p:sp>
      <p:sp>
        <p:nvSpPr>
          <p:cNvPr id="17" name="テキスト プレースホルダー 16"/>
          <p:cNvSpPr>
            <a:spLocks noGrp="1"/>
          </p:cNvSpPr>
          <p:nvPr>
            <p:ph type="body" sz="quarter" idx="11"/>
          </p:nvPr>
        </p:nvSpPr>
        <p:spPr/>
        <p:txBody>
          <a:bodyPr/>
          <a:lstStyle/>
          <a:p>
            <a:endParaRPr kumimoji="1" lang="ja-JP" altLang="en-US" dirty="0"/>
          </a:p>
        </p:txBody>
      </p:sp>
      <p:sp>
        <p:nvSpPr>
          <p:cNvPr id="19" name="テキスト プレースホルダー 18"/>
          <p:cNvSpPr>
            <a:spLocks noGrp="1"/>
          </p:cNvSpPr>
          <p:nvPr>
            <p:ph type="body" sz="quarter" idx="12"/>
          </p:nvPr>
        </p:nvSpPr>
        <p:spPr/>
        <p:txBody>
          <a:bodyPr>
            <a:normAutofit/>
          </a:bodyPr>
          <a:lstStyle/>
          <a:p>
            <a:endParaRPr kumimoji="1" lang="ja-JP" altLang="en-US" dirty="0"/>
          </a:p>
        </p:txBody>
      </p:sp>
      <p:sp>
        <p:nvSpPr>
          <p:cNvPr id="5" name="テキスト プレースホルダー 4"/>
          <p:cNvSpPr>
            <a:spLocks noGrp="1"/>
          </p:cNvSpPr>
          <p:nvPr>
            <p:ph type="body" sz="quarter" idx="13"/>
          </p:nvPr>
        </p:nvSpPr>
        <p:spPr/>
        <p:txBody>
          <a:bodyPr/>
          <a:lstStyle/>
          <a:p>
            <a:endParaRPr kumimoji="1" lang="ja-JP" altLang="en-US"/>
          </a:p>
        </p:txBody>
      </p:sp>
      <p:sp>
        <p:nvSpPr>
          <p:cNvPr id="6" name="テキスト プレースホルダー 5"/>
          <p:cNvSpPr>
            <a:spLocks noGrp="1"/>
          </p:cNvSpPr>
          <p:nvPr>
            <p:ph type="body" sz="quarter" idx="14"/>
          </p:nvPr>
        </p:nvSpPr>
        <p:spPr/>
        <p:txBody>
          <a:bodyPr/>
          <a:lstStyle/>
          <a:p>
            <a:endParaRPr kumimoji="1" lang="ja-JP" altLang="en-US"/>
          </a:p>
        </p:txBody>
      </p:sp>
      <p:sp>
        <p:nvSpPr>
          <p:cNvPr id="7" name="テキスト プレースホルダー 6"/>
          <p:cNvSpPr>
            <a:spLocks noGrp="1"/>
          </p:cNvSpPr>
          <p:nvPr>
            <p:ph type="body" sz="quarter" idx="15"/>
          </p:nvPr>
        </p:nvSpPr>
        <p:spPr/>
        <p:txBody>
          <a:bodyPr/>
          <a:lstStyle/>
          <a:p>
            <a:r>
              <a:rPr kumimoji="1" lang="en-US" altLang="ja-JP" dirty="0"/>
              <a:t>1</a:t>
            </a:r>
            <a:endParaRPr kumimoji="1" lang="ja-JP" altLang="en-US" dirty="0"/>
          </a:p>
        </p:txBody>
      </p:sp>
      <p:sp>
        <p:nvSpPr>
          <p:cNvPr id="8" name="テキスト プレースホルダー 7"/>
          <p:cNvSpPr>
            <a:spLocks noGrp="1"/>
          </p:cNvSpPr>
          <p:nvPr>
            <p:ph type="body" sz="quarter" idx="17"/>
          </p:nvPr>
        </p:nvSpPr>
        <p:spPr/>
        <p:txBody>
          <a:bodyPr/>
          <a:lstStyle/>
          <a:p>
            <a:r>
              <a:rPr lang="en-US" altLang="ja-JP" dirty="0" err="1"/>
              <a:t>Pendahuluan</a:t>
            </a:r>
            <a:endParaRPr lang="ja-JP" altLang="en-US" dirty="0"/>
          </a:p>
        </p:txBody>
      </p:sp>
      <p:sp>
        <p:nvSpPr>
          <p:cNvPr id="9" name="テキスト プレースホルダー 8"/>
          <p:cNvSpPr>
            <a:spLocks noGrp="1"/>
          </p:cNvSpPr>
          <p:nvPr>
            <p:ph type="body" sz="quarter" idx="18"/>
          </p:nvPr>
        </p:nvSpPr>
        <p:spPr/>
        <p:txBody>
          <a:bodyPr/>
          <a:lstStyle/>
          <a:p>
            <a:endParaRPr kumimoji="1" lang="ja-JP" altLang="en-US"/>
          </a:p>
        </p:txBody>
      </p:sp>
      <p:sp>
        <p:nvSpPr>
          <p:cNvPr id="10" name="テキスト プレースホルダー 9"/>
          <p:cNvSpPr>
            <a:spLocks noGrp="1"/>
          </p:cNvSpPr>
          <p:nvPr>
            <p:ph type="body" sz="quarter" idx="19"/>
          </p:nvPr>
        </p:nvSpPr>
        <p:spPr/>
        <p:txBody>
          <a:bodyPr>
            <a:normAutofit lnSpcReduction="10000"/>
          </a:bodyPr>
          <a:lstStyle/>
          <a:p>
            <a:endParaRPr kumimoji="1" lang="ja-JP" altLang="en-US"/>
          </a:p>
        </p:txBody>
      </p:sp>
      <p:pic>
        <p:nvPicPr>
          <p:cNvPr id="12" name="図プレースホルダー 11"/>
          <p:cNvPicPr>
            <a:picLocks noGrp="1" noChangeAspect="1"/>
          </p:cNvPicPr>
          <p:nvPr>
            <p:ph type="pic" sz="quarter" idx="16"/>
          </p:nvPr>
        </p:nvPicPr>
        <p:blipFill>
          <a:blip r:embed="rId2" cstate="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061344299"/>
      </p:ext>
    </p:extLst>
  </p:cSld>
  <p:clrMapOvr>
    <a:masterClrMapping/>
  </p:clrMapOvr>
  <mc:AlternateContent xmlns:mc="http://schemas.openxmlformats.org/markup-compatibility/2006" xmlns:p14="http://schemas.microsoft.com/office/powerpoint/2010/main">
    <mc:Choice Requires="p14">
      <p:transition spd="slow" p14:dur="1200" advTm="4228">
        <p14:flip dir="r"/>
      </p:transition>
    </mc:Choice>
    <mc:Fallback xmlns="">
      <p:transition spd="slow" advTm="4228">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タイトル 17"/>
          <p:cNvSpPr>
            <a:spLocks noGrp="1"/>
          </p:cNvSpPr>
          <p:nvPr>
            <p:ph type="title"/>
          </p:nvPr>
        </p:nvSpPr>
        <p:spPr/>
        <p:txBody>
          <a:bodyPr/>
          <a:lstStyle/>
          <a:p>
            <a:r>
              <a:rPr kumimoji="1" lang="en-US" altLang="ja-JP" dirty="0" err="1"/>
              <a:t>Latar</a:t>
            </a:r>
            <a:r>
              <a:rPr kumimoji="1" lang="en-US" altLang="ja-JP" dirty="0"/>
              <a:t> </a:t>
            </a:r>
            <a:r>
              <a:rPr kumimoji="1" lang="en-US" altLang="ja-JP" dirty="0" err="1">
                <a:solidFill>
                  <a:schemeClr val="accent1"/>
                </a:solidFill>
                <a:latin typeface="Route 159 Bold" pitchFamily="50" charset="0"/>
              </a:rPr>
              <a:t>Belakang</a:t>
            </a:r>
            <a:endParaRPr kumimoji="1" lang="ja-JP" altLang="en-US" dirty="0">
              <a:solidFill>
                <a:schemeClr val="accent1"/>
              </a:solidFill>
              <a:latin typeface="Route 159 Bold" pitchFamily="50" charset="0"/>
            </a:endParaRPr>
          </a:p>
        </p:txBody>
      </p:sp>
      <p:sp>
        <p:nvSpPr>
          <p:cNvPr id="19" name="テキスト プレースホルダー 18"/>
          <p:cNvSpPr>
            <a:spLocks noGrp="1"/>
          </p:cNvSpPr>
          <p:nvPr>
            <p:ph type="body" sz="quarter" idx="13"/>
          </p:nvPr>
        </p:nvSpPr>
        <p:spPr/>
        <p:txBody>
          <a:bodyPr>
            <a:normAutofit fontScale="92500" lnSpcReduction="20000"/>
          </a:bodyPr>
          <a:lstStyle/>
          <a:p>
            <a:r>
              <a:rPr lang="en-US" altLang="ja-JP" dirty="0" err="1"/>
              <a:t>Latar</a:t>
            </a:r>
            <a:r>
              <a:rPr lang="en-US" altLang="ja-JP" dirty="0"/>
              <a:t> </a:t>
            </a:r>
            <a:r>
              <a:rPr lang="en-US" altLang="ja-JP" dirty="0" err="1"/>
              <a:t>belakang</a:t>
            </a:r>
            <a:r>
              <a:rPr lang="en-US" altLang="ja-JP" dirty="0"/>
              <a:t> </a:t>
            </a:r>
            <a:r>
              <a:rPr lang="en-US" altLang="ja-JP" dirty="0" err="1"/>
              <a:t>penelitian</a:t>
            </a:r>
            <a:endParaRPr kumimoji="1" lang="ja-JP" altLang="en-US" dirty="0"/>
          </a:p>
        </p:txBody>
      </p:sp>
      <p:pic>
        <p:nvPicPr>
          <p:cNvPr id="38" name="図プレースホルダー 37" descr="User"/>
          <p:cNvPicPr>
            <a:picLocks noGrp="1" noChangeAspect="1"/>
          </p:cNvPicPr>
          <p:nvPr>
            <p:ph type="pic" sz="quarter" idx="20"/>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89851" y="2794801"/>
            <a:ext cx="552341" cy="552341"/>
          </a:xfrm>
        </p:spPr>
      </p:pic>
      <p:sp>
        <p:nvSpPr>
          <p:cNvPr id="21" name="テキスト プレースホルダー 20"/>
          <p:cNvSpPr>
            <a:spLocks noGrp="1"/>
          </p:cNvSpPr>
          <p:nvPr>
            <p:ph type="body" sz="quarter" idx="21"/>
          </p:nvPr>
        </p:nvSpPr>
        <p:spPr/>
        <p:txBody>
          <a:bodyPr/>
          <a:lstStyle/>
          <a:p>
            <a:r>
              <a:rPr lang="id-ID" altLang="ja-JP" dirty="0"/>
              <a:t>Akreditasi</a:t>
            </a:r>
            <a:endParaRPr kumimoji="1" lang="ja-JP" altLang="en-US" dirty="0"/>
          </a:p>
        </p:txBody>
      </p:sp>
      <p:sp>
        <p:nvSpPr>
          <p:cNvPr id="22" name="テキスト プレースホルダー 21"/>
          <p:cNvSpPr>
            <a:spLocks noGrp="1"/>
          </p:cNvSpPr>
          <p:nvPr>
            <p:ph type="body" sz="quarter" idx="24"/>
          </p:nvPr>
        </p:nvSpPr>
        <p:spPr/>
        <p:txBody>
          <a:bodyPr/>
          <a:lstStyle/>
          <a:p>
            <a:r>
              <a:rPr lang="id-ID" dirty="0"/>
              <a:t>Status akreditasi dapat mempengaruhi keputusan mahasiswa dalam memilih suatu program studi (Kalsum, 2010)</a:t>
            </a:r>
            <a:endParaRPr kumimoji="1" lang="ja-JP" altLang="en-US" dirty="0"/>
          </a:p>
        </p:txBody>
      </p:sp>
      <p:pic>
        <p:nvPicPr>
          <p:cNvPr id="39" name="図プレースホルダー 38" descr="Hierarchy"/>
          <p:cNvPicPr>
            <a:picLocks noGrp="1" noChangeAspect="1"/>
          </p:cNvPicPr>
          <p:nvPr>
            <p:ph type="pic" sz="quarter" idx="25"/>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6635464" y="2794801"/>
            <a:ext cx="552341" cy="552341"/>
          </a:xfrm>
        </p:spPr>
      </p:pic>
      <p:sp>
        <p:nvSpPr>
          <p:cNvPr id="24" name="テキスト プレースホルダー 23"/>
          <p:cNvSpPr>
            <a:spLocks noGrp="1"/>
          </p:cNvSpPr>
          <p:nvPr>
            <p:ph type="body" sz="quarter" idx="26"/>
          </p:nvPr>
        </p:nvSpPr>
        <p:spPr/>
        <p:txBody>
          <a:bodyPr/>
          <a:lstStyle/>
          <a:p>
            <a:r>
              <a:rPr kumimoji="1" lang="en-US" altLang="ja-JP" dirty="0"/>
              <a:t>BAN-PT</a:t>
            </a:r>
            <a:endParaRPr kumimoji="1" lang="ja-JP" altLang="en-US" dirty="0"/>
          </a:p>
        </p:txBody>
      </p:sp>
      <p:sp>
        <p:nvSpPr>
          <p:cNvPr id="25" name="テキスト プレースホルダー 24"/>
          <p:cNvSpPr>
            <a:spLocks noGrp="1"/>
          </p:cNvSpPr>
          <p:nvPr>
            <p:ph type="body" sz="quarter" idx="27"/>
          </p:nvPr>
        </p:nvSpPr>
        <p:spPr/>
        <p:txBody>
          <a:bodyPr/>
          <a:lstStyle/>
          <a:p>
            <a:r>
              <a:rPr lang="id-ID" dirty="0"/>
              <a:t>BAN-PT merupakan badan akreditasi</a:t>
            </a:r>
            <a:r>
              <a:rPr lang="en-US" dirty="0"/>
              <a:t>.</a:t>
            </a:r>
          </a:p>
          <a:p>
            <a:r>
              <a:rPr lang="id-ID" dirty="0" err="1"/>
              <a:t>Undang-Undang</a:t>
            </a:r>
            <a:r>
              <a:rPr lang="id-ID" dirty="0"/>
              <a:t> No. 2 Tahun 1989 tentang Sistem Pendidikan Nasional, Peraturan Pemerintah No. 60 Tahun 1999 tentang Pendidikan Tinggi.</a:t>
            </a:r>
          </a:p>
          <a:p>
            <a:r>
              <a:rPr kumimoji="1" lang="id-ID" altLang="ja-JP" dirty="0"/>
              <a:t>Wewenang BAN-PT</a:t>
            </a:r>
            <a:endParaRPr kumimoji="1" lang="ja-JP" altLang="en-US" dirty="0"/>
          </a:p>
        </p:txBody>
      </p:sp>
      <p:pic>
        <p:nvPicPr>
          <p:cNvPr id="40" name="図プレースホルダー 39" descr="Checklist"/>
          <p:cNvPicPr>
            <a:picLocks noGrp="1" noChangeAspect="1"/>
          </p:cNvPicPr>
          <p:nvPr>
            <p:ph type="pic" sz="quarter" idx="28"/>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12375884" y="2794801"/>
            <a:ext cx="552341" cy="552341"/>
          </a:xfrm>
        </p:spPr>
      </p:pic>
      <p:sp>
        <p:nvSpPr>
          <p:cNvPr id="27" name="テキスト プレースホルダー 26"/>
          <p:cNvSpPr>
            <a:spLocks noGrp="1"/>
          </p:cNvSpPr>
          <p:nvPr>
            <p:ph type="body" sz="quarter" idx="29"/>
          </p:nvPr>
        </p:nvSpPr>
        <p:spPr/>
        <p:txBody>
          <a:bodyPr/>
          <a:lstStyle/>
          <a:p>
            <a:r>
              <a:rPr kumimoji="1" lang="en-US" altLang="ja-JP" dirty="0" err="1"/>
              <a:t>Borang</a:t>
            </a:r>
            <a:r>
              <a:rPr kumimoji="1" lang="en-US" altLang="ja-JP" dirty="0"/>
              <a:t> 9 </a:t>
            </a:r>
            <a:r>
              <a:rPr kumimoji="1" lang="en-US" altLang="ja-JP" dirty="0" err="1"/>
              <a:t>Kriteria</a:t>
            </a:r>
            <a:endParaRPr kumimoji="1" lang="ja-JP" altLang="en-US" dirty="0"/>
          </a:p>
        </p:txBody>
      </p:sp>
      <p:sp>
        <p:nvSpPr>
          <p:cNvPr id="28" name="テキスト プレースホルダー 27"/>
          <p:cNvSpPr>
            <a:spLocks noGrp="1"/>
          </p:cNvSpPr>
          <p:nvPr>
            <p:ph type="body" sz="quarter" idx="30"/>
          </p:nvPr>
        </p:nvSpPr>
        <p:spPr/>
        <p:txBody>
          <a:bodyPr/>
          <a:lstStyle/>
          <a:p>
            <a:r>
              <a:rPr lang="id-ID" dirty="0"/>
              <a:t>Peraturan BAN-PT Nomor 59 Tahun 2018 dan Nomor 2 Tahun 2019 yang berisi tentang model penilaian baru terhadap akreditasi peguruan tinggi dan akreditasi program studi</a:t>
            </a:r>
            <a:r>
              <a:rPr lang="en-US" dirty="0"/>
              <a:t>. </a:t>
            </a:r>
            <a:r>
              <a:rPr lang="id-ID" dirty="0"/>
              <a:t>Laporan Evaluasi Diri (LED) dan Laporan Kinerja (LK).</a:t>
            </a:r>
            <a:endParaRPr kumimoji="1" lang="ja-JP" altLang="en-US" dirty="0"/>
          </a:p>
        </p:txBody>
      </p:sp>
      <p:pic>
        <p:nvPicPr>
          <p:cNvPr id="41" name="図プレースホルダー 40" descr="Sad face with no fill"/>
          <p:cNvPicPr>
            <a:picLocks noGrp="1" noChangeAspect="1"/>
          </p:cNvPicPr>
          <p:nvPr>
            <p:ph type="pic" sz="quarter" idx="31"/>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901713" y="6043545"/>
            <a:ext cx="552341" cy="552341"/>
          </a:xfrm>
        </p:spPr>
      </p:pic>
      <p:sp>
        <p:nvSpPr>
          <p:cNvPr id="30" name="テキスト プレースホルダー 29"/>
          <p:cNvSpPr>
            <a:spLocks noGrp="1"/>
          </p:cNvSpPr>
          <p:nvPr>
            <p:ph type="body" sz="quarter" idx="32"/>
          </p:nvPr>
        </p:nvSpPr>
        <p:spPr/>
        <p:txBody>
          <a:bodyPr/>
          <a:lstStyle/>
          <a:p>
            <a:r>
              <a:rPr kumimoji="1" lang="en-US" altLang="ja-JP" dirty="0" err="1"/>
              <a:t>Permasalahan</a:t>
            </a:r>
            <a:endParaRPr kumimoji="1" lang="ja-JP" altLang="en-US" dirty="0"/>
          </a:p>
        </p:txBody>
      </p:sp>
      <p:sp>
        <p:nvSpPr>
          <p:cNvPr id="31" name="テキスト プレースホルダー 30"/>
          <p:cNvSpPr>
            <a:spLocks noGrp="1"/>
          </p:cNvSpPr>
          <p:nvPr>
            <p:ph type="body" sz="quarter" idx="33"/>
          </p:nvPr>
        </p:nvSpPr>
        <p:spPr/>
        <p:txBody>
          <a:bodyPr/>
          <a:lstStyle/>
          <a:p>
            <a:r>
              <a:rPr lang="en-US" dirty="0"/>
              <a:t>S</a:t>
            </a:r>
            <a:r>
              <a:rPr lang="id-ID" dirty="0"/>
              <a:t>ulit untuk melakukan manajemen dokumen yang jumlahnya banyak, kemudian data-data yang diperlukan terkadang tidak dimiliki oleh suatu program studi.</a:t>
            </a:r>
            <a:endParaRPr kumimoji="1" lang="ja-JP" altLang="en-US" dirty="0"/>
          </a:p>
        </p:txBody>
      </p:sp>
      <p:pic>
        <p:nvPicPr>
          <p:cNvPr id="43" name="図プレースホルダー 42" descr="Arrow Rotate left"/>
          <p:cNvPicPr>
            <a:picLocks noGrp="1" noChangeAspect="1"/>
          </p:cNvPicPr>
          <p:nvPr>
            <p:ph type="pic" sz="quarter" idx="34"/>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6647326" y="6043545"/>
            <a:ext cx="552341" cy="552341"/>
          </a:xfrm>
        </p:spPr>
      </p:pic>
      <p:sp>
        <p:nvSpPr>
          <p:cNvPr id="33" name="テキスト プレースホルダー 32"/>
          <p:cNvSpPr>
            <a:spLocks noGrp="1"/>
          </p:cNvSpPr>
          <p:nvPr>
            <p:ph type="body" sz="quarter" idx="35"/>
          </p:nvPr>
        </p:nvSpPr>
        <p:spPr/>
        <p:txBody>
          <a:bodyPr/>
          <a:lstStyle/>
          <a:p>
            <a:r>
              <a:rPr lang="en-US" altLang="ja-JP" sz="2800" dirty="0" err="1"/>
              <a:t>Penelitian</a:t>
            </a:r>
            <a:r>
              <a:rPr lang="en-US" altLang="ja-JP" sz="2800" dirty="0"/>
              <a:t> </a:t>
            </a:r>
            <a:r>
              <a:rPr lang="en-US" altLang="ja-JP" sz="2800" dirty="0" err="1"/>
              <a:t>Sebelumnya</a:t>
            </a:r>
            <a:endParaRPr kumimoji="1" lang="ja-JP" altLang="en-US" sz="2800" dirty="0"/>
          </a:p>
        </p:txBody>
      </p:sp>
      <p:sp>
        <p:nvSpPr>
          <p:cNvPr id="34" name="テキスト プレースホルダー 33"/>
          <p:cNvSpPr>
            <a:spLocks noGrp="1"/>
          </p:cNvSpPr>
          <p:nvPr>
            <p:ph type="body" sz="quarter" idx="36"/>
          </p:nvPr>
        </p:nvSpPr>
        <p:spPr/>
        <p:txBody>
          <a:bodyPr/>
          <a:lstStyle/>
          <a:p>
            <a:pPr marL="285750" indent="-285750">
              <a:buFontTx/>
              <a:buChar char="-"/>
            </a:pPr>
            <a:r>
              <a:rPr lang="id-ID" dirty="0"/>
              <a:t>Penelitian dari Raditya, dkk., (2016)</a:t>
            </a:r>
            <a:endParaRPr lang="en-US" dirty="0"/>
          </a:p>
          <a:p>
            <a:pPr marL="285750" indent="-285750">
              <a:buFontTx/>
              <a:buChar char="-"/>
            </a:pPr>
            <a:r>
              <a:rPr lang="id-ID" dirty="0"/>
              <a:t>Penelitian Widagdo, dkk., (2019)</a:t>
            </a:r>
            <a:endParaRPr lang="en-US" dirty="0"/>
          </a:p>
          <a:p>
            <a:pPr marL="285750" indent="-285750">
              <a:buFontTx/>
              <a:buChar char="-"/>
            </a:pPr>
            <a:r>
              <a:rPr lang="id-ID" dirty="0"/>
              <a:t>Penilitian Hadi, Budayawan, &amp; Syukhri (2017)</a:t>
            </a:r>
            <a:endParaRPr lang="en-US" dirty="0"/>
          </a:p>
          <a:p>
            <a:pPr marL="285750" indent="-285750">
              <a:buFontTx/>
              <a:buChar char="-"/>
            </a:pPr>
            <a:r>
              <a:rPr lang="id-ID" dirty="0"/>
              <a:t>Penelitian oleh Sukamto, Nugroho, &amp; Winarno (2016)</a:t>
            </a:r>
            <a:endParaRPr lang="en-US" dirty="0"/>
          </a:p>
          <a:p>
            <a:pPr marL="285750" indent="-285750">
              <a:buFontTx/>
              <a:buChar char="-"/>
            </a:pPr>
            <a:r>
              <a:rPr lang="id-ID" dirty="0"/>
              <a:t>Penelitian Putro (2014)</a:t>
            </a:r>
            <a:endParaRPr kumimoji="1" lang="ja-JP" altLang="en-US" dirty="0"/>
          </a:p>
        </p:txBody>
      </p:sp>
      <p:pic>
        <p:nvPicPr>
          <p:cNvPr id="44" name="図プレースホルダー 43"/>
          <p:cNvPicPr>
            <a:picLocks noGrp="1" noChangeAspect="1"/>
          </p:cNvPicPr>
          <p:nvPr>
            <p:ph type="pic" sz="quarter" idx="37"/>
          </p:nvPr>
        </p:nvPicPr>
        <p:blipFill>
          <a:blip r:embed="rId14" cstate="print">
            <a:extLst>
              <a:ext uri="{28A0092B-C50C-407E-A947-70E740481C1C}">
                <a14:useLocalDpi xmlns:a14="http://schemas.microsoft.com/office/drawing/2010/main" val="0"/>
              </a:ext>
            </a:extLst>
          </a:blip>
          <a:srcRect l="16211" r="16211"/>
          <a:stretch>
            <a:fillRect/>
          </a:stretch>
        </p:blipFill>
        <p:spPr/>
      </p:pic>
      <p:sp>
        <p:nvSpPr>
          <p:cNvPr id="36" name="テキスト プレースホルダー 35"/>
          <p:cNvSpPr>
            <a:spLocks noGrp="1"/>
          </p:cNvSpPr>
          <p:nvPr>
            <p:ph type="body" sz="quarter" idx="38"/>
          </p:nvPr>
        </p:nvSpPr>
        <p:spPr/>
        <p:txBody>
          <a:bodyPr/>
          <a:lstStyle/>
          <a:p>
            <a:r>
              <a:rPr lang="en-US" altLang="ja-JP" dirty="0"/>
              <a:t>Research Gap</a:t>
            </a:r>
            <a:endParaRPr kumimoji="1" lang="ja-JP" altLang="en-US" dirty="0"/>
          </a:p>
        </p:txBody>
      </p:sp>
      <p:sp>
        <p:nvSpPr>
          <p:cNvPr id="37" name="テキスト プレースホルダー 36"/>
          <p:cNvSpPr>
            <a:spLocks noGrp="1"/>
          </p:cNvSpPr>
          <p:nvPr>
            <p:ph type="body" sz="quarter" idx="39"/>
          </p:nvPr>
        </p:nvSpPr>
        <p:spPr/>
        <p:txBody>
          <a:bodyPr/>
          <a:lstStyle/>
          <a:p>
            <a:r>
              <a:rPr lang="id-ID" dirty="0"/>
              <a:t>Penelitian-penelitan sebelumnya membahas tentang borang 7 standar, dan belum ada yang membahas tentang borang 9 kriteria. </a:t>
            </a:r>
            <a:endParaRPr lang="en-ID" dirty="0"/>
          </a:p>
        </p:txBody>
      </p:sp>
      <p:sp>
        <p:nvSpPr>
          <p:cNvPr id="2" name="フッター プレースホルダー 1"/>
          <p:cNvSpPr>
            <a:spLocks noGrp="1"/>
          </p:cNvSpPr>
          <p:nvPr>
            <p:ph type="ftr" sz="quarter" idx="10"/>
          </p:nvPr>
        </p:nvSpPr>
        <p:spPr/>
        <p:txBody>
          <a:bodyPr/>
          <a:lstStyle/>
          <a:p>
            <a:r>
              <a:rPr lang="en-US" altLang="ja-JP" dirty="0"/>
              <a:t>Adryan Eka Vandra | 11451105030</a:t>
            </a:r>
            <a:endParaRPr lang="ja-JP" altLang="en-US" dirty="0"/>
          </a:p>
        </p:txBody>
      </p:sp>
      <p:sp>
        <p:nvSpPr>
          <p:cNvPr id="5" name="スライド番号プレースホルダー 4"/>
          <p:cNvSpPr>
            <a:spLocks noGrp="1"/>
          </p:cNvSpPr>
          <p:nvPr>
            <p:ph type="sldNum" sz="quarter" idx="11"/>
          </p:nvPr>
        </p:nvSpPr>
        <p:spPr/>
        <p:txBody>
          <a:bodyPr/>
          <a:lstStyle/>
          <a:p>
            <a:fld id="{E6459DFB-86F3-43FA-8567-2EA6E426AE90}" type="slidenum">
              <a:rPr lang="ja-JP" altLang="en-US" smtClean="0"/>
              <a:pPr/>
              <a:t>4</a:t>
            </a:fld>
            <a:endParaRPr lang="ja-JP" altLang="en-US"/>
          </a:p>
        </p:txBody>
      </p:sp>
    </p:spTree>
    <p:custDataLst>
      <p:tags r:id="rId1"/>
    </p:custDataLst>
    <p:extLst>
      <p:ext uri="{BB962C8B-B14F-4D97-AF65-F5344CB8AC3E}">
        <p14:creationId xmlns:p14="http://schemas.microsoft.com/office/powerpoint/2010/main" val="3913700080"/>
      </p:ext>
    </p:extLst>
  </p:cSld>
  <p:clrMapOvr>
    <a:masterClrMapping/>
  </p:clrMapOvr>
  <p:transition spd="slow" advTm="10724">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7D575DA-6734-4275-B17A-34E5D570B6A9}"/>
              </a:ext>
            </a:extLst>
          </p:cNvPr>
          <p:cNvSpPr>
            <a:spLocks noGrp="1"/>
          </p:cNvSpPr>
          <p:nvPr>
            <p:ph type="title"/>
          </p:nvPr>
        </p:nvSpPr>
        <p:spPr/>
        <p:txBody>
          <a:bodyPr/>
          <a:lstStyle/>
          <a:p>
            <a:r>
              <a:rPr lang="id-ID" dirty="0"/>
              <a:t>Bagaimana merancang dan membangun </a:t>
            </a:r>
            <a:r>
              <a:rPr lang="id-ID" i="1" dirty="0"/>
              <a:t>Dashboard</a:t>
            </a:r>
            <a:r>
              <a:rPr lang="id-ID" dirty="0"/>
              <a:t> Penjaminan Mutu Akreditasi Berbasis 9 Kriteria</a:t>
            </a:r>
            <a:endParaRPr lang="en-ID" dirty="0"/>
          </a:p>
        </p:txBody>
      </p:sp>
      <p:sp>
        <p:nvSpPr>
          <p:cNvPr id="4" name="Slide Number Placeholder 3">
            <a:extLst>
              <a:ext uri="{FF2B5EF4-FFF2-40B4-BE49-F238E27FC236}">
                <a16:creationId xmlns:a16="http://schemas.microsoft.com/office/drawing/2014/main" id="{537C12E5-75CA-4A50-A26B-C83A522533AC}"/>
              </a:ext>
            </a:extLst>
          </p:cNvPr>
          <p:cNvSpPr>
            <a:spLocks noGrp="1"/>
          </p:cNvSpPr>
          <p:nvPr>
            <p:ph type="sldNum" sz="quarter" idx="4294967295"/>
          </p:nvPr>
        </p:nvSpPr>
        <p:spPr>
          <a:xfrm>
            <a:off x="17205325" y="9432925"/>
            <a:ext cx="1081088" cy="547688"/>
          </a:xfrm>
          <a:prstGeom prst="rect">
            <a:avLst/>
          </a:prstGeom>
        </p:spPr>
        <p:txBody>
          <a:bodyPr/>
          <a:lstStyle/>
          <a:p>
            <a:fld id="{E6459DFB-86F3-43FA-8567-2EA6E426AE90}" type="slidenum">
              <a:rPr lang="ja-JP" altLang="en-US" smtClean="0"/>
              <a:pPr/>
              <a:t>5</a:t>
            </a:fld>
            <a:endParaRPr lang="ja-JP" altLang="en-US"/>
          </a:p>
        </p:txBody>
      </p:sp>
    </p:spTree>
    <p:extLst>
      <p:ext uri="{BB962C8B-B14F-4D97-AF65-F5344CB8AC3E}">
        <p14:creationId xmlns:p14="http://schemas.microsoft.com/office/powerpoint/2010/main" val="93552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EF2C3-7411-4305-98F0-F1438270BAF7}"/>
              </a:ext>
            </a:extLst>
          </p:cNvPr>
          <p:cNvSpPr>
            <a:spLocks noGrp="1"/>
          </p:cNvSpPr>
          <p:nvPr>
            <p:ph type="title"/>
          </p:nvPr>
        </p:nvSpPr>
        <p:spPr/>
        <p:txBody>
          <a:bodyPr/>
          <a:lstStyle/>
          <a:p>
            <a:r>
              <a:rPr lang="id-ID" dirty="0"/>
              <a:t>Merancang dan membangun </a:t>
            </a:r>
            <a:r>
              <a:rPr lang="id-ID" i="1" dirty="0" err="1"/>
              <a:t>Dashboard</a:t>
            </a:r>
            <a:r>
              <a:rPr lang="id-ID" dirty="0"/>
              <a:t> Penjaminan Mutu Akreditasi Berbasis 9 Kriteria.</a:t>
            </a:r>
            <a:br>
              <a:rPr lang="en-ID" dirty="0"/>
            </a:br>
            <a:endParaRPr lang="en-ID" dirty="0"/>
          </a:p>
        </p:txBody>
      </p:sp>
    </p:spTree>
    <p:extLst>
      <p:ext uri="{BB962C8B-B14F-4D97-AF65-F5344CB8AC3E}">
        <p14:creationId xmlns:p14="http://schemas.microsoft.com/office/powerpoint/2010/main" val="635708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B5700D-1F86-4D09-8EA1-068A571F7735}"/>
              </a:ext>
            </a:extLst>
          </p:cNvPr>
          <p:cNvSpPr>
            <a:spLocks noGrp="1"/>
          </p:cNvSpPr>
          <p:nvPr>
            <p:ph type="title"/>
          </p:nvPr>
        </p:nvSpPr>
        <p:spPr/>
        <p:txBody>
          <a:bodyPr/>
          <a:lstStyle/>
          <a:p>
            <a:r>
              <a:rPr lang="id-ID" dirty="0"/>
              <a:t>Batasan Penelitian</a:t>
            </a:r>
            <a:endParaRPr lang="en-ID" dirty="0"/>
          </a:p>
        </p:txBody>
      </p:sp>
      <p:sp>
        <p:nvSpPr>
          <p:cNvPr id="5" name="Text Placeholder 4">
            <a:extLst>
              <a:ext uri="{FF2B5EF4-FFF2-40B4-BE49-F238E27FC236}">
                <a16:creationId xmlns:a16="http://schemas.microsoft.com/office/drawing/2014/main" id="{3D880F3C-31E0-4B97-84B2-C7B7DB40EE39}"/>
              </a:ext>
            </a:extLst>
          </p:cNvPr>
          <p:cNvSpPr>
            <a:spLocks noGrp="1"/>
          </p:cNvSpPr>
          <p:nvPr>
            <p:ph type="body" sz="quarter" idx="14"/>
          </p:nvPr>
        </p:nvSpPr>
        <p:spPr/>
        <p:txBody>
          <a:bodyPr>
            <a:normAutofit/>
          </a:bodyPr>
          <a:lstStyle/>
          <a:p>
            <a:pPr marL="342900" lvl="0" indent="-342900">
              <a:buFont typeface="Arial" panose="020B0604020202020204" pitchFamily="34" charset="0"/>
              <a:buChar char="•"/>
            </a:pPr>
            <a:r>
              <a:rPr lang="id-ID" sz="2800" dirty="0"/>
              <a:t>Aplikasi tidak terhubung dengan sistem informasi induk yang dimiliki universitas.</a:t>
            </a:r>
            <a:endParaRPr lang="en-ID" sz="2800" dirty="0"/>
          </a:p>
          <a:p>
            <a:pPr marL="342900" lvl="0" indent="-342900">
              <a:buFont typeface="Arial" panose="020B0604020202020204" pitchFamily="34" charset="0"/>
              <a:buChar char="•"/>
            </a:pPr>
            <a:r>
              <a:rPr lang="id-ID" sz="2800" dirty="0"/>
              <a:t>Pembagian akun hanya berdasarkan unit, lembaga, satuan kerja, fakultas dan program studi, dan asesor.</a:t>
            </a:r>
            <a:endParaRPr lang="en-ID" sz="2800" dirty="0"/>
          </a:p>
          <a:p>
            <a:pPr marL="342900" lvl="0" indent="-342900">
              <a:buFont typeface="Arial" panose="020B0604020202020204" pitchFamily="34" charset="0"/>
              <a:buChar char="•"/>
            </a:pPr>
            <a:r>
              <a:rPr lang="id-ID" sz="2800" dirty="0"/>
              <a:t>Penelitian tidak mencakup pada penilaian Laporan Evaluasi Diri dan Laporan Kinerja secara eksternal.</a:t>
            </a:r>
            <a:endParaRPr lang="en-ID" sz="2800" dirty="0"/>
          </a:p>
          <a:p>
            <a:pPr marL="342900" indent="-342900">
              <a:buFont typeface="Arial" panose="020B0604020202020204" pitchFamily="34" charset="0"/>
              <a:buChar char="•"/>
            </a:pPr>
            <a:endParaRPr lang="en-ID" sz="2800" dirty="0"/>
          </a:p>
        </p:txBody>
      </p:sp>
      <p:sp>
        <p:nvSpPr>
          <p:cNvPr id="4" name="Text Placeholder 3">
            <a:extLst>
              <a:ext uri="{FF2B5EF4-FFF2-40B4-BE49-F238E27FC236}">
                <a16:creationId xmlns:a16="http://schemas.microsoft.com/office/drawing/2014/main" id="{F48CBEF0-7D4B-472E-B97A-0E1273E2B7EA}"/>
              </a:ext>
            </a:extLst>
          </p:cNvPr>
          <p:cNvSpPr>
            <a:spLocks noGrp="1"/>
          </p:cNvSpPr>
          <p:nvPr>
            <p:ph type="body" sz="quarter" idx="13"/>
          </p:nvPr>
        </p:nvSpPr>
        <p:spPr/>
        <p:txBody>
          <a:bodyPr>
            <a:normAutofit fontScale="92500" lnSpcReduction="20000"/>
          </a:bodyPr>
          <a:lstStyle/>
          <a:p>
            <a:endParaRPr lang="en-ID"/>
          </a:p>
        </p:txBody>
      </p:sp>
    </p:spTree>
    <p:extLst>
      <p:ext uri="{BB962C8B-B14F-4D97-AF65-F5344CB8AC3E}">
        <p14:creationId xmlns:p14="http://schemas.microsoft.com/office/powerpoint/2010/main" val="3989459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図プレースホルダー 1"/>
          <p:cNvSpPr>
            <a:spLocks noGrp="1"/>
          </p:cNvSpPr>
          <p:nvPr>
            <p:ph type="pic" sz="quarter" idx="10"/>
          </p:nvPr>
        </p:nvSpPr>
        <p:spPr/>
      </p:sp>
      <p:sp>
        <p:nvSpPr>
          <p:cNvPr id="17" name="テキスト プレースホルダー 16"/>
          <p:cNvSpPr>
            <a:spLocks noGrp="1"/>
          </p:cNvSpPr>
          <p:nvPr>
            <p:ph type="body" sz="quarter" idx="11"/>
          </p:nvPr>
        </p:nvSpPr>
        <p:spPr/>
        <p:txBody>
          <a:bodyPr/>
          <a:lstStyle/>
          <a:p>
            <a:r>
              <a:rPr lang="en-US" altLang="ja-JP" dirty="0"/>
              <a:t> </a:t>
            </a:r>
            <a:endParaRPr kumimoji="1" lang="ja-JP" altLang="en-US" dirty="0"/>
          </a:p>
        </p:txBody>
      </p:sp>
      <p:sp>
        <p:nvSpPr>
          <p:cNvPr id="19" name="テキスト プレースホルダー 18"/>
          <p:cNvSpPr>
            <a:spLocks noGrp="1"/>
          </p:cNvSpPr>
          <p:nvPr>
            <p:ph type="body" sz="quarter" idx="12"/>
          </p:nvPr>
        </p:nvSpPr>
        <p:spPr/>
        <p:txBody>
          <a:bodyPr>
            <a:normAutofit/>
          </a:bodyPr>
          <a:lstStyle/>
          <a:p>
            <a:endParaRPr kumimoji="1" lang="ja-JP" altLang="en-US" dirty="0"/>
          </a:p>
        </p:txBody>
      </p:sp>
      <p:sp>
        <p:nvSpPr>
          <p:cNvPr id="5" name="テキスト プレースホルダー 4"/>
          <p:cNvSpPr>
            <a:spLocks noGrp="1"/>
          </p:cNvSpPr>
          <p:nvPr>
            <p:ph type="body" sz="quarter" idx="13"/>
          </p:nvPr>
        </p:nvSpPr>
        <p:spPr/>
        <p:txBody>
          <a:bodyPr/>
          <a:lstStyle/>
          <a:p>
            <a:endParaRPr kumimoji="1" lang="ja-JP" altLang="en-US"/>
          </a:p>
        </p:txBody>
      </p:sp>
      <p:sp>
        <p:nvSpPr>
          <p:cNvPr id="6" name="テキスト プレースホルダー 5"/>
          <p:cNvSpPr>
            <a:spLocks noGrp="1"/>
          </p:cNvSpPr>
          <p:nvPr>
            <p:ph type="body" sz="quarter" idx="14"/>
          </p:nvPr>
        </p:nvSpPr>
        <p:spPr/>
        <p:txBody>
          <a:bodyPr/>
          <a:lstStyle/>
          <a:p>
            <a:endParaRPr kumimoji="1" lang="ja-JP" altLang="en-US"/>
          </a:p>
        </p:txBody>
      </p:sp>
      <p:sp>
        <p:nvSpPr>
          <p:cNvPr id="7" name="テキスト プレースホルダー 6"/>
          <p:cNvSpPr>
            <a:spLocks noGrp="1"/>
          </p:cNvSpPr>
          <p:nvPr>
            <p:ph type="body" sz="quarter" idx="15"/>
          </p:nvPr>
        </p:nvSpPr>
        <p:spPr/>
        <p:txBody>
          <a:bodyPr/>
          <a:lstStyle/>
          <a:p>
            <a:r>
              <a:rPr kumimoji="1" lang="en-US" altLang="ja-JP" dirty="0"/>
              <a:t>2</a:t>
            </a:r>
            <a:endParaRPr kumimoji="1" lang="ja-JP" altLang="en-US" dirty="0"/>
          </a:p>
        </p:txBody>
      </p:sp>
      <p:pic>
        <p:nvPicPr>
          <p:cNvPr id="23" name="図プレースホルダー 22"/>
          <p:cNvPicPr>
            <a:picLocks noGrp="1" noChangeAspect="1"/>
          </p:cNvPicPr>
          <p:nvPr>
            <p:ph type="pic" sz="quarter" idx="16"/>
          </p:nvPr>
        </p:nvPicPr>
        <p:blipFill>
          <a:blip r:embed="rId2" cstate="print">
            <a:extLst>
              <a:ext uri="{28A0092B-C50C-407E-A947-70E740481C1C}">
                <a14:useLocalDpi xmlns:a14="http://schemas.microsoft.com/office/drawing/2010/main" val="0"/>
              </a:ext>
            </a:extLst>
          </a:blip>
          <a:srcRect l="16220" r="16220"/>
          <a:stretch>
            <a:fillRect/>
          </a:stretch>
        </p:blipFill>
        <p:spPr/>
      </p:pic>
      <p:sp>
        <p:nvSpPr>
          <p:cNvPr id="8" name="テキスト プレースホルダー 7"/>
          <p:cNvSpPr>
            <a:spLocks noGrp="1"/>
          </p:cNvSpPr>
          <p:nvPr>
            <p:ph type="body" sz="quarter" idx="17"/>
          </p:nvPr>
        </p:nvSpPr>
        <p:spPr/>
        <p:txBody>
          <a:bodyPr/>
          <a:lstStyle/>
          <a:p>
            <a:r>
              <a:rPr lang="en-US" altLang="ja-JP" dirty="0" err="1"/>
              <a:t>Landasan</a:t>
            </a:r>
            <a:r>
              <a:rPr lang="en-US" altLang="ja-JP" dirty="0"/>
              <a:t> </a:t>
            </a:r>
            <a:r>
              <a:rPr lang="en-US" altLang="ja-JP" dirty="0" err="1"/>
              <a:t>Teori</a:t>
            </a:r>
            <a:endParaRPr lang="ja-JP" altLang="en-US" dirty="0"/>
          </a:p>
        </p:txBody>
      </p:sp>
      <p:sp>
        <p:nvSpPr>
          <p:cNvPr id="9" name="テキスト プレースホルダー 8"/>
          <p:cNvSpPr>
            <a:spLocks noGrp="1"/>
          </p:cNvSpPr>
          <p:nvPr>
            <p:ph type="body" sz="quarter" idx="18"/>
          </p:nvPr>
        </p:nvSpPr>
        <p:spPr/>
        <p:txBody>
          <a:bodyPr/>
          <a:lstStyle/>
          <a:p>
            <a:endParaRPr kumimoji="1" lang="ja-JP" altLang="en-US"/>
          </a:p>
        </p:txBody>
      </p:sp>
      <p:sp>
        <p:nvSpPr>
          <p:cNvPr id="10" name="テキスト プレースホルダー 9"/>
          <p:cNvSpPr>
            <a:spLocks noGrp="1"/>
          </p:cNvSpPr>
          <p:nvPr>
            <p:ph type="body" sz="quarter" idx="19"/>
          </p:nvPr>
        </p:nvSpPr>
        <p:spPr/>
        <p:txBody>
          <a:bodyPr>
            <a:normAutofit lnSpcReduction="10000"/>
          </a:bodyPr>
          <a:lstStyle/>
          <a:p>
            <a:endParaRPr kumimoji="1" lang="ja-JP" altLang="en-US"/>
          </a:p>
        </p:txBody>
      </p:sp>
    </p:spTree>
    <p:extLst>
      <p:ext uri="{BB962C8B-B14F-4D97-AF65-F5344CB8AC3E}">
        <p14:creationId xmlns:p14="http://schemas.microsoft.com/office/powerpoint/2010/main" val="2088587445"/>
      </p:ext>
    </p:extLst>
  </p:cSld>
  <p:clrMapOvr>
    <a:masterClrMapping/>
  </p:clrMapOvr>
  <mc:AlternateContent xmlns:mc="http://schemas.openxmlformats.org/markup-compatibility/2006" xmlns:p14="http://schemas.microsoft.com/office/powerpoint/2010/main">
    <mc:Choice Requires="p14">
      <p:transition spd="slow" p14:dur="1200" advTm="4273">
        <p14:flip dir="r"/>
      </p:transition>
    </mc:Choice>
    <mc:Fallback xmlns="">
      <p:transition spd="slow" advTm="4273">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Landasan</a:t>
            </a:r>
            <a:r>
              <a:rPr lang="en-US" altLang="ja-JP" dirty="0"/>
              <a:t> </a:t>
            </a:r>
            <a:r>
              <a:rPr lang="en-US" altLang="ja-JP" dirty="0" err="1"/>
              <a:t>Teori</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dirty="0"/>
              <a:t>Adryan Eka Vandra | 11451105030</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9</a:t>
            </a:fld>
            <a:endParaRPr lang="ja-JP" altLang="en-US"/>
          </a:p>
        </p:txBody>
      </p:sp>
      <p:sp>
        <p:nvSpPr>
          <p:cNvPr id="5" name="テキスト プレースホルダー 4"/>
          <p:cNvSpPr>
            <a:spLocks noGrp="1"/>
          </p:cNvSpPr>
          <p:nvPr>
            <p:ph type="body" sz="quarter" idx="13"/>
          </p:nvPr>
        </p:nvSpPr>
        <p:spPr/>
        <p:txBody>
          <a:bodyPr>
            <a:normAutofit fontScale="92500" lnSpcReduction="20000"/>
          </a:bodyPr>
          <a:lstStyle/>
          <a:p>
            <a:r>
              <a:rPr lang="en-US" altLang="ja-JP" dirty="0" err="1"/>
              <a:t>Akreditasi</a:t>
            </a:r>
            <a:r>
              <a:rPr lang="en-US" altLang="ja-JP" dirty="0"/>
              <a:t>, Ban-</a:t>
            </a:r>
            <a:r>
              <a:rPr lang="en-US" altLang="ja-JP" dirty="0" err="1"/>
              <a:t>pt</a:t>
            </a:r>
            <a:r>
              <a:rPr lang="en-US" altLang="ja-JP" dirty="0"/>
              <a:t>, </a:t>
            </a:r>
            <a:r>
              <a:rPr lang="en-US" altLang="ja-JP" dirty="0" err="1"/>
              <a:t>Borang</a:t>
            </a:r>
            <a:r>
              <a:rPr lang="en-US" altLang="ja-JP" dirty="0"/>
              <a:t> 9 </a:t>
            </a:r>
            <a:r>
              <a:rPr lang="en-US" altLang="ja-JP" dirty="0" err="1"/>
              <a:t>Kriteria</a:t>
            </a:r>
            <a:r>
              <a:rPr lang="en-US" altLang="ja-JP" dirty="0"/>
              <a:t>, Dashboard</a:t>
            </a:r>
            <a:endParaRPr kumimoji="1" lang="ja-JP" altLang="en-US" dirty="0"/>
          </a:p>
        </p:txBody>
      </p:sp>
      <p:sp>
        <p:nvSpPr>
          <p:cNvPr id="6" name="テキスト プレースホルダー 5"/>
          <p:cNvSpPr>
            <a:spLocks noGrp="1"/>
          </p:cNvSpPr>
          <p:nvPr>
            <p:ph type="body" sz="quarter" idx="15"/>
          </p:nvPr>
        </p:nvSpPr>
        <p:spPr/>
        <p:txBody>
          <a:bodyPr/>
          <a:lstStyle/>
          <a:p>
            <a:r>
              <a:rPr lang="en-US" altLang="ja-JP" dirty="0" err="1"/>
              <a:t>Akreditasi</a:t>
            </a:r>
            <a:endParaRPr kumimoji="1" lang="ja-JP" altLang="en-US" dirty="0"/>
          </a:p>
        </p:txBody>
      </p:sp>
      <p:sp>
        <p:nvSpPr>
          <p:cNvPr id="7" name="テキスト プレースホルダー 6"/>
          <p:cNvSpPr>
            <a:spLocks noGrp="1"/>
          </p:cNvSpPr>
          <p:nvPr>
            <p:ph type="body" sz="quarter" idx="14"/>
          </p:nvPr>
        </p:nvSpPr>
        <p:spPr/>
        <p:txBody>
          <a:bodyPr>
            <a:normAutofit/>
          </a:bodyPr>
          <a:lstStyle/>
          <a:p>
            <a:pPr marL="342900" indent="-342900">
              <a:buFont typeface="Arial" panose="020B0604020202020204" pitchFamily="34" charset="0"/>
              <a:buChar char="•"/>
            </a:pPr>
            <a:r>
              <a:rPr lang="id-ID" dirty="0"/>
              <a:t>Menurut KBBI</a:t>
            </a:r>
          </a:p>
          <a:p>
            <a:pPr marL="342900" indent="-342900">
              <a:buFont typeface="Arial" panose="020B0604020202020204" pitchFamily="34" charset="0"/>
              <a:buChar char="•"/>
            </a:pPr>
            <a:r>
              <a:rPr lang="id-ID" dirty="0"/>
              <a:t>Menurut Pasal 60 Ayat 1 UU No. 20 Tahun 2003 tenteng Sistem Pendidikan Nasional.</a:t>
            </a:r>
          </a:p>
          <a:p>
            <a:endParaRPr kumimoji="1" lang="ja-JP" altLang="en-US" dirty="0"/>
          </a:p>
        </p:txBody>
      </p:sp>
      <p:sp>
        <p:nvSpPr>
          <p:cNvPr id="10" name="テキスト プレースホルダー 9"/>
          <p:cNvSpPr>
            <a:spLocks noGrp="1"/>
          </p:cNvSpPr>
          <p:nvPr>
            <p:ph type="body" sz="quarter" idx="16"/>
          </p:nvPr>
        </p:nvSpPr>
        <p:spPr/>
        <p:txBody>
          <a:bodyPr/>
          <a:lstStyle/>
          <a:p>
            <a:r>
              <a:rPr lang="en-US" altLang="ja-JP" dirty="0"/>
              <a:t>BAN-PT</a:t>
            </a:r>
            <a:endParaRPr lang="ja-JP" altLang="en-US" dirty="0"/>
          </a:p>
        </p:txBody>
      </p:sp>
      <p:sp>
        <p:nvSpPr>
          <p:cNvPr id="8" name="テキスト プレースホルダー 7"/>
          <p:cNvSpPr>
            <a:spLocks noGrp="1"/>
          </p:cNvSpPr>
          <p:nvPr>
            <p:ph type="body" sz="quarter" idx="17"/>
          </p:nvPr>
        </p:nvSpPr>
        <p:spPr>
          <a:xfrm>
            <a:off x="2709066" y="6777106"/>
            <a:ext cx="6433348" cy="3203369"/>
          </a:xfrm>
        </p:spPr>
        <p:txBody>
          <a:bodyPr>
            <a:normAutofit/>
          </a:bodyPr>
          <a:lstStyle/>
          <a:p>
            <a:pPr marL="342900" indent="-342900">
              <a:buFont typeface="Arial" panose="020B0604020202020204" pitchFamily="34" charset="0"/>
              <a:buChar char="•"/>
            </a:pPr>
            <a:r>
              <a:rPr lang="id-ID" dirty="0"/>
              <a:t>Badan Akreditasi Nasional Perguruan Tinggi Dibentuk Mendikbud tahun 1994, untuk melakukan akreditasi perguruan tinggi. </a:t>
            </a:r>
          </a:p>
          <a:p>
            <a:pPr marL="342900" indent="-342900">
              <a:buFont typeface="Arial" panose="020B0604020202020204" pitchFamily="34" charset="0"/>
              <a:buChar char="•"/>
            </a:pPr>
            <a:r>
              <a:rPr lang="id-ID" dirty="0"/>
              <a:t>Dasar hukum </a:t>
            </a:r>
            <a:r>
              <a:rPr lang="id-ID" dirty="0" err="1"/>
              <a:t>Undang-Undang</a:t>
            </a:r>
            <a:r>
              <a:rPr lang="id-ID" dirty="0"/>
              <a:t> No. 2 Tahun 1989 tentang Sistem Pendidikan Nasional, dan Peraturan Pemerintah No. 60 Tahun 1999 tentang Pendidikan Tinggi.</a:t>
            </a:r>
            <a:endParaRPr lang="en-ID" dirty="0"/>
          </a:p>
        </p:txBody>
      </p:sp>
      <p:sp>
        <p:nvSpPr>
          <p:cNvPr id="11" name="テキスト プレースホルダー 10"/>
          <p:cNvSpPr>
            <a:spLocks noGrp="1"/>
          </p:cNvSpPr>
          <p:nvPr>
            <p:ph type="body" sz="quarter" idx="18"/>
          </p:nvPr>
        </p:nvSpPr>
        <p:spPr/>
        <p:txBody>
          <a:bodyPr/>
          <a:lstStyle/>
          <a:p>
            <a:r>
              <a:rPr lang="en-US" altLang="ja-JP" dirty="0" err="1"/>
              <a:t>Borang</a:t>
            </a:r>
            <a:r>
              <a:rPr lang="en-US" altLang="ja-JP" dirty="0"/>
              <a:t> 9 </a:t>
            </a:r>
            <a:r>
              <a:rPr lang="en-US" altLang="ja-JP" dirty="0" err="1"/>
              <a:t>Kriteria</a:t>
            </a:r>
            <a:endParaRPr lang="ja-JP" altLang="en-US" dirty="0"/>
          </a:p>
        </p:txBody>
      </p:sp>
      <p:sp>
        <p:nvSpPr>
          <p:cNvPr id="9" name="テキスト プレースホルダー 8"/>
          <p:cNvSpPr>
            <a:spLocks noGrp="1"/>
          </p:cNvSpPr>
          <p:nvPr>
            <p:ph type="body" sz="quarter" idx="19"/>
          </p:nvPr>
        </p:nvSpPr>
        <p:spPr/>
        <p:txBody>
          <a:bodyPr>
            <a:noAutofit/>
          </a:bodyPr>
          <a:lstStyle/>
          <a:p>
            <a:pPr marL="228600" lvl="0" indent="-228600">
              <a:buAutoNum type="arabicPeriod"/>
            </a:pPr>
            <a:r>
              <a:rPr lang="id-ID" sz="1600" dirty="0"/>
              <a:t>Visi, Misi, Tujuan, dan Strategi</a:t>
            </a:r>
            <a:r>
              <a:rPr lang="en-US" sz="1600" dirty="0"/>
              <a:t>; </a:t>
            </a:r>
            <a:r>
              <a:rPr lang="id-ID" sz="1600" dirty="0"/>
              <a:t>Tata Pamong, Tata Kelola, dan Kerjasama</a:t>
            </a:r>
            <a:r>
              <a:rPr lang="en-US" sz="1600" dirty="0"/>
              <a:t>; </a:t>
            </a:r>
            <a:r>
              <a:rPr lang="id-ID" sz="1600" dirty="0"/>
              <a:t>Mahasiswa</a:t>
            </a:r>
            <a:r>
              <a:rPr lang="en-US" sz="1600" dirty="0"/>
              <a:t>; </a:t>
            </a:r>
            <a:r>
              <a:rPr lang="id-ID" sz="1600" dirty="0"/>
              <a:t>Sumber daya manusia</a:t>
            </a:r>
            <a:r>
              <a:rPr lang="en-US" sz="1600" dirty="0"/>
              <a:t>; </a:t>
            </a:r>
            <a:r>
              <a:rPr lang="id-ID" sz="1600" dirty="0"/>
              <a:t>Keuangan, Sarana, dan Prasarana</a:t>
            </a:r>
            <a:r>
              <a:rPr lang="en-US" sz="1600" dirty="0"/>
              <a:t>; </a:t>
            </a:r>
            <a:r>
              <a:rPr lang="id-ID" sz="1600" dirty="0"/>
              <a:t>Pendidikan</a:t>
            </a:r>
            <a:r>
              <a:rPr lang="en-US" sz="1600" dirty="0"/>
              <a:t>; </a:t>
            </a:r>
            <a:r>
              <a:rPr lang="id-ID" sz="1600" dirty="0"/>
              <a:t>Penelitian</a:t>
            </a:r>
            <a:r>
              <a:rPr lang="en-US" sz="1600" dirty="0"/>
              <a:t>; </a:t>
            </a:r>
            <a:r>
              <a:rPr lang="id-ID" sz="1600" dirty="0"/>
              <a:t>Pengabdian Kepada Masyarakat</a:t>
            </a:r>
            <a:r>
              <a:rPr lang="en-US" sz="1600" dirty="0"/>
              <a:t>; </a:t>
            </a:r>
            <a:r>
              <a:rPr lang="id-ID" sz="1600" dirty="0"/>
              <a:t>Luaran dan Capaian Tridharma</a:t>
            </a:r>
            <a:r>
              <a:rPr lang="en-US" sz="1600" dirty="0"/>
              <a:t>.</a:t>
            </a:r>
            <a:r>
              <a:rPr lang="id-ID" sz="1600" dirty="0"/>
              <a:t> </a:t>
            </a:r>
            <a:endParaRPr lang="en-US" sz="1600" dirty="0"/>
          </a:p>
          <a:p>
            <a:pPr marL="228600" lvl="0" indent="-228600">
              <a:buAutoNum type="arabicPeriod"/>
            </a:pPr>
            <a:r>
              <a:rPr lang="id-ID" sz="1600" dirty="0"/>
              <a:t>Latar belakang</a:t>
            </a:r>
            <a:r>
              <a:rPr lang="en-US" sz="1600" dirty="0"/>
              <a:t>; </a:t>
            </a:r>
            <a:r>
              <a:rPr lang="id-ID" sz="1600" dirty="0"/>
              <a:t>Kebijakan</a:t>
            </a:r>
            <a:r>
              <a:rPr lang="en-US" sz="1600" dirty="0"/>
              <a:t>; </a:t>
            </a:r>
            <a:r>
              <a:rPr lang="id-ID" sz="1600" dirty="0"/>
              <a:t>Strategi Pencapaian</a:t>
            </a:r>
            <a:r>
              <a:rPr lang="en-US" sz="1600" dirty="0"/>
              <a:t>; </a:t>
            </a:r>
            <a:r>
              <a:rPr lang="id-ID" sz="1600" dirty="0"/>
              <a:t>Indikator Kinerja Utama</a:t>
            </a:r>
            <a:r>
              <a:rPr lang="en-US" sz="1600" dirty="0"/>
              <a:t>; </a:t>
            </a:r>
            <a:r>
              <a:rPr lang="id-ID" sz="1600" dirty="0"/>
              <a:t>Indikator Kinerja Tambahan</a:t>
            </a:r>
            <a:r>
              <a:rPr lang="en-US" sz="1600" dirty="0"/>
              <a:t>; </a:t>
            </a:r>
            <a:r>
              <a:rPr lang="id-ID" sz="1600" dirty="0"/>
              <a:t>Evaluasi Capaian Kinerja</a:t>
            </a:r>
            <a:r>
              <a:rPr lang="en-US" sz="1600" dirty="0"/>
              <a:t>; </a:t>
            </a:r>
            <a:r>
              <a:rPr lang="id-ID" sz="1600" dirty="0"/>
              <a:t>Kesimpulan Hasil Evaluasi; Kepuasan Pengguna; Ketercapaian dan Tindak Lanjut</a:t>
            </a:r>
            <a:r>
              <a:rPr lang="en-US" sz="1600" dirty="0"/>
              <a:t>;</a:t>
            </a:r>
          </a:p>
        </p:txBody>
      </p:sp>
      <p:sp>
        <p:nvSpPr>
          <p:cNvPr id="12" name="Text Placeholder 11">
            <a:extLst>
              <a:ext uri="{FF2B5EF4-FFF2-40B4-BE49-F238E27FC236}">
                <a16:creationId xmlns:a16="http://schemas.microsoft.com/office/drawing/2014/main" id="{1F208B44-4307-4E14-A3B1-86AD970E32C0}"/>
              </a:ext>
            </a:extLst>
          </p:cNvPr>
          <p:cNvSpPr>
            <a:spLocks noGrp="1"/>
          </p:cNvSpPr>
          <p:nvPr>
            <p:ph type="body" sz="quarter" idx="20"/>
          </p:nvPr>
        </p:nvSpPr>
        <p:spPr/>
        <p:txBody>
          <a:bodyPr/>
          <a:lstStyle/>
          <a:p>
            <a:r>
              <a:rPr lang="en-US" dirty="0"/>
              <a:t>Dashboard</a:t>
            </a:r>
            <a:endParaRPr lang="en-ID" dirty="0"/>
          </a:p>
        </p:txBody>
      </p:sp>
      <p:sp>
        <p:nvSpPr>
          <p:cNvPr id="13" name="Text Placeholder 12">
            <a:extLst>
              <a:ext uri="{FF2B5EF4-FFF2-40B4-BE49-F238E27FC236}">
                <a16:creationId xmlns:a16="http://schemas.microsoft.com/office/drawing/2014/main" id="{9E254D53-EDDB-4A67-BC09-B88B169BCFD3}"/>
              </a:ext>
            </a:extLst>
          </p:cNvPr>
          <p:cNvSpPr>
            <a:spLocks noGrp="1"/>
          </p:cNvSpPr>
          <p:nvPr>
            <p:ph type="body" sz="quarter" idx="21"/>
          </p:nvPr>
        </p:nvSpPr>
        <p:spPr/>
        <p:txBody>
          <a:bodyPr>
            <a:normAutofit fontScale="85000" lnSpcReduction="20000"/>
          </a:bodyPr>
          <a:lstStyle/>
          <a:p>
            <a:r>
              <a:rPr lang="id-ID" dirty="0"/>
              <a:t>Istilah dasbor (</a:t>
            </a:r>
            <a:r>
              <a:rPr lang="id-ID" i="1" dirty="0"/>
              <a:t>Dashboard)</a:t>
            </a:r>
            <a:r>
              <a:rPr lang="id-ID" dirty="0"/>
              <a:t> merupakan nama baru dari Sistem Informasi Eksekutif dikembangkan pada tahun 1980-an (Few, 2006).</a:t>
            </a:r>
            <a:endParaRPr lang="en-ID" dirty="0"/>
          </a:p>
          <a:p>
            <a:r>
              <a:rPr lang="id-ID" dirty="0"/>
              <a:t>Stephen Few (2006) mengklasifikasikan dasbor menurut perannya menjadi 3 jenis yaitu: Dasbor untuk tujuan strategi (strategis), dasbor untuk tujuan analisis(taktis), dan dasbor untuk tujuan operasional. </a:t>
            </a:r>
            <a:endParaRPr lang="en-ID" dirty="0"/>
          </a:p>
          <a:p>
            <a:endParaRPr lang="en-ID" dirty="0"/>
          </a:p>
        </p:txBody>
      </p:sp>
    </p:spTree>
    <p:extLst>
      <p:ext uri="{BB962C8B-B14F-4D97-AF65-F5344CB8AC3E}">
        <p14:creationId xmlns:p14="http://schemas.microsoft.com/office/powerpoint/2010/main" val="3407896981"/>
      </p:ext>
    </p:extLst>
  </p:cSld>
  <p:clrMapOvr>
    <a:masterClrMapping/>
  </p:clrMapOvr>
  <p:transition spd="slow" advTm="8307">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図プレースホルダー 1"/>
          <p:cNvSpPr>
            <a:spLocks noGrp="1"/>
          </p:cNvSpPr>
          <p:nvPr>
            <p:ph type="pic" sz="quarter" idx="10"/>
          </p:nvPr>
        </p:nvSpPr>
        <p:spPr/>
      </p:sp>
      <p:sp>
        <p:nvSpPr>
          <p:cNvPr id="29" name="テキスト プレースホルダー 28"/>
          <p:cNvSpPr>
            <a:spLocks noGrp="1"/>
          </p:cNvSpPr>
          <p:nvPr>
            <p:ph type="body" sz="quarter" idx="11"/>
          </p:nvPr>
        </p:nvSpPr>
        <p:spPr/>
        <p:txBody>
          <a:bodyPr/>
          <a:lstStyle/>
          <a:p>
            <a:endParaRPr kumimoji="1" lang="ja-JP" altLang="en-US" dirty="0"/>
          </a:p>
        </p:txBody>
      </p:sp>
      <p:sp>
        <p:nvSpPr>
          <p:cNvPr id="34" name="テキスト プレースホルダー 33"/>
          <p:cNvSpPr>
            <a:spLocks noGrp="1"/>
          </p:cNvSpPr>
          <p:nvPr>
            <p:ph type="body" sz="quarter" idx="12"/>
          </p:nvPr>
        </p:nvSpPr>
        <p:spPr/>
        <p:txBody>
          <a:bodyPr/>
          <a:lstStyle/>
          <a:p>
            <a:endParaRPr kumimoji="1" lang="ja-JP" altLang="en-US"/>
          </a:p>
        </p:txBody>
      </p:sp>
      <p:sp>
        <p:nvSpPr>
          <p:cNvPr id="35" name="テキスト プレースホルダー 34"/>
          <p:cNvSpPr>
            <a:spLocks noGrp="1"/>
          </p:cNvSpPr>
          <p:nvPr>
            <p:ph type="body" sz="quarter" idx="13"/>
          </p:nvPr>
        </p:nvSpPr>
        <p:spPr/>
        <p:txBody>
          <a:bodyPr/>
          <a:lstStyle/>
          <a:p>
            <a:endParaRPr kumimoji="1" lang="ja-JP" altLang="en-US"/>
          </a:p>
        </p:txBody>
      </p:sp>
      <p:sp>
        <p:nvSpPr>
          <p:cNvPr id="36" name="テキスト プレースホルダー 35"/>
          <p:cNvSpPr>
            <a:spLocks noGrp="1"/>
          </p:cNvSpPr>
          <p:nvPr>
            <p:ph type="body" sz="quarter" idx="14"/>
          </p:nvPr>
        </p:nvSpPr>
        <p:spPr/>
        <p:txBody>
          <a:bodyPr/>
          <a:lstStyle/>
          <a:p>
            <a:endParaRPr kumimoji="1" lang="ja-JP" altLang="en-US"/>
          </a:p>
        </p:txBody>
      </p:sp>
      <p:sp>
        <p:nvSpPr>
          <p:cNvPr id="37" name="テキスト プレースホルダー 36"/>
          <p:cNvSpPr>
            <a:spLocks noGrp="1"/>
          </p:cNvSpPr>
          <p:nvPr>
            <p:ph type="body" sz="quarter" idx="15"/>
          </p:nvPr>
        </p:nvSpPr>
        <p:spPr/>
        <p:txBody>
          <a:bodyPr/>
          <a:lstStyle/>
          <a:p>
            <a:r>
              <a:rPr kumimoji="1" lang="en-US" altLang="ja-JP" dirty="0"/>
              <a:t>3</a:t>
            </a:r>
            <a:endParaRPr kumimoji="1" lang="ja-JP" altLang="en-US" dirty="0"/>
          </a:p>
        </p:txBody>
      </p:sp>
      <p:pic>
        <p:nvPicPr>
          <p:cNvPr id="33" name="図プレースホルダー 32"/>
          <p:cNvPicPr>
            <a:picLocks noGrp="1" noChangeAspect="1"/>
          </p:cNvPicPr>
          <p:nvPr>
            <p:ph type="pic" sz="quarter" idx="16"/>
          </p:nvPr>
        </p:nvPicPr>
        <p:blipFill>
          <a:blip r:embed="rId2" cstate="print">
            <a:extLst>
              <a:ext uri="{28A0092B-C50C-407E-A947-70E740481C1C}">
                <a14:useLocalDpi xmlns:a14="http://schemas.microsoft.com/office/drawing/2010/main" val="0"/>
              </a:ext>
            </a:extLst>
          </a:blip>
          <a:srcRect l="16220" r="16220"/>
          <a:stretch>
            <a:fillRect/>
          </a:stretch>
        </p:blipFill>
        <p:spPr/>
      </p:pic>
      <p:sp>
        <p:nvSpPr>
          <p:cNvPr id="38" name="テキスト プレースホルダー 37"/>
          <p:cNvSpPr>
            <a:spLocks noGrp="1"/>
          </p:cNvSpPr>
          <p:nvPr>
            <p:ph type="body" sz="quarter" idx="17"/>
          </p:nvPr>
        </p:nvSpPr>
        <p:spPr/>
        <p:txBody>
          <a:bodyPr/>
          <a:lstStyle/>
          <a:p>
            <a:r>
              <a:rPr lang="en-US" altLang="ja-JP" dirty="0" err="1"/>
              <a:t>Metodologi</a:t>
            </a:r>
            <a:r>
              <a:rPr lang="en-US" altLang="ja-JP" dirty="0"/>
              <a:t> </a:t>
            </a:r>
            <a:r>
              <a:rPr lang="en-US" altLang="ja-JP" dirty="0" err="1"/>
              <a:t>Penelitian</a:t>
            </a:r>
            <a:endParaRPr lang="ja-JP" altLang="en-US" dirty="0"/>
          </a:p>
        </p:txBody>
      </p:sp>
      <p:sp>
        <p:nvSpPr>
          <p:cNvPr id="39" name="テキスト プレースホルダー 38"/>
          <p:cNvSpPr>
            <a:spLocks noGrp="1"/>
          </p:cNvSpPr>
          <p:nvPr>
            <p:ph type="body" sz="quarter" idx="18"/>
          </p:nvPr>
        </p:nvSpPr>
        <p:spPr/>
        <p:txBody>
          <a:bodyPr/>
          <a:lstStyle/>
          <a:p>
            <a:endParaRPr kumimoji="1" lang="ja-JP" altLang="en-US"/>
          </a:p>
        </p:txBody>
      </p:sp>
      <p:sp>
        <p:nvSpPr>
          <p:cNvPr id="40" name="テキスト プレースホルダー 39"/>
          <p:cNvSpPr>
            <a:spLocks noGrp="1"/>
          </p:cNvSpPr>
          <p:nvPr>
            <p:ph type="body" sz="quarter" idx="19"/>
          </p:nvPr>
        </p:nvSpPr>
        <p:spPr/>
        <p:txBody>
          <a:bodyPr>
            <a:normAutofit lnSpcReduction="10000"/>
          </a:bodyPr>
          <a:lstStyle/>
          <a:p>
            <a:endParaRPr kumimoji="1" lang="ja-JP" altLang="en-US"/>
          </a:p>
        </p:txBody>
      </p:sp>
    </p:spTree>
    <p:extLst>
      <p:ext uri="{BB962C8B-B14F-4D97-AF65-F5344CB8AC3E}">
        <p14:creationId xmlns:p14="http://schemas.microsoft.com/office/powerpoint/2010/main" val="1679873939"/>
      </p:ext>
    </p:extLst>
  </p:cSld>
  <p:clrMapOvr>
    <a:masterClrMapping/>
  </p:clrMapOvr>
  <mc:AlternateContent xmlns:mc="http://schemas.openxmlformats.org/markup-compatibility/2006" xmlns:p14="http://schemas.microsoft.com/office/powerpoint/2010/main">
    <mc:Choice Requires="p14">
      <p:transition spd="slow" p14:dur="1200" advTm="4280">
        <p14:flip dir="r"/>
      </p:transition>
    </mc:Choice>
    <mc:Fallback xmlns="">
      <p:transition spd="slow" advTm="428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icture Placeholder 67">
            <a:extLst>
              <a:ext uri="{FF2B5EF4-FFF2-40B4-BE49-F238E27FC236}">
                <a16:creationId xmlns:a16="http://schemas.microsoft.com/office/drawing/2014/main" id="{147DA210-D45F-42D2-A9E7-5208460E9D73}"/>
              </a:ext>
            </a:extLst>
          </p:cNvPr>
          <p:cNvSpPr>
            <a:spLocks noGrp="1"/>
          </p:cNvSpPr>
          <p:nvPr>
            <p:ph type="pic" sz="quarter" idx="14"/>
          </p:nvPr>
        </p:nvSpPr>
        <p:spPr/>
      </p:sp>
      <p:grpSp>
        <p:nvGrpSpPr>
          <p:cNvPr id="61" name="Group 60">
            <a:extLst>
              <a:ext uri="{FF2B5EF4-FFF2-40B4-BE49-F238E27FC236}">
                <a16:creationId xmlns:a16="http://schemas.microsoft.com/office/drawing/2014/main" id="{ACCBA5B3-A37A-4AFF-9B9A-C59CF5F9EC7E}"/>
              </a:ext>
            </a:extLst>
          </p:cNvPr>
          <p:cNvGrpSpPr/>
          <p:nvPr/>
        </p:nvGrpSpPr>
        <p:grpSpPr>
          <a:xfrm>
            <a:off x="5689601" y="63500"/>
            <a:ext cx="9753600" cy="9884295"/>
            <a:chOff x="7446169" y="2410710"/>
            <a:chExt cx="3394075" cy="5438843"/>
          </a:xfrm>
        </p:grpSpPr>
        <p:grpSp>
          <p:nvGrpSpPr>
            <p:cNvPr id="35" name="Group 34">
              <a:extLst>
                <a:ext uri="{FF2B5EF4-FFF2-40B4-BE49-F238E27FC236}">
                  <a16:creationId xmlns:a16="http://schemas.microsoft.com/office/drawing/2014/main" id="{DC1557A9-4700-448C-8D8B-29B98719EB65}"/>
                </a:ext>
              </a:extLst>
            </p:cNvPr>
            <p:cNvGrpSpPr/>
            <p:nvPr/>
          </p:nvGrpSpPr>
          <p:grpSpPr>
            <a:xfrm>
              <a:off x="7446169" y="2437447"/>
              <a:ext cx="3394075" cy="5412106"/>
              <a:chOff x="-114088" y="99099"/>
              <a:chExt cx="4489056" cy="7039191"/>
            </a:xfrm>
          </p:grpSpPr>
          <p:sp>
            <p:nvSpPr>
              <p:cNvPr id="36" name="Rectangle 35">
                <a:extLst>
                  <a:ext uri="{FF2B5EF4-FFF2-40B4-BE49-F238E27FC236}">
                    <a16:creationId xmlns:a16="http://schemas.microsoft.com/office/drawing/2014/main" id="{A86866CD-BE4B-4FD0-9EDF-02854C753195}"/>
                  </a:ext>
                </a:extLst>
              </p:cNvPr>
              <p:cNvSpPr/>
              <p:nvPr/>
            </p:nvSpPr>
            <p:spPr>
              <a:xfrm>
                <a:off x="185038" y="3654371"/>
                <a:ext cx="2514601" cy="3483919"/>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dirty="0"/>
              </a:p>
            </p:txBody>
          </p:sp>
          <p:sp>
            <p:nvSpPr>
              <p:cNvPr id="37" name="Rectangle 36">
                <a:extLst>
                  <a:ext uri="{FF2B5EF4-FFF2-40B4-BE49-F238E27FC236}">
                    <a16:creationId xmlns:a16="http://schemas.microsoft.com/office/drawing/2014/main" id="{8E0A3C8D-4BFC-4BB2-9D29-C6DCE54BD677}"/>
                  </a:ext>
                </a:extLst>
              </p:cNvPr>
              <p:cNvSpPr/>
              <p:nvPr/>
            </p:nvSpPr>
            <p:spPr>
              <a:xfrm>
                <a:off x="-114088" y="712695"/>
                <a:ext cx="3036603" cy="2718367"/>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38" name="Rounded Rectangle 67">
                <a:extLst>
                  <a:ext uri="{FF2B5EF4-FFF2-40B4-BE49-F238E27FC236}">
                    <a16:creationId xmlns:a16="http://schemas.microsoft.com/office/drawing/2014/main" id="{D8EA8FF3-ED87-498D-9047-48C4F3F3A1D9}"/>
                  </a:ext>
                </a:extLst>
              </p:cNvPr>
              <p:cNvSpPr/>
              <p:nvPr/>
            </p:nvSpPr>
            <p:spPr>
              <a:xfrm>
                <a:off x="291151" y="99099"/>
                <a:ext cx="839702" cy="43603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400" dirty="0" err="1">
                    <a:ln>
                      <a:noFill/>
                    </a:ln>
                    <a:solidFill>
                      <a:schemeClr val="tx1"/>
                    </a:solidFill>
                    <a:latin typeface="Times New Roman" panose="02020603050405020304" pitchFamily="18" charset="0"/>
                    <a:ea typeface="Calibri" panose="020F0502020204030204" pitchFamily="34" charset="0"/>
                    <a:cs typeface="Times New Roman" panose="02020603050405020304" pitchFamily="18" charset="0"/>
                  </a:rPr>
                  <a:t>Mulai</a:t>
                </a:r>
                <a:endParaRPr lang="en-ID" sz="4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9" name="Rectangle 38">
                <a:extLst>
                  <a:ext uri="{FF2B5EF4-FFF2-40B4-BE49-F238E27FC236}">
                    <a16:creationId xmlns:a16="http://schemas.microsoft.com/office/drawing/2014/main" id="{8554A6D5-637C-43D6-8770-C9DD9899974C}"/>
                  </a:ext>
                </a:extLst>
              </p:cNvPr>
              <p:cNvSpPr/>
              <p:nvPr/>
            </p:nvSpPr>
            <p:spPr>
              <a:xfrm>
                <a:off x="3136718" y="867906"/>
                <a:ext cx="1238250" cy="6096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400" dirty="0" err="1">
                    <a:effectLst/>
                    <a:latin typeface="Times New Roman" panose="02020603050405020304" pitchFamily="18" charset="0"/>
                    <a:ea typeface="Calibri" panose="020F0502020204030204" pitchFamily="34" charset="0"/>
                    <a:cs typeface="Times New Roman" panose="02020603050405020304" pitchFamily="18" charset="0"/>
                  </a:rPr>
                  <a:t>Studi</a:t>
                </a:r>
                <a:r>
                  <a:rPr lang="en-ID"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400" dirty="0" err="1">
                    <a:effectLst/>
                    <a:latin typeface="Times New Roman" panose="02020603050405020304" pitchFamily="18" charset="0"/>
                    <a:ea typeface="Calibri" panose="020F0502020204030204" pitchFamily="34" charset="0"/>
                    <a:cs typeface="Times New Roman" panose="02020603050405020304" pitchFamily="18" charset="0"/>
                  </a:rPr>
                  <a:t>Pustaka</a:t>
                </a:r>
                <a:endParaRPr lang="en-ID"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0" name="Rectangle 39">
                <a:extLst>
                  <a:ext uri="{FF2B5EF4-FFF2-40B4-BE49-F238E27FC236}">
                    <a16:creationId xmlns:a16="http://schemas.microsoft.com/office/drawing/2014/main" id="{F3C1AE73-25B9-41D6-827F-9FF4E860CE86}"/>
                  </a:ext>
                </a:extLst>
              </p:cNvPr>
              <p:cNvSpPr/>
              <p:nvPr/>
            </p:nvSpPr>
            <p:spPr>
              <a:xfrm>
                <a:off x="738325" y="1313279"/>
                <a:ext cx="1396291" cy="609599"/>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dirty="0" err="1">
                    <a:effectLst/>
                    <a:latin typeface="Times New Roman" panose="02020603050405020304" pitchFamily="18" charset="0"/>
                    <a:ea typeface="Calibri" panose="020F0502020204030204" pitchFamily="34" charset="0"/>
                    <a:cs typeface="Times New Roman" panose="02020603050405020304" pitchFamily="18" charset="0"/>
                  </a:rPr>
                  <a:t>Wawancara</a:t>
                </a:r>
                <a:endParaRPr lang="en-ID" sz="4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1" name="Rectangle 40">
                <a:extLst>
                  <a:ext uri="{FF2B5EF4-FFF2-40B4-BE49-F238E27FC236}">
                    <a16:creationId xmlns:a16="http://schemas.microsoft.com/office/drawing/2014/main" id="{0B1BC37D-1221-4944-A1F3-679B21A51A40}"/>
                  </a:ext>
                </a:extLst>
              </p:cNvPr>
              <p:cNvSpPr/>
              <p:nvPr/>
            </p:nvSpPr>
            <p:spPr>
              <a:xfrm>
                <a:off x="-5068" y="2188018"/>
                <a:ext cx="2845249" cy="11430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l">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Wawancara</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dengan</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Sekretaris</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Lembaga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Penjamin</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Mutu</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(LPM) U</a:t>
                </a:r>
                <a:r>
                  <a:rPr lang="id-ID" sz="2000" dirty="0">
                    <a:effectLst/>
                    <a:latin typeface="Times New Roman" panose="02020603050405020304" pitchFamily="18" charset="0"/>
                    <a:ea typeface="Calibri" panose="020F0502020204030204" pitchFamily="34" charset="0"/>
                    <a:cs typeface="Times New Roman" panose="02020603050405020304" pitchFamily="18" charset="0"/>
                  </a:rPr>
                  <a:t>IN</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Sultan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Syarif</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Kasim Riau.</a:t>
                </a:r>
              </a:p>
            </p:txBody>
          </p:sp>
          <p:sp>
            <p:nvSpPr>
              <p:cNvPr id="42" name="Rectangle 41">
                <a:extLst>
                  <a:ext uri="{FF2B5EF4-FFF2-40B4-BE49-F238E27FC236}">
                    <a16:creationId xmlns:a16="http://schemas.microsoft.com/office/drawing/2014/main" id="{39BC93C7-075F-49CF-B7A0-307FDB3A097E}"/>
                  </a:ext>
                </a:extLst>
              </p:cNvPr>
              <p:cNvSpPr/>
              <p:nvPr/>
            </p:nvSpPr>
            <p:spPr>
              <a:xfrm>
                <a:off x="457420" y="4309339"/>
                <a:ext cx="1988821" cy="305557"/>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Analisis</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Kebutuhan</a:t>
                </a:r>
                <a:endParaRPr lang="en-ID"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 name="Rectangle 42">
                <a:extLst>
                  <a:ext uri="{FF2B5EF4-FFF2-40B4-BE49-F238E27FC236}">
                    <a16:creationId xmlns:a16="http://schemas.microsoft.com/office/drawing/2014/main" id="{BBAC8462-4111-48A2-A2E5-B40AED33CA4C}"/>
                  </a:ext>
                </a:extLst>
              </p:cNvPr>
              <p:cNvSpPr/>
              <p:nvPr/>
            </p:nvSpPr>
            <p:spPr>
              <a:xfrm>
                <a:off x="457395" y="4747026"/>
                <a:ext cx="1988821" cy="294841"/>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Desain</a:t>
                </a:r>
                <a:endParaRPr lang="en-ID"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4" name="Rectangle 43">
                <a:extLst>
                  <a:ext uri="{FF2B5EF4-FFF2-40B4-BE49-F238E27FC236}">
                    <a16:creationId xmlns:a16="http://schemas.microsoft.com/office/drawing/2014/main" id="{BEC2B270-EE22-4C7D-B806-AC3D07010FCE}"/>
                  </a:ext>
                </a:extLst>
              </p:cNvPr>
              <p:cNvSpPr/>
              <p:nvPr/>
            </p:nvSpPr>
            <p:spPr>
              <a:xfrm>
                <a:off x="448326" y="5173358"/>
                <a:ext cx="1988821" cy="327596"/>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Implementasi</a:t>
                </a:r>
                <a:endParaRPr lang="en-ID"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5" name="Rectangle 44">
                <a:extLst>
                  <a:ext uri="{FF2B5EF4-FFF2-40B4-BE49-F238E27FC236}">
                    <a16:creationId xmlns:a16="http://schemas.microsoft.com/office/drawing/2014/main" id="{DECC2734-1B44-490F-9EB4-1A5046E736D8}"/>
                  </a:ext>
                </a:extLst>
              </p:cNvPr>
              <p:cNvSpPr/>
              <p:nvPr/>
            </p:nvSpPr>
            <p:spPr>
              <a:xfrm>
                <a:off x="448326" y="5648774"/>
                <a:ext cx="1988821" cy="310754"/>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Pengujian</a:t>
                </a:r>
                <a:endParaRPr lang="en-ID"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6" name="Rectangle 45">
                <a:extLst>
                  <a:ext uri="{FF2B5EF4-FFF2-40B4-BE49-F238E27FC236}">
                    <a16:creationId xmlns:a16="http://schemas.microsoft.com/office/drawing/2014/main" id="{24EB813E-A49D-4F78-884C-9937BDDC52D1}"/>
                  </a:ext>
                </a:extLst>
              </p:cNvPr>
              <p:cNvSpPr/>
              <p:nvPr/>
            </p:nvSpPr>
            <p:spPr>
              <a:xfrm>
                <a:off x="457420" y="6102528"/>
                <a:ext cx="1988821" cy="33112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Kesimpulan dan Saran</a:t>
                </a:r>
                <a:endParaRPr lang="en-ID"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7" name="Rounded Rectangle 79">
                <a:extLst>
                  <a:ext uri="{FF2B5EF4-FFF2-40B4-BE49-F238E27FC236}">
                    <a16:creationId xmlns:a16="http://schemas.microsoft.com/office/drawing/2014/main" id="{69FA2A82-89C3-4C2C-AC9F-447BD076FA04}"/>
                  </a:ext>
                </a:extLst>
              </p:cNvPr>
              <p:cNvSpPr/>
              <p:nvPr/>
            </p:nvSpPr>
            <p:spPr>
              <a:xfrm>
                <a:off x="892289" y="6561301"/>
                <a:ext cx="1118789" cy="35242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400" dirty="0" err="1">
                    <a:ln>
                      <a:noFill/>
                    </a:ln>
                    <a:solidFill>
                      <a:schemeClr val="tx1"/>
                    </a:solidFill>
                    <a:latin typeface="Times New Roman" panose="02020603050405020304" pitchFamily="18" charset="0"/>
                    <a:ea typeface="Calibri" panose="020F0502020204030204" pitchFamily="34" charset="0"/>
                    <a:cs typeface="Times New Roman" panose="02020603050405020304" pitchFamily="18" charset="0"/>
                  </a:rPr>
                  <a:t>Selesai</a:t>
                </a:r>
                <a:endParaRPr lang="en-ID" sz="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8" name="Down Arrow 80">
                <a:extLst>
                  <a:ext uri="{FF2B5EF4-FFF2-40B4-BE49-F238E27FC236}">
                    <a16:creationId xmlns:a16="http://schemas.microsoft.com/office/drawing/2014/main" id="{85300D3A-EB52-4196-A5AC-A271F4E4F9BE}"/>
                  </a:ext>
                </a:extLst>
              </p:cNvPr>
              <p:cNvSpPr/>
              <p:nvPr/>
            </p:nvSpPr>
            <p:spPr>
              <a:xfrm rot="16200000">
                <a:off x="1211679" y="194041"/>
                <a:ext cx="170257" cy="25327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49" name="Down Arrow 83">
                <a:extLst>
                  <a:ext uri="{FF2B5EF4-FFF2-40B4-BE49-F238E27FC236}">
                    <a16:creationId xmlns:a16="http://schemas.microsoft.com/office/drawing/2014/main" id="{4E3403EE-D807-4696-A924-7CCB61D4868A}"/>
                  </a:ext>
                </a:extLst>
              </p:cNvPr>
              <p:cNvSpPr/>
              <p:nvPr/>
            </p:nvSpPr>
            <p:spPr>
              <a:xfrm>
                <a:off x="1342884" y="1963039"/>
                <a:ext cx="80556" cy="20138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0" name="Down Arrow 84">
                <a:extLst>
                  <a:ext uri="{FF2B5EF4-FFF2-40B4-BE49-F238E27FC236}">
                    <a16:creationId xmlns:a16="http://schemas.microsoft.com/office/drawing/2014/main" id="{81B10E48-557B-41A0-A655-E575A9B9693F}"/>
                  </a:ext>
                </a:extLst>
              </p:cNvPr>
              <p:cNvSpPr/>
              <p:nvPr/>
            </p:nvSpPr>
            <p:spPr>
              <a:xfrm>
                <a:off x="1342877" y="3430729"/>
                <a:ext cx="80464" cy="21934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1" name="Down Arrow 85">
                <a:extLst>
                  <a:ext uri="{FF2B5EF4-FFF2-40B4-BE49-F238E27FC236}">
                    <a16:creationId xmlns:a16="http://schemas.microsoft.com/office/drawing/2014/main" id="{71EFFF24-3E4A-4B55-8BF2-DE0DF878A1F7}"/>
                  </a:ext>
                </a:extLst>
              </p:cNvPr>
              <p:cNvSpPr/>
              <p:nvPr/>
            </p:nvSpPr>
            <p:spPr>
              <a:xfrm>
                <a:off x="1402480" y="4632727"/>
                <a:ext cx="112395" cy="114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2" name="Down Arrow 86">
                <a:extLst>
                  <a:ext uri="{FF2B5EF4-FFF2-40B4-BE49-F238E27FC236}">
                    <a16:creationId xmlns:a16="http://schemas.microsoft.com/office/drawing/2014/main" id="{0E1ACFAE-59C5-4EEA-910F-E9C5E659E9E6}"/>
                  </a:ext>
                </a:extLst>
              </p:cNvPr>
              <p:cNvSpPr/>
              <p:nvPr/>
            </p:nvSpPr>
            <p:spPr>
              <a:xfrm>
                <a:off x="1402480" y="5059014"/>
                <a:ext cx="112395" cy="114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3" name="Down Arrow 88">
                <a:extLst>
                  <a:ext uri="{FF2B5EF4-FFF2-40B4-BE49-F238E27FC236}">
                    <a16:creationId xmlns:a16="http://schemas.microsoft.com/office/drawing/2014/main" id="{46C3DD1A-9541-4748-8B1C-4771AC25A093}"/>
                  </a:ext>
                </a:extLst>
              </p:cNvPr>
              <p:cNvSpPr/>
              <p:nvPr/>
            </p:nvSpPr>
            <p:spPr>
              <a:xfrm>
                <a:off x="1411390" y="5520897"/>
                <a:ext cx="112395" cy="114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4" name="Down Arrow 89">
                <a:extLst>
                  <a:ext uri="{FF2B5EF4-FFF2-40B4-BE49-F238E27FC236}">
                    <a16:creationId xmlns:a16="http://schemas.microsoft.com/office/drawing/2014/main" id="{900FDC36-272D-4C6E-A52E-3755B59186B3}"/>
                  </a:ext>
                </a:extLst>
              </p:cNvPr>
              <p:cNvSpPr/>
              <p:nvPr/>
            </p:nvSpPr>
            <p:spPr>
              <a:xfrm>
                <a:off x="1402480" y="5975473"/>
                <a:ext cx="112395" cy="114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5" name="Down Arrow 90">
                <a:extLst>
                  <a:ext uri="{FF2B5EF4-FFF2-40B4-BE49-F238E27FC236}">
                    <a16:creationId xmlns:a16="http://schemas.microsoft.com/office/drawing/2014/main" id="{85876522-7190-4809-BBC6-DF0D655DC9DB}"/>
                  </a:ext>
                </a:extLst>
              </p:cNvPr>
              <p:cNvSpPr/>
              <p:nvPr/>
            </p:nvSpPr>
            <p:spPr>
              <a:xfrm>
                <a:off x="1395092" y="6446990"/>
                <a:ext cx="112395" cy="114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grpSp>
        <p:sp>
          <p:nvSpPr>
            <p:cNvPr id="56" name="Rectangle 55">
              <a:extLst>
                <a:ext uri="{FF2B5EF4-FFF2-40B4-BE49-F238E27FC236}">
                  <a16:creationId xmlns:a16="http://schemas.microsoft.com/office/drawing/2014/main" id="{A32904D3-90C1-4E91-9D8D-1E361DC7A028}"/>
                </a:ext>
              </a:extLst>
            </p:cNvPr>
            <p:cNvSpPr/>
            <p:nvPr/>
          </p:nvSpPr>
          <p:spPr>
            <a:xfrm>
              <a:off x="8671077" y="2410710"/>
              <a:ext cx="878840" cy="33528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Pendahuluan</a:t>
              </a:r>
              <a:endParaRPr lang="en-ID"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7" name="Rectangle 56">
              <a:extLst>
                <a:ext uri="{FF2B5EF4-FFF2-40B4-BE49-F238E27FC236}">
                  <a16:creationId xmlns:a16="http://schemas.microsoft.com/office/drawing/2014/main" id="{674EB08F-DE91-4AAE-B914-9748D1D36E44}"/>
                </a:ext>
              </a:extLst>
            </p:cNvPr>
            <p:cNvSpPr/>
            <p:nvPr/>
          </p:nvSpPr>
          <p:spPr>
            <a:xfrm>
              <a:off x="9931705" y="2421160"/>
              <a:ext cx="905510" cy="39052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Perumusan</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Masalah</a:t>
              </a:r>
              <a:endParaRPr lang="en-ID"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8" name="Down Arrow 3">
              <a:extLst>
                <a:ext uri="{FF2B5EF4-FFF2-40B4-BE49-F238E27FC236}">
                  <a16:creationId xmlns:a16="http://schemas.microsoft.com/office/drawing/2014/main" id="{A895EACF-F3C1-4E2C-B382-D25AF0E4736E}"/>
                </a:ext>
              </a:extLst>
            </p:cNvPr>
            <p:cNvSpPr/>
            <p:nvPr/>
          </p:nvSpPr>
          <p:spPr>
            <a:xfrm rot="16200000">
              <a:off x="9671038" y="2465927"/>
              <a:ext cx="130810" cy="19113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9" name="Down Arrow 4">
              <a:extLst>
                <a:ext uri="{FF2B5EF4-FFF2-40B4-BE49-F238E27FC236}">
                  <a16:creationId xmlns:a16="http://schemas.microsoft.com/office/drawing/2014/main" id="{23F639E5-66F4-45C2-BA76-FCC2EEAA113F}"/>
                </a:ext>
              </a:extLst>
            </p:cNvPr>
            <p:cNvSpPr/>
            <p:nvPr/>
          </p:nvSpPr>
          <p:spPr>
            <a:xfrm>
              <a:off x="10322230" y="2837720"/>
              <a:ext cx="108585" cy="15811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60" name="Down Arrow 5">
              <a:extLst>
                <a:ext uri="{FF2B5EF4-FFF2-40B4-BE49-F238E27FC236}">
                  <a16:creationId xmlns:a16="http://schemas.microsoft.com/office/drawing/2014/main" id="{707A0FA0-EAE6-47D0-87BF-A14FA70F62C6}"/>
                </a:ext>
              </a:extLst>
            </p:cNvPr>
            <p:cNvSpPr/>
            <p:nvPr/>
          </p:nvSpPr>
          <p:spPr>
            <a:xfrm rot="5400000">
              <a:off x="9777608" y="3188916"/>
              <a:ext cx="90805" cy="13208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grpSp>
      <p:sp>
        <p:nvSpPr>
          <p:cNvPr id="67" name="Title 66">
            <a:extLst>
              <a:ext uri="{FF2B5EF4-FFF2-40B4-BE49-F238E27FC236}">
                <a16:creationId xmlns:a16="http://schemas.microsoft.com/office/drawing/2014/main" id="{A8C51AE1-98BE-4D97-A07A-B056191E4E62}"/>
              </a:ext>
            </a:extLst>
          </p:cNvPr>
          <p:cNvSpPr>
            <a:spLocks noGrp="1"/>
          </p:cNvSpPr>
          <p:nvPr>
            <p:ph type="title"/>
          </p:nvPr>
        </p:nvSpPr>
        <p:spPr>
          <a:xfrm>
            <a:off x="-1" y="7042469"/>
            <a:ext cx="5926475" cy="2279801"/>
          </a:xfrm>
        </p:spPr>
        <p:txBody>
          <a:bodyPr>
            <a:noAutofit/>
          </a:bodyPr>
          <a:lstStyle/>
          <a:p>
            <a:r>
              <a:rPr lang="en-US" sz="6600" dirty="0" err="1"/>
              <a:t>Metodologi</a:t>
            </a:r>
            <a:br>
              <a:rPr lang="en-US" sz="6600" dirty="0"/>
            </a:br>
            <a:r>
              <a:rPr lang="en-US" sz="6600" dirty="0"/>
              <a:t> </a:t>
            </a:r>
            <a:r>
              <a:rPr lang="en-US" sz="6600" dirty="0" err="1"/>
              <a:t>Penelitian</a:t>
            </a:r>
            <a:endParaRPr lang="en-ID" sz="6600" dirty="0"/>
          </a:p>
        </p:txBody>
      </p:sp>
    </p:spTree>
    <p:extLst>
      <p:ext uri="{BB962C8B-B14F-4D97-AF65-F5344CB8AC3E}">
        <p14:creationId xmlns:p14="http://schemas.microsoft.com/office/powerpoint/2010/main" val="3793649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6AD630-9EAE-43EF-AF34-6976ED31362E}"/>
              </a:ext>
            </a:extLst>
          </p:cNvPr>
          <p:cNvSpPr>
            <a:spLocks noGrp="1"/>
          </p:cNvSpPr>
          <p:nvPr>
            <p:ph type="pic" sz="quarter" idx="10"/>
          </p:nvPr>
        </p:nvSpPr>
        <p:spPr/>
      </p:sp>
      <p:sp>
        <p:nvSpPr>
          <p:cNvPr id="4" name="Text Placeholder 3">
            <a:extLst>
              <a:ext uri="{FF2B5EF4-FFF2-40B4-BE49-F238E27FC236}">
                <a16:creationId xmlns:a16="http://schemas.microsoft.com/office/drawing/2014/main" id="{22B5FC9F-1D19-4032-9FB5-EAC57190C2D7}"/>
              </a:ext>
            </a:extLst>
          </p:cNvPr>
          <p:cNvSpPr>
            <a:spLocks noGrp="1"/>
          </p:cNvSpPr>
          <p:nvPr>
            <p:ph type="body" sz="quarter" idx="11"/>
          </p:nvPr>
        </p:nvSpPr>
        <p:spPr/>
        <p:txBody>
          <a:bodyPr/>
          <a:lstStyle/>
          <a:p>
            <a:endParaRPr lang="id-ID"/>
          </a:p>
        </p:txBody>
      </p:sp>
      <p:sp>
        <p:nvSpPr>
          <p:cNvPr id="5" name="Text Placeholder 4">
            <a:extLst>
              <a:ext uri="{FF2B5EF4-FFF2-40B4-BE49-F238E27FC236}">
                <a16:creationId xmlns:a16="http://schemas.microsoft.com/office/drawing/2014/main" id="{1C0CD93E-1D88-459B-96FE-12C3A03547A7}"/>
              </a:ext>
            </a:extLst>
          </p:cNvPr>
          <p:cNvSpPr>
            <a:spLocks noGrp="1"/>
          </p:cNvSpPr>
          <p:nvPr>
            <p:ph type="body" sz="quarter" idx="12"/>
          </p:nvPr>
        </p:nvSpPr>
        <p:spPr/>
        <p:txBody>
          <a:bodyPr/>
          <a:lstStyle/>
          <a:p>
            <a:endParaRPr lang="id-ID"/>
          </a:p>
        </p:txBody>
      </p:sp>
      <p:sp>
        <p:nvSpPr>
          <p:cNvPr id="6" name="Text Placeholder 5">
            <a:extLst>
              <a:ext uri="{FF2B5EF4-FFF2-40B4-BE49-F238E27FC236}">
                <a16:creationId xmlns:a16="http://schemas.microsoft.com/office/drawing/2014/main" id="{2EA5B66D-B164-4520-9CF6-6D4E0B4D802C}"/>
              </a:ext>
            </a:extLst>
          </p:cNvPr>
          <p:cNvSpPr>
            <a:spLocks noGrp="1"/>
          </p:cNvSpPr>
          <p:nvPr>
            <p:ph type="body" sz="quarter" idx="13"/>
          </p:nvPr>
        </p:nvSpPr>
        <p:spPr/>
        <p:txBody>
          <a:bodyPr/>
          <a:lstStyle/>
          <a:p>
            <a:endParaRPr lang="id-ID"/>
          </a:p>
        </p:txBody>
      </p:sp>
      <p:sp>
        <p:nvSpPr>
          <p:cNvPr id="7" name="Text Placeholder 6">
            <a:extLst>
              <a:ext uri="{FF2B5EF4-FFF2-40B4-BE49-F238E27FC236}">
                <a16:creationId xmlns:a16="http://schemas.microsoft.com/office/drawing/2014/main" id="{A6B54C00-284A-4EBD-B3F8-7341F209BF31}"/>
              </a:ext>
            </a:extLst>
          </p:cNvPr>
          <p:cNvSpPr>
            <a:spLocks noGrp="1"/>
          </p:cNvSpPr>
          <p:nvPr>
            <p:ph type="body" sz="quarter" idx="14"/>
          </p:nvPr>
        </p:nvSpPr>
        <p:spPr/>
        <p:txBody>
          <a:bodyPr/>
          <a:lstStyle/>
          <a:p>
            <a:endParaRPr lang="id-ID"/>
          </a:p>
        </p:txBody>
      </p:sp>
      <p:sp>
        <p:nvSpPr>
          <p:cNvPr id="8" name="Text Placeholder 7">
            <a:extLst>
              <a:ext uri="{FF2B5EF4-FFF2-40B4-BE49-F238E27FC236}">
                <a16:creationId xmlns:a16="http://schemas.microsoft.com/office/drawing/2014/main" id="{E3F99740-0ED5-4306-9427-3DAA593E7678}"/>
              </a:ext>
            </a:extLst>
          </p:cNvPr>
          <p:cNvSpPr>
            <a:spLocks noGrp="1"/>
          </p:cNvSpPr>
          <p:nvPr>
            <p:ph type="body" sz="quarter" idx="15"/>
          </p:nvPr>
        </p:nvSpPr>
        <p:spPr/>
        <p:txBody>
          <a:bodyPr/>
          <a:lstStyle/>
          <a:p>
            <a:r>
              <a:rPr lang="id-ID" dirty="0"/>
              <a:t>4</a:t>
            </a:r>
          </a:p>
        </p:txBody>
      </p:sp>
      <p:sp>
        <p:nvSpPr>
          <p:cNvPr id="9" name="Picture Placeholder 8">
            <a:extLst>
              <a:ext uri="{FF2B5EF4-FFF2-40B4-BE49-F238E27FC236}">
                <a16:creationId xmlns:a16="http://schemas.microsoft.com/office/drawing/2014/main" id="{E7325BA1-3BB4-4D7D-B654-4963F1FD30C5}"/>
              </a:ext>
            </a:extLst>
          </p:cNvPr>
          <p:cNvSpPr>
            <a:spLocks noGrp="1"/>
          </p:cNvSpPr>
          <p:nvPr>
            <p:ph type="pic" sz="quarter" idx="16"/>
          </p:nvPr>
        </p:nvSpPr>
        <p:spPr/>
      </p:sp>
      <p:sp>
        <p:nvSpPr>
          <p:cNvPr id="10" name="Text Placeholder 9">
            <a:extLst>
              <a:ext uri="{FF2B5EF4-FFF2-40B4-BE49-F238E27FC236}">
                <a16:creationId xmlns:a16="http://schemas.microsoft.com/office/drawing/2014/main" id="{4A24DF87-49AF-467E-9E24-B90703592D46}"/>
              </a:ext>
            </a:extLst>
          </p:cNvPr>
          <p:cNvSpPr>
            <a:spLocks noGrp="1"/>
          </p:cNvSpPr>
          <p:nvPr>
            <p:ph type="body" sz="quarter" idx="17"/>
          </p:nvPr>
        </p:nvSpPr>
        <p:spPr/>
        <p:txBody>
          <a:bodyPr>
            <a:normAutofit fontScale="92500"/>
          </a:bodyPr>
          <a:lstStyle/>
          <a:p>
            <a:r>
              <a:rPr lang="id-ID" dirty="0"/>
              <a:t>Analisa dan Perancangan</a:t>
            </a:r>
          </a:p>
        </p:txBody>
      </p:sp>
      <p:sp>
        <p:nvSpPr>
          <p:cNvPr id="11" name="Text Placeholder 10">
            <a:extLst>
              <a:ext uri="{FF2B5EF4-FFF2-40B4-BE49-F238E27FC236}">
                <a16:creationId xmlns:a16="http://schemas.microsoft.com/office/drawing/2014/main" id="{26D1EF1C-2448-47F0-AE92-E4FDDE57E8D1}"/>
              </a:ext>
            </a:extLst>
          </p:cNvPr>
          <p:cNvSpPr>
            <a:spLocks noGrp="1"/>
          </p:cNvSpPr>
          <p:nvPr>
            <p:ph type="body" sz="quarter" idx="18"/>
          </p:nvPr>
        </p:nvSpPr>
        <p:spPr/>
        <p:txBody>
          <a:bodyPr/>
          <a:lstStyle/>
          <a:p>
            <a:endParaRPr lang="id-ID"/>
          </a:p>
        </p:txBody>
      </p:sp>
      <p:sp>
        <p:nvSpPr>
          <p:cNvPr id="12" name="Text Placeholder 11">
            <a:extLst>
              <a:ext uri="{FF2B5EF4-FFF2-40B4-BE49-F238E27FC236}">
                <a16:creationId xmlns:a16="http://schemas.microsoft.com/office/drawing/2014/main" id="{37ECB67A-1E53-4691-8E86-11D7D82E0ADD}"/>
              </a:ext>
            </a:extLst>
          </p:cNvPr>
          <p:cNvSpPr>
            <a:spLocks noGrp="1"/>
          </p:cNvSpPr>
          <p:nvPr>
            <p:ph type="body" sz="quarter" idx="19"/>
          </p:nvPr>
        </p:nvSpPr>
        <p:spPr/>
        <p:txBody>
          <a:bodyPr>
            <a:normAutofit lnSpcReduction="10000"/>
          </a:bodyPr>
          <a:lstStyle/>
          <a:p>
            <a:endParaRPr lang="id-ID"/>
          </a:p>
        </p:txBody>
      </p:sp>
    </p:spTree>
    <p:extLst>
      <p:ext uri="{BB962C8B-B14F-4D97-AF65-F5344CB8AC3E}">
        <p14:creationId xmlns:p14="http://schemas.microsoft.com/office/powerpoint/2010/main" val="4063583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F0AECC9-90F1-4E67-913E-97F978BB65B5}"/>
              </a:ext>
            </a:extLst>
          </p:cNvPr>
          <p:cNvGrpSpPr/>
          <p:nvPr/>
        </p:nvGrpSpPr>
        <p:grpSpPr>
          <a:xfrm>
            <a:off x="13261804" y="680154"/>
            <a:ext cx="3818235" cy="2545490"/>
            <a:chOff x="11341915" y="1649627"/>
            <a:chExt cx="1371600" cy="914400"/>
          </a:xfrm>
        </p:grpSpPr>
        <p:pic>
          <p:nvPicPr>
            <p:cNvPr id="9" name="Graphic 8" descr="Call center">
              <a:extLst>
                <a:ext uri="{FF2B5EF4-FFF2-40B4-BE49-F238E27FC236}">
                  <a16:creationId xmlns:a16="http://schemas.microsoft.com/office/drawing/2014/main" id="{01E40A6A-BFB4-4F4B-AC36-84B439D0BA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99115" y="1649627"/>
              <a:ext cx="914400" cy="914400"/>
            </a:xfrm>
            <a:prstGeom prst="rect">
              <a:avLst/>
            </a:prstGeom>
          </p:spPr>
        </p:pic>
        <p:pic>
          <p:nvPicPr>
            <p:cNvPr id="7" name="Graphic 6" descr="Internet">
              <a:extLst>
                <a:ext uri="{FF2B5EF4-FFF2-40B4-BE49-F238E27FC236}">
                  <a16:creationId xmlns:a16="http://schemas.microsoft.com/office/drawing/2014/main" id="{D3E790C7-76E6-492C-AD4E-B20E45370B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41915" y="1649627"/>
              <a:ext cx="914400" cy="914400"/>
            </a:xfrm>
            <a:prstGeom prst="rect">
              <a:avLst/>
            </a:prstGeom>
          </p:spPr>
        </p:pic>
      </p:grpSp>
      <p:grpSp>
        <p:nvGrpSpPr>
          <p:cNvPr id="14" name="Group 13">
            <a:extLst>
              <a:ext uri="{FF2B5EF4-FFF2-40B4-BE49-F238E27FC236}">
                <a16:creationId xmlns:a16="http://schemas.microsoft.com/office/drawing/2014/main" id="{9DFFB654-AEC9-4C46-8E9F-7A8ACFC81D8A}"/>
              </a:ext>
            </a:extLst>
          </p:cNvPr>
          <p:cNvGrpSpPr/>
          <p:nvPr/>
        </p:nvGrpSpPr>
        <p:grpSpPr>
          <a:xfrm>
            <a:off x="13261804" y="2962267"/>
            <a:ext cx="4253811" cy="2835874"/>
            <a:chOff x="11341915" y="1649627"/>
            <a:chExt cx="1371600" cy="914400"/>
          </a:xfrm>
        </p:grpSpPr>
        <p:pic>
          <p:nvPicPr>
            <p:cNvPr id="15" name="Graphic 14" descr="Call center">
              <a:extLst>
                <a:ext uri="{FF2B5EF4-FFF2-40B4-BE49-F238E27FC236}">
                  <a16:creationId xmlns:a16="http://schemas.microsoft.com/office/drawing/2014/main" id="{8ADE3880-246B-4F5C-B8BB-EBF38CFD21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99115" y="1649627"/>
              <a:ext cx="914400" cy="914400"/>
            </a:xfrm>
            <a:prstGeom prst="rect">
              <a:avLst/>
            </a:prstGeom>
          </p:spPr>
        </p:pic>
        <p:pic>
          <p:nvPicPr>
            <p:cNvPr id="16" name="Graphic 15" descr="Internet">
              <a:extLst>
                <a:ext uri="{FF2B5EF4-FFF2-40B4-BE49-F238E27FC236}">
                  <a16:creationId xmlns:a16="http://schemas.microsoft.com/office/drawing/2014/main" id="{FEB8A46E-37A7-429A-B345-35DC02EC84F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41915" y="1649627"/>
              <a:ext cx="914400" cy="914400"/>
            </a:xfrm>
            <a:prstGeom prst="rect">
              <a:avLst/>
            </a:prstGeom>
          </p:spPr>
        </p:pic>
      </p:grpSp>
      <p:pic>
        <p:nvPicPr>
          <p:cNvPr id="21" name="Graphic 20" descr="Database">
            <a:extLst>
              <a:ext uri="{FF2B5EF4-FFF2-40B4-BE49-F238E27FC236}">
                <a16:creationId xmlns:a16="http://schemas.microsoft.com/office/drawing/2014/main" id="{275BF43E-4EAD-4321-9B7A-765F9660635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13234" y="-86093"/>
            <a:ext cx="2545085" cy="2545085"/>
          </a:xfrm>
          <a:prstGeom prst="rect">
            <a:avLst/>
          </a:prstGeom>
        </p:spPr>
      </p:pic>
      <p:pic>
        <p:nvPicPr>
          <p:cNvPr id="23" name="Graphic 22" descr="Bar chart">
            <a:extLst>
              <a:ext uri="{FF2B5EF4-FFF2-40B4-BE49-F238E27FC236}">
                <a16:creationId xmlns:a16="http://schemas.microsoft.com/office/drawing/2014/main" id="{7F572B68-A8C2-46FD-A724-45492705E6F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86660" y="3128312"/>
            <a:ext cx="2970962" cy="2970962"/>
          </a:xfrm>
          <a:prstGeom prst="rect">
            <a:avLst/>
          </a:prstGeom>
        </p:spPr>
      </p:pic>
      <p:pic>
        <p:nvPicPr>
          <p:cNvPr id="25" name="Graphic 24" descr="Arrow circle">
            <a:extLst>
              <a:ext uri="{FF2B5EF4-FFF2-40B4-BE49-F238E27FC236}">
                <a16:creationId xmlns:a16="http://schemas.microsoft.com/office/drawing/2014/main" id="{DB157517-BE57-4468-BD47-9B3CAF88A08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99158" y="3439547"/>
            <a:ext cx="2348492" cy="2348492"/>
          </a:xfrm>
          <a:prstGeom prst="rect">
            <a:avLst/>
          </a:prstGeom>
        </p:spPr>
      </p:pic>
      <p:grpSp>
        <p:nvGrpSpPr>
          <p:cNvPr id="26" name="Group 25">
            <a:extLst>
              <a:ext uri="{FF2B5EF4-FFF2-40B4-BE49-F238E27FC236}">
                <a16:creationId xmlns:a16="http://schemas.microsoft.com/office/drawing/2014/main" id="{4F1DB7D3-C33C-4932-9BF1-0E8CD6B972A8}"/>
              </a:ext>
            </a:extLst>
          </p:cNvPr>
          <p:cNvGrpSpPr/>
          <p:nvPr/>
        </p:nvGrpSpPr>
        <p:grpSpPr>
          <a:xfrm>
            <a:off x="13261804" y="5844185"/>
            <a:ext cx="4253811" cy="2835874"/>
            <a:chOff x="11341915" y="1649627"/>
            <a:chExt cx="1371600" cy="914400"/>
          </a:xfrm>
        </p:grpSpPr>
        <p:pic>
          <p:nvPicPr>
            <p:cNvPr id="27" name="Graphic 26" descr="Call center">
              <a:extLst>
                <a:ext uri="{FF2B5EF4-FFF2-40B4-BE49-F238E27FC236}">
                  <a16:creationId xmlns:a16="http://schemas.microsoft.com/office/drawing/2014/main" id="{44BAE2C5-04AC-4093-AC4F-87068D5B50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99115" y="1649627"/>
              <a:ext cx="914400" cy="914400"/>
            </a:xfrm>
            <a:prstGeom prst="rect">
              <a:avLst/>
            </a:prstGeom>
          </p:spPr>
        </p:pic>
        <p:pic>
          <p:nvPicPr>
            <p:cNvPr id="28" name="Graphic 27" descr="Internet">
              <a:extLst>
                <a:ext uri="{FF2B5EF4-FFF2-40B4-BE49-F238E27FC236}">
                  <a16:creationId xmlns:a16="http://schemas.microsoft.com/office/drawing/2014/main" id="{79C4D49F-D9DA-404F-ACEA-5203C69E1E3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41915" y="1649627"/>
              <a:ext cx="914400" cy="914400"/>
            </a:xfrm>
            <a:prstGeom prst="rect">
              <a:avLst/>
            </a:prstGeom>
          </p:spPr>
        </p:pic>
      </p:grpSp>
      <p:pic>
        <p:nvPicPr>
          <p:cNvPr id="30" name="Graphic 29" descr="Transfer">
            <a:extLst>
              <a:ext uri="{FF2B5EF4-FFF2-40B4-BE49-F238E27FC236}">
                <a16:creationId xmlns:a16="http://schemas.microsoft.com/office/drawing/2014/main" id="{521440B5-09F2-4C41-BA93-A7C548E815A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513743" y="1757658"/>
            <a:ext cx="1402668" cy="1402668"/>
          </a:xfrm>
          <a:prstGeom prst="rect">
            <a:avLst/>
          </a:prstGeom>
        </p:spPr>
      </p:pic>
      <p:pic>
        <p:nvPicPr>
          <p:cNvPr id="32" name="Graphic 31" descr="Transfer">
            <a:extLst>
              <a:ext uri="{FF2B5EF4-FFF2-40B4-BE49-F238E27FC236}">
                <a16:creationId xmlns:a16="http://schemas.microsoft.com/office/drawing/2014/main" id="{A30856C8-4BC2-427A-BAF0-8D6E83D4919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838416">
            <a:off x="11569570" y="3611326"/>
            <a:ext cx="1402668" cy="1402668"/>
          </a:xfrm>
          <a:prstGeom prst="rect">
            <a:avLst/>
          </a:prstGeom>
        </p:spPr>
      </p:pic>
      <p:pic>
        <p:nvPicPr>
          <p:cNvPr id="33" name="Graphic 32" descr="Transfer">
            <a:extLst>
              <a:ext uri="{FF2B5EF4-FFF2-40B4-BE49-F238E27FC236}">
                <a16:creationId xmlns:a16="http://schemas.microsoft.com/office/drawing/2014/main" id="{90831360-E3A7-4110-A5CF-3DD0FA49638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312716">
            <a:off x="11513744" y="5752977"/>
            <a:ext cx="1402668" cy="1402668"/>
          </a:xfrm>
          <a:prstGeom prst="rect">
            <a:avLst/>
          </a:prstGeom>
        </p:spPr>
      </p:pic>
      <p:pic>
        <p:nvPicPr>
          <p:cNvPr id="35" name="Graphic 34" descr="Server">
            <a:extLst>
              <a:ext uri="{FF2B5EF4-FFF2-40B4-BE49-F238E27FC236}">
                <a16:creationId xmlns:a16="http://schemas.microsoft.com/office/drawing/2014/main" id="{0C5CC1C4-C319-4FA0-857B-DDEF60A1F86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696095" y="2962267"/>
            <a:ext cx="3303053" cy="3303053"/>
          </a:xfrm>
          <a:prstGeom prst="rect">
            <a:avLst/>
          </a:prstGeom>
        </p:spPr>
      </p:pic>
      <p:pic>
        <p:nvPicPr>
          <p:cNvPr id="36" name="Graphic 35" descr="Transfer">
            <a:extLst>
              <a:ext uri="{FF2B5EF4-FFF2-40B4-BE49-F238E27FC236}">
                <a16:creationId xmlns:a16="http://schemas.microsoft.com/office/drawing/2014/main" id="{3D2AFD47-3B0B-43E1-9751-7E28DABAD63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5400000">
            <a:off x="8599934" y="2185173"/>
            <a:ext cx="1086543" cy="1086543"/>
          </a:xfrm>
          <a:prstGeom prst="rect">
            <a:avLst/>
          </a:prstGeom>
        </p:spPr>
      </p:pic>
      <p:cxnSp>
        <p:nvCxnSpPr>
          <p:cNvPr id="38" name="Straight Arrow Connector 37">
            <a:extLst>
              <a:ext uri="{FF2B5EF4-FFF2-40B4-BE49-F238E27FC236}">
                <a16:creationId xmlns:a16="http://schemas.microsoft.com/office/drawing/2014/main" id="{9381FC14-4E42-45CC-BD3E-7C7D9954A5B9}"/>
              </a:ext>
            </a:extLst>
          </p:cNvPr>
          <p:cNvCxnSpPr>
            <a:stCxn id="35" idx="1"/>
            <a:endCxn id="25" idx="3"/>
          </p:cNvCxnSpPr>
          <p:nvPr/>
        </p:nvCxnSpPr>
        <p:spPr>
          <a:xfrm flipH="1" flipV="1">
            <a:off x="6947650" y="4613793"/>
            <a:ext cx="748445" cy="1"/>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B2FE757A-8746-4F78-AAD3-0D615D4353A9}"/>
              </a:ext>
            </a:extLst>
          </p:cNvPr>
          <p:cNvCxnSpPr>
            <a:stCxn id="25" idx="1"/>
            <a:endCxn id="23" idx="3"/>
          </p:cNvCxnSpPr>
          <p:nvPr/>
        </p:nvCxnSpPr>
        <p:spPr>
          <a:xfrm flipH="1">
            <a:off x="3757622" y="4613793"/>
            <a:ext cx="841536"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45" name="Graphic 44" descr="Users">
            <a:extLst>
              <a:ext uri="{FF2B5EF4-FFF2-40B4-BE49-F238E27FC236}">
                <a16:creationId xmlns:a16="http://schemas.microsoft.com/office/drawing/2014/main" id="{397CA851-F0BB-48FF-8529-09404DFAD48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46105" y="7273240"/>
            <a:ext cx="2835874" cy="2835874"/>
          </a:xfrm>
          <a:prstGeom prst="rect">
            <a:avLst/>
          </a:prstGeom>
        </p:spPr>
      </p:pic>
      <p:cxnSp>
        <p:nvCxnSpPr>
          <p:cNvPr id="48" name="Straight Arrow Connector 47">
            <a:extLst>
              <a:ext uri="{FF2B5EF4-FFF2-40B4-BE49-F238E27FC236}">
                <a16:creationId xmlns:a16="http://schemas.microsoft.com/office/drawing/2014/main" id="{CC21BA9D-91F2-40A9-9C2F-61EB73D3D361}"/>
              </a:ext>
            </a:extLst>
          </p:cNvPr>
          <p:cNvCxnSpPr>
            <a:stCxn id="23" idx="2"/>
            <a:endCxn id="45" idx="0"/>
          </p:cNvCxnSpPr>
          <p:nvPr/>
        </p:nvCxnSpPr>
        <p:spPr>
          <a:xfrm flipH="1">
            <a:off x="2264042" y="6099274"/>
            <a:ext cx="8099" cy="117396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54669FDE-8D3E-4E57-BF6E-1CEDEFAAD5C6}"/>
              </a:ext>
            </a:extLst>
          </p:cNvPr>
          <p:cNvSpPr txBox="1"/>
          <p:nvPr/>
        </p:nvSpPr>
        <p:spPr>
          <a:xfrm>
            <a:off x="16692333" y="1414290"/>
            <a:ext cx="1377617" cy="707886"/>
          </a:xfrm>
          <a:prstGeom prst="rect">
            <a:avLst/>
          </a:prstGeom>
          <a:noFill/>
        </p:spPr>
        <p:txBody>
          <a:bodyPr wrap="square" rtlCol="0">
            <a:spAutoFit/>
          </a:bodyPr>
          <a:lstStyle/>
          <a:p>
            <a:r>
              <a:rPr lang="en-US" sz="2000" dirty="0"/>
              <a:t>Unit / Lembaga </a:t>
            </a:r>
            <a:endParaRPr lang="en-ID" sz="2000" dirty="0"/>
          </a:p>
        </p:txBody>
      </p:sp>
      <p:sp>
        <p:nvSpPr>
          <p:cNvPr id="52" name="TextBox 51">
            <a:extLst>
              <a:ext uri="{FF2B5EF4-FFF2-40B4-BE49-F238E27FC236}">
                <a16:creationId xmlns:a16="http://schemas.microsoft.com/office/drawing/2014/main" id="{03D72D08-9D84-4BEF-BD2B-FDB7E8D9EABD}"/>
              </a:ext>
            </a:extLst>
          </p:cNvPr>
          <p:cNvSpPr txBox="1"/>
          <p:nvPr/>
        </p:nvSpPr>
        <p:spPr>
          <a:xfrm>
            <a:off x="16908796" y="4213683"/>
            <a:ext cx="1377617" cy="400110"/>
          </a:xfrm>
          <a:prstGeom prst="rect">
            <a:avLst/>
          </a:prstGeom>
          <a:noFill/>
        </p:spPr>
        <p:txBody>
          <a:bodyPr wrap="square" rtlCol="0">
            <a:spAutoFit/>
          </a:bodyPr>
          <a:lstStyle/>
          <a:p>
            <a:r>
              <a:rPr lang="en-US" sz="2000" dirty="0" err="1"/>
              <a:t>Fakultas</a:t>
            </a:r>
            <a:endParaRPr lang="en-ID" sz="2000" dirty="0"/>
          </a:p>
        </p:txBody>
      </p:sp>
      <p:sp>
        <p:nvSpPr>
          <p:cNvPr id="54" name="TextBox 53">
            <a:extLst>
              <a:ext uri="{FF2B5EF4-FFF2-40B4-BE49-F238E27FC236}">
                <a16:creationId xmlns:a16="http://schemas.microsoft.com/office/drawing/2014/main" id="{082E465D-76F7-4BB6-8B73-B002FA87F270}"/>
              </a:ext>
            </a:extLst>
          </p:cNvPr>
          <p:cNvSpPr txBox="1"/>
          <p:nvPr/>
        </p:nvSpPr>
        <p:spPr>
          <a:xfrm>
            <a:off x="16908796" y="6966368"/>
            <a:ext cx="1377617" cy="707886"/>
          </a:xfrm>
          <a:prstGeom prst="rect">
            <a:avLst/>
          </a:prstGeom>
          <a:noFill/>
        </p:spPr>
        <p:txBody>
          <a:bodyPr wrap="square" rtlCol="0">
            <a:spAutoFit/>
          </a:bodyPr>
          <a:lstStyle/>
          <a:p>
            <a:r>
              <a:rPr lang="en-US" sz="2000" dirty="0"/>
              <a:t>Program </a:t>
            </a:r>
            <a:r>
              <a:rPr lang="en-US" sz="2000" dirty="0" err="1"/>
              <a:t>Studi</a:t>
            </a:r>
            <a:endParaRPr lang="en-ID" sz="2000" dirty="0"/>
          </a:p>
        </p:txBody>
      </p:sp>
      <p:sp>
        <p:nvSpPr>
          <p:cNvPr id="55" name="TextBox 54">
            <a:extLst>
              <a:ext uri="{FF2B5EF4-FFF2-40B4-BE49-F238E27FC236}">
                <a16:creationId xmlns:a16="http://schemas.microsoft.com/office/drawing/2014/main" id="{B620BF42-EE2C-4D2B-B778-4677293F6D36}"/>
              </a:ext>
            </a:extLst>
          </p:cNvPr>
          <p:cNvSpPr txBox="1"/>
          <p:nvPr/>
        </p:nvSpPr>
        <p:spPr>
          <a:xfrm>
            <a:off x="11856967" y="1477162"/>
            <a:ext cx="1377617" cy="707886"/>
          </a:xfrm>
          <a:prstGeom prst="rect">
            <a:avLst/>
          </a:prstGeom>
          <a:noFill/>
        </p:spPr>
        <p:txBody>
          <a:bodyPr wrap="square" rtlCol="0">
            <a:spAutoFit/>
          </a:bodyPr>
          <a:lstStyle/>
          <a:p>
            <a:r>
              <a:rPr lang="en-US" sz="2000" dirty="0"/>
              <a:t>Read / Write</a:t>
            </a:r>
          </a:p>
        </p:txBody>
      </p:sp>
      <p:sp>
        <p:nvSpPr>
          <p:cNvPr id="56" name="TextBox 55">
            <a:extLst>
              <a:ext uri="{FF2B5EF4-FFF2-40B4-BE49-F238E27FC236}">
                <a16:creationId xmlns:a16="http://schemas.microsoft.com/office/drawing/2014/main" id="{378AA10F-ADA9-48AB-9584-3F8EB2FAE5FE}"/>
              </a:ext>
            </a:extLst>
          </p:cNvPr>
          <p:cNvSpPr txBox="1"/>
          <p:nvPr/>
        </p:nvSpPr>
        <p:spPr>
          <a:xfrm rot="743771">
            <a:off x="12105120" y="3465159"/>
            <a:ext cx="1377617" cy="707886"/>
          </a:xfrm>
          <a:prstGeom prst="rect">
            <a:avLst/>
          </a:prstGeom>
          <a:noFill/>
        </p:spPr>
        <p:txBody>
          <a:bodyPr wrap="square" rtlCol="0">
            <a:spAutoFit/>
          </a:bodyPr>
          <a:lstStyle/>
          <a:p>
            <a:r>
              <a:rPr lang="en-US" sz="2000" dirty="0"/>
              <a:t>Read / Write</a:t>
            </a:r>
          </a:p>
        </p:txBody>
      </p:sp>
      <p:sp>
        <p:nvSpPr>
          <p:cNvPr id="57" name="TextBox 56">
            <a:extLst>
              <a:ext uri="{FF2B5EF4-FFF2-40B4-BE49-F238E27FC236}">
                <a16:creationId xmlns:a16="http://schemas.microsoft.com/office/drawing/2014/main" id="{BA559734-6787-4EBF-BD11-00E98EE4DCE1}"/>
              </a:ext>
            </a:extLst>
          </p:cNvPr>
          <p:cNvSpPr txBox="1"/>
          <p:nvPr/>
        </p:nvSpPr>
        <p:spPr>
          <a:xfrm rot="1351220">
            <a:off x="12157771" y="5633973"/>
            <a:ext cx="1377617" cy="707886"/>
          </a:xfrm>
          <a:prstGeom prst="rect">
            <a:avLst/>
          </a:prstGeom>
          <a:noFill/>
        </p:spPr>
        <p:txBody>
          <a:bodyPr wrap="square" rtlCol="0">
            <a:spAutoFit/>
          </a:bodyPr>
          <a:lstStyle/>
          <a:p>
            <a:r>
              <a:rPr lang="en-US" sz="2000" dirty="0"/>
              <a:t>Read / Write</a:t>
            </a:r>
          </a:p>
        </p:txBody>
      </p:sp>
      <p:sp>
        <p:nvSpPr>
          <p:cNvPr id="58" name="TextBox 57">
            <a:extLst>
              <a:ext uri="{FF2B5EF4-FFF2-40B4-BE49-F238E27FC236}">
                <a16:creationId xmlns:a16="http://schemas.microsoft.com/office/drawing/2014/main" id="{F22512E4-F9EE-43A6-95D1-BA514C8A23B2}"/>
              </a:ext>
            </a:extLst>
          </p:cNvPr>
          <p:cNvSpPr txBox="1"/>
          <p:nvPr/>
        </p:nvSpPr>
        <p:spPr>
          <a:xfrm>
            <a:off x="9395224" y="2410764"/>
            <a:ext cx="1377617" cy="707886"/>
          </a:xfrm>
          <a:prstGeom prst="rect">
            <a:avLst/>
          </a:prstGeom>
          <a:noFill/>
        </p:spPr>
        <p:txBody>
          <a:bodyPr wrap="square" rtlCol="0">
            <a:spAutoFit/>
          </a:bodyPr>
          <a:lstStyle/>
          <a:p>
            <a:r>
              <a:rPr lang="en-US" sz="2000" dirty="0"/>
              <a:t>Read / Write</a:t>
            </a:r>
          </a:p>
        </p:txBody>
      </p:sp>
      <p:sp>
        <p:nvSpPr>
          <p:cNvPr id="59" name="TextBox 58">
            <a:extLst>
              <a:ext uri="{FF2B5EF4-FFF2-40B4-BE49-F238E27FC236}">
                <a16:creationId xmlns:a16="http://schemas.microsoft.com/office/drawing/2014/main" id="{B38B1183-D30F-48D3-BC26-8B91AA51C037}"/>
              </a:ext>
            </a:extLst>
          </p:cNvPr>
          <p:cNvSpPr txBox="1"/>
          <p:nvPr/>
        </p:nvSpPr>
        <p:spPr>
          <a:xfrm>
            <a:off x="5331469" y="5490242"/>
            <a:ext cx="1377617" cy="400110"/>
          </a:xfrm>
          <a:prstGeom prst="rect">
            <a:avLst/>
          </a:prstGeom>
          <a:noFill/>
        </p:spPr>
        <p:txBody>
          <a:bodyPr wrap="square" rtlCol="0">
            <a:spAutoFit/>
          </a:bodyPr>
          <a:lstStyle/>
          <a:p>
            <a:r>
              <a:rPr lang="en-US" sz="2000" dirty="0"/>
              <a:t>Proses</a:t>
            </a:r>
          </a:p>
        </p:txBody>
      </p:sp>
      <p:sp>
        <p:nvSpPr>
          <p:cNvPr id="61" name="TextBox 60">
            <a:extLst>
              <a:ext uri="{FF2B5EF4-FFF2-40B4-BE49-F238E27FC236}">
                <a16:creationId xmlns:a16="http://schemas.microsoft.com/office/drawing/2014/main" id="{7AD69413-BB1F-4EBE-A060-03875CA49200}"/>
              </a:ext>
            </a:extLst>
          </p:cNvPr>
          <p:cNvSpPr txBox="1"/>
          <p:nvPr/>
        </p:nvSpPr>
        <p:spPr>
          <a:xfrm>
            <a:off x="1583332" y="2996219"/>
            <a:ext cx="1377617" cy="400110"/>
          </a:xfrm>
          <a:prstGeom prst="rect">
            <a:avLst/>
          </a:prstGeom>
          <a:noFill/>
        </p:spPr>
        <p:txBody>
          <a:bodyPr wrap="square" rtlCol="0">
            <a:spAutoFit/>
          </a:bodyPr>
          <a:lstStyle/>
          <a:p>
            <a:r>
              <a:rPr lang="en-US" sz="2000" dirty="0"/>
              <a:t>Progress</a:t>
            </a:r>
          </a:p>
        </p:txBody>
      </p:sp>
      <p:sp>
        <p:nvSpPr>
          <p:cNvPr id="62" name="TextBox 61">
            <a:extLst>
              <a:ext uri="{FF2B5EF4-FFF2-40B4-BE49-F238E27FC236}">
                <a16:creationId xmlns:a16="http://schemas.microsoft.com/office/drawing/2014/main" id="{6C780704-C1A3-4820-89C7-2BD94E30AD07}"/>
              </a:ext>
            </a:extLst>
          </p:cNvPr>
          <p:cNvSpPr txBox="1"/>
          <p:nvPr/>
        </p:nvSpPr>
        <p:spPr>
          <a:xfrm>
            <a:off x="3681979" y="8398789"/>
            <a:ext cx="2004075" cy="584775"/>
          </a:xfrm>
          <a:prstGeom prst="rect">
            <a:avLst/>
          </a:prstGeom>
          <a:noFill/>
        </p:spPr>
        <p:txBody>
          <a:bodyPr wrap="none" rtlCol="0">
            <a:spAutoFit/>
          </a:bodyPr>
          <a:lstStyle/>
          <a:p>
            <a:r>
              <a:rPr lang="id-ID" dirty="0"/>
              <a:t>Pimpinan</a:t>
            </a:r>
            <a:endParaRPr lang="en-ID" dirty="0"/>
          </a:p>
        </p:txBody>
      </p:sp>
    </p:spTree>
    <p:extLst>
      <p:ext uri="{BB962C8B-B14F-4D97-AF65-F5344CB8AC3E}">
        <p14:creationId xmlns:p14="http://schemas.microsoft.com/office/powerpoint/2010/main" val="3077592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4B44ED2-EDBC-4543-87CB-3B7482C18B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9379" y="-57730"/>
            <a:ext cx="13603571" cy="10344730"/>
          </a:xfrm>
          <a:prstGeom prst="rect">
            <a:avLst/>
          </a:prstGeom>
        </p:spPr>
      </p:pic>
    </p:spTree>
    <p:extLst>
      <p:ext uri="{BB962C8B-B14F-4D97-AF65-F5344CB8AC3E}">
        <p14:creationId xmlns:p14="http://schemas.microsoft.com/office/powerpoint/2010/main" val="2487942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7AC1D5E-E1C9-4B12-8F14-B95D8B07DE82}"/>
              </a:ext>
            </a:extLst>
          </p:cNvPr>
          <p:cNvSpPr>
            <a:spLocks noGrp="1"/>
          </p:cNvSpPr>
          <p:nvPr>
            <p:ph type="ftr" sz="quarter" idx="10"/>
          </p:nvPr>
        </p:nvSpPr>
        <p:spPr/>
        <p:txBody>
          <a:bodyPr/>
          <a:lstStyle/>
          <a:p>
            <a:r>
              <a:rPr lang="id-ID" altLang="ja-JP" dirty="0"/>
              <a:t>Adryan Eka Vandra </a:t>
            </a:r>
            <a:r>
              <a:rPr lang="en-US" altLang="ja-JP" dirty="0"/>
              <a:t>|</a:t>
            </a:r>
            <a:r>
              <a:rPr lang="id-ID" altLang="ja-JP" dirty="0"/>
              <a:t> 11451105030</a:t>
            </a:r>
            <a:endParaRPr lang="ja-JP" altLang="en-US" dirty="0"/>
          </a:p>
        </p:txBody>
      </p:sp>
      <p:sp>
        <p:nvSpPr>
          <p:cNvPr id="3" name="Slide Number Placeholder 2">
            <a:extLst>
              <a:ext uri="{FF2B5EF4-FFF2-40B4-BE49-F238E27FC236}">
                <a16:creationId xmlns:a16="http://schemas.microsoft.com/office/drawing/2014/main" id="{4C819F60-A651-4C31-AD0F-68B773D8FA75}"/>
              </a:ext>
            </a:extLst>
          </p:cNvPr>
          <p:cNvSpPr>
            <a:spLocks noGrp="1"/>
          </p:cNvSpPr>
          <p:nvPr>
            <p:ph type="sldNum" sz="quarter" idx="11"/>
          </p:nvPr>
        </p:nvSpPr>
        <p:spPr/>
        <p:txBody>
          <a:bodyPr/>
          <a:lstStyle/>
          <a:p>
            <a:fld id="{E6459DFB-86F3-43FA-8567-2EA6E426AE90}" type="slidenum">
              <a:rPr lang="ja-JP" altLang="en-US" smtClean="0"/>
              <a:pPr/>
              <a:t>15</a:t>
            </a:fld>
            <a:endParaRPr lang="ja-JP" altLang="en-US"/>
          </a:p>
        </p:txBody>
      </p:sp>
      <p:pic>
        <p:nvPicPr>
          <p:cNvPr id="5" name="Picture 4">
            <a:extLst>
              <a:ext uri="{FF2B5EF4-FFF2-40B4-BE49-F238E27FC236}">
                <a16:creationId xmlns:a16="http://schemas.microsoft.com/office/drawing/2014/main" id="{22B320B9-D515-45C3-9014-87AF684883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0481" y="250495"/>
            <a:ext cx="12335669" cy="9213363"/>
          </a:xfrm>
          <a:prstGeom prst="rect">
            <a:avLst/>
          </a:prstGeom>
        </p:spPr>
      </p:pic>
    </p:spTree>
    <p:extLst>
      <p:ext uri="{BB962C8B-B14F-4D97-AF65-F5344CB8AC3E}">
        <p14:creationId xmlns:p14="http://schemas.microsoft.com/office/powerpoint/2010/main" val="3589637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FAE5563-84EC-4F5C-9053-929B0B80151E}"/>
              </a:ext>
            </a:extLst>
          </p:cNvPr>
          <p:cNvSpPr>
            <a:spLocks noGrp="1"/>
          </p:cNvSpPr>
          <p:nvPr>
            <p:ph type="pic" sz="quarter" idx="10"/>
          </p:nvPr>
        </p:nvSpPr>
        <p:spPr/>
      </p:sp>
      <p:sp>
        <p:nvSpPr>
          <p:cNvPr id="5" name="Text Placeholder 4">
            <a:extLst>
              <a:ext uri="{FF2B5EF4-FFF2-40B4-BE49-F238E27FC236}">
                <a16:creationId xmlns:a16="http://schemas.microsoft.com/office/drawing/2014/main" id="{615CECDD-FC10-4002-8356-E43D8974D2E7}"/>
              </a:ext>
            </a:extLst>
          </p:cNvPr>
          <p:cNvSpPr>
            <a:spLocks noGrp="1"/>
          </p:cNvSpPr>
          <p:nvPr>
            <p:ph type="body" sz="quarter" idx="11"/>
          </p:nvPr>
        </p:nvSpPr>
        <p:spPr/>
        <p:txBody>
          <a:bodyPr/>
          <a:lstStyle/>
          <a:p>
            <a:endParaRPr lang="id-ID"/>
          </a:p>
        </p:txBody>
      </p:sp>
      <p:sp>
        <p:nvSpPr>
          <p:cNvPr id="6" name="Text Placeholder 5">
            <a:extLst>
              <a:ext uri="{FF2B5EF4-FFF2-40B4-BE49-F238E27FC236}">
                <a16:creationId xmlns:a16="http://schemas.microsoft.com/office/drawing/2014/main" id="{3CD504B8-7B17-43E3-B0DA-6C22AF737B8A}"/>
              </a:ext>
            </a:extLst>
          </p:cNvPr>
          <p:cNvSpPr>
            <a:spLocks noGrp="1"/>
          </p:cNvSpPr>
          <p:nvPr>
            <p:ph type="body" sz="quarter" idx="12"/>
          </p:nvPr>
        </p:nvSpPr>
        <p:spPr/>
        <p:txBody>
          <a:bodyPr/>
          <a:lstStyle/>
          <a:p>
            <a:endParaRPr lang="id-ID"/>
          </a:p>
        </p:txBody>
      </p:sp>
      <p:sp>
        <p:nvSpPr>
          <p:cNvPr id="7" name="Text Placeholder 6">
            <a:extLst>
              <a:ext uri="{FF2B5EF4-FFF2-40B4-BE49-F238E27FC236}">
                <a16:creationId xmlns:a16="http://schemas.microsoft.com/office/drawing/2014/main" id="{227CFE49-121C-4A85-8133-E6AEE88A0B84}"/>
              </a:ext>
            </a:extLst>
          </p:cNvPr>
          <p:cNvSpPr>
            <a:spLocks noGrp="1"/>
          </p:cNvSpPr>
          <p:nvPr>
            <p:ph type="body" sz="quarter" idx="13"/>
          </p:nvPr>
        </p:nvSpPr>
        <p:spPr/>
        <p:txBody>
          <a:bodyPr/>
          <a:lstStyle/>
          <a:p>
            <a:endParaRPr lang="id-ID"/>
          </a:p>
        </p:txBody>
      </p:sp>
      <p:sp>
        <p:nvSpPr>
          <p:cNvPr id="8" name="Text Placeholder 7">
            <a:extLst>
              <a:ext uri="{FF2B5EF4-FFF2-40B4-BE49-F238E27FC236}">
                <a16:creationId xmlns:a16="http://schemas.microsoft.com/office/drawing/2014/main" id="{E931D477-D721-41D5-AF97-8FCCA5BB4D61}"/>
              </a:ext>
            </a:extLst>
          </p:cNvPr>
          <p:cNvSpPr>
            <a:spLocks noGrp="1"/>
          </p:cNvSpPr>
          <p:nvPr>
            <p:ph type="body" sz="quarter" idx="14"/>
          </p:nvPr>
        </p:nvSpPr>
        <p:spPr/>
        <p:txBody>
          <a:bodyPr/>
          <a:lstStyle/>
          <a:p>
            <a:endParaRPr lang="id-ID"/>
          </a:p>
        </p:txBody>
      </p:sp>
      <p:sp>
        <p:nvSpPr>
          <p:cNvPr id="9" name="Text Placeholder 8">
            <a:extLst>
              <a:ext uri="{FF2B5EF4-FFF2-40B4-BE49-F238E27FC236}">
                <a16:creationId xmlns:a16="http://schemas.microsoft.com/office/drawing/2014/main" id="{D4CA4906-A152-4349-B3AA-566BFB78DE7F}"/>
              </a:ext>
            </a:extLst>
          </p:cNvPr>
          <p:cNvSpPr>
            <a:spLocks noGrp="1"/>
          </p:cNvSpPr>
          <p:nvPr>
            <p:ph type="body" sz="quarter" idx="15"/>
          </p:nvPr>
        </p:nvSpPr>
        <p:spPr/>
        <p:txBody>
          <a:bodyPr/>
          <a:lstStyle/>
          <a:p>
            <a:r>
              <a:rPr lang="id-ID" dirty="0"/>
              <a:t>5</a:t>
            </a:r>
          </a:p>
        </p:txBody>
      </p:sp>
      <p:sp>
        <p:nvSpPr>
          <p:cNvPr id="10" name="Picture Placeholder 9">
            <a:extLst>
              <a:ext uri="{FF2B5EF4-FFF2-40B4-BE49-F238E27FC236}">
                <a16:creationId xmlns:a16="http://schemas.microsoft.com/office/drawing/2014/main" id="{EDCCAB80-EC5A-4D7F-A9B2-4F70B49E7788}"/>
              </a:ext>
            </a:extLst>
          </p:cNvPr>
          <p:cNvSpPr>
            <a:spLocks noGrp="1"/>
          </p:cNvSpPr>
          <p:nvPr>
            <p:ph type="pic" sz="quarter" idx="16"/>
          </p:nvPr>
        </p:nvSpPr>
        <p:spPr/>
      </p:sp>
      <p:sp>
        <p:nvSpPr>
          <p:cNvPr id="11" name="Text Placeholder 10">
            <a:extLst>
              <a:ext uri="{FF2B5EF4-FFF2-40B4-BE49-F238E27FC236}">
                <a16:creationId xmlns:a16="http://schemas.microsoft.com/office/drawing/2014/main" id="{40784969-A302-4C9A-B6AE-BA46D703BE20}"/>
              </a:ext>
            </a:extLst>
          </p:cNvPr>
          <p:cNvSpPr>
            <a:spLocks noGrp="1"/>
          </p:cNvSpPr>
          <p:nvPr>
            <p:ph type="body" sz="quarter" idx="17"/>
          </p:nvPr>
        </p:nvSpPr>
        <p:spPr/>
        <p:txBody>
          <a:bodyPr>
            <a:normAutofit fontScale="85000" lnSpcReduction="10000"/>
          </a:bodyPr>
          <a:lstStyle/>
          <a:p>
            <a:r>
              <a:rPr lang="id-ID" dirty="0"/>
              <a:t>Implementasi &amp; Pengujian</a:t>
            </a:r>
          </a:p>
        </p:txBody>
      </p:sp>
      <p:sp>
        <p:nvSpPr>
          <p:cNvPr id="12" name="Text Placeholder 11">
            <a:extLst>
              <a:ext uri="{FF2B5EF4-FFF2-40B4-BE49-F238E27FC236}">
                <a16:creationId xmlns:a16="http://schemas.microsoft.com/office/drawing/2014/main" id="{E0B1A144-C386-4AEB-AD7C-D126BD6C0F7D}"/>
              </a:ext>
            </a:extLst>
          </p:cNvPr>
          <p:cNvSpPr>
            <a:spLocks noGrp="1"/>
          </p:cNvSpPr>
          <p:nvPr>
            <p:ph type="body" sz="quarter" idx="18"/>
          </p:nvPr>
        </p:nvSpPr>
        <p:spPr/>
        <p:txBody>
          <a:bodyPr/>
          <a:lstStyle/>
          <a:p>
            <a:endParaRPr lang="id-ID"/>
          </a:p>
        </p:txBody>
      </p:sp>
      <p:sp>
        <p:nvSpPr>
          <p:cNvPr id="13" name="Text Placeholder 12">
            <a:extLst>
              <a:ext uri="{FF2B5EF4-FFF2-40B4-BE49-F238E27FC236}">
                <a16:creationId xmlns:a16="http://schemas.microsoft.com/office/drawing/2014/main" id="{384228FA-F146-4AF0-89AD-7B47490916A6}"/>
              </a:ext>
            </a:extLst>
          </p:cNvPr>
          <p:cNvSpPr>
            <a:spLocks noGrp="1"/>
          </p:cNvSpPr>
          <p:nvPr>
            <p:ph type="body" sz="quarter" idx="19"/>
          </p:nvPr>
        </p:nvSpPr>
        <p:spPr/>
        <p:txBody>
          <a:bodyPr>
            <a:normAutofit lnSpcReduction="10000"/>
          </a:bodyPr>
          <a:lstStyle/>
          <a:p>
            <a:endParaRPr lang="id-ID"/>
          </a:p>
        </p:txBody>
      </p:sp>
    </p:spTree>
    <p:extLst>
      <p:ext uri="{BB962C8B-B14F-4D97-AF65-F5344CB8AC3E}">
        <p14:creationId xmlns:p14="http://schemas.microsoft.com/office/powerpoint/2010/main" val="2132336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B0427B72-E07A-4D08-82DA-4AFF17933C48}"/>
              </a:ext>
            </a:extLst>
          </p:cNvPr>
          <p:cNvSpPr>
            <a:spLocks noGrp="1"/>
          </p:cNvSpPr>
          <p:nvPr>
            <p:ph type="pic" sz="quarter" idx="10"/>
          </p:nvPr>
        </p:nvSpPr>
        <p:spPr/>
      </p:sp>
      <p:sp>
        <p:nvSpPr>
          <p:cNvPr id="13" name="Text Placeholder 12">
            <a:extLst>
              <a:ext uri="{FF2B5EF4-FFF2-40B4-BE49-F238E27FC236}">
                <a16:creationId xmlns:a16="http://schemas.microsoft.com/office/drawing/2014/main" id="{3DBFF02D-B297-49D2-BFE5-CE6480A3A1E9}"/>
              </a:ext>
            </a:extLst>
          </p:cNvPr>
          <p:cNvSpPr>
            <a:spLocks noGrp="1"/>
          </p:cNvSpPr>
          <p:nvPr>
            <p:ph type="body" sz="quarter" idx="11"/>
          </p:nvPr>
        </p:nvSpPr>
        <p:spPr/>
        <p:txBody>
          <a:bodyPr/>
          <a:lstStyle/>
          <a:p>
            <a:endParaRPr lang="id-ID"/>
          </a:p>
        </p:txBody>
      </p:sp>
      <p:sp>
        <p:nvSpPr>
          <p:cNvPr id="14" name="Text Placeholder 13">
            <a:extLst>
              <a:ext uri="{FF2B5EF4-FFF2-40B4-BE49-F238E27FC236}">
                <a16:creationId xmlns:a16="http://schemas.microsoft.com/office/drawing/2014/main" id="{F7E2F840-7990-4BAE-9217-6CAD9CF1D36B}"/>
              </a:ext>
            </a:extLst>
          </p:cNvPr>
          <p:cNvSpPr>
            <a:spLocks noGrp="1"/>
          </p:cNvSpPr>
          <p:nvPr>
            <p:ph type="body" sz="quarter" idx="12"/>
          </p:nvPr>
        </p:nvSpPr>
        <p:spPr/>
        <p:txBody>
          <a:bodyPr/>
          <a:lstStyle/>
          <a:p>
            <a:endParaRPr lang="id-ID" dirty="0"/>
          </a:p>
        </p:txBody>
      </p:sp>
      <p:sp>
        <p:nvSpPr>
          <p:cNvPr id="15" name="Text Placeholder 14">
            <a:extLst>
              <a:ext uri="{FF2B5EF4-FFF2-40B4-BE49-F238E27FC236}">
                <a16:creationId xmlns:a16="http://schemas.microsoft.com/office/drawing/2014/main" id="{6FDE7EFE-4D46-4B65-8A4F-3B7CE0D993D2}"/>
              </a:ext>
            </a:extLst>
          </p:cNvPr>
          <p:cNvSpPr>
            <a:spLocks noGrp="1"/>
          </p:cNvSpPr>
          <p:nvPr>
            <p:ph type="body" sz="quarter" idx="13"/>
          </p:nvPr>
        </p:nvSpPr>
        <p:spPr/>
        <p:txBody>
          <a:bodyPr/>
          <a:lstStyle/>
          <a:p>
            <a:endParaRPr lang="id-ID"/>
          </a:p>
        </p:txBody>
      </p:sp>
      <p:sp>
        <p:nvSpPr>
          <p:cNvPr id="16" name="Text Placeholder 15">
            <a:extLst>
              <a:ext uri="{FF2B5EF4-FFF2-40B4-BE49-F238E27FC236}">
                <a16:creationId xmlns:a16="http://schemas.microsoft.com/office/drawing/2014/main" id="{BEB019F4-7200-49D9-9A3D-24A577825D9B}"/>
              </a:ext>
            </a:extLst>
          </p:cNvPr>
          <p:cNvSpPr>
            <a:spLocks noGrp="1"/>
          </p:cNvSpPr>
          <p:nvPr>
            <p:ph type="body" sz="quarter" idx="14"/>
          </p:nvPr>
        </p:nvSpPr>
        <p:spPr/>
        <p:txBody>
          <a:bodyPr/>
          <a:lstStyle/>
          <a:p>
            <a:endParaRPr lang="id-ID"/>
          </a:p>
        </p:txBody>
      </p:sp>
      <p:sp>
        <p:nvSpPr>
          <p:cNvPr id="17" name="Text Placeholder 16">
            <a:extLst>
              <a:ext uri="{FF2B5EF4-FFF2-40B4-BE49-F238E27FC236}">
                <a16:creationId xmlns:a16="http://schemas.microsoft.com/office/drawing/2014/main" id="{D15B9D5B-5C70-4D0F-B02B-955692DD57AF}"/>
              </a:ext>
            </a:extLst>
          </p:cNvPr>
          <p:cNvSpPr>
            <a:spLocks noGrp="1"/>
          </p:cNvSpPr>
          <p:nvPr>
            <p:ph type="body" sz="quarter" idx="15"/>
          </p:nvPr>
        </p:nvSpPr>
        <p:spPr/>
        <p:txBody>
          <a:bodyPr/>
          <a:lstStyle/>
          <a:p>
            <a:r>
              <a:rPr lang="id-ID" dirty="0"/>
              <a:t>6</a:t>
            </a:r>
          </a:p>
        </p:txBody>
      </p:sp>
      <p:sp>
        <p:nvSpPr>
          <p:cNvPr id="18" name="Picture Placeholder 17">
            <a:extLst>
              <a:ext uri="{FF2B5EF4-FFF2-40B4-BE49-F238E27FC236}">
                <a16:creationId xmlns:a16="http://schemas.microsoft.com/office/drawing/2014/main" id="{D74FAA25-367C-4A86-B65F-75F1FA53C908}"/>
              </a:ext>
            </a:extLst>
          </p:cNvPr>
          <p:cNvSpPr>
            <a:spLocks noGrp="1"/>
          </p:cNvSpPr>
          <p:nvPr>
            <p:ph type="pic" sz="quarter" idx="16"/>
          </p:nvPr>
        </p:nvSpPr>
        <p:spPr/>
      </p:sp>
      <p:sp>
        <p:nvSpPr>
          <p:cNvPr id="19" name="Text Placeholder 18">
            <a:extLst>
              <a:ext uri="{FF2B5EF4-FFF2-40B4-BE49-F238E27FC236}">
                <a16:creationId xmlns:a16="http://schemas.microsoft.com/office/drawing/2014/main" id="{849BA1EF-4540-4C04-84DA-BBB6D678FB0B}"/>
              </a:ext>
            </a:extLst>
          </p:cNvPr>
          <p:cNvSpPr>
            <a:spLocks noGrp="1"/>
          </p:cNvSpPr>
          <p:nvPr>
            <p:ph type="body" sz="quarter" idx="17"/>
          </p:nvPr>
        </p:nvSpPr>
        <p:spPr/>
        <p:txBody>
          <a:bodyPr/>
          <a:lstStyle/>
          <a:p>
            <a:r>
              <a:rPr lang="id-ID" dirty="0"/>
              <a:t>Kesimpulan dan Saran</a:t>
            </a:r>
          </a:p>
        </p:txBody>
      </p:sp>
      <p:sp>
        <p:nvSpPr>
          <p:cNvPr id="20" name="Text Placeholder 19">
            <a:extLst>
              <a:ext uri="{FF2B5EF4-FFF2-40B4-BE49-F238E27FC236}">
                <a16:creationId xmlns:a16="http://schemas.microsoft.com/office/drawing/2014/main" id="{A1870D9F-0B46-41B3-9636-426DB7EFB709}"/>
              </a:ext>
            </a:extLst>
          </p:cNvPr>
          <p:cNvSpPr>
            <a:spLocks noGrp="1"/>
          </p:cNvSpPr>
          <p:nvPr>
            <p:ph type="body" sz="quarter" idx="18"/>
          </p:nvPr>
        </p:nvSpPr>
        <p:spPr/>
        <p:txBody>
          <a:bodyPr/>
          <a:lstStyle/>
          <a:p>
            <a:endParaRPr lang="id-ID"/>
          </a:p>
        </p:txBody>
      </p:sp>
      <p:sp>
        <p:nvSpPr>
          <p:cNvPr id="21" name="Text Placeholder 20">
            <a:extLst>
              <a:ext uri="{FF2B5EF4-FFF2-40B4-BE49-F238E27FC236}">
                <a16:creationId xmlns:a16="http://schemas.microsoft.com/office/drawing/2014/main" id="{057AD304-E4B1-426C-A088-454AB4F9C06F}"/>
              </a:ext>
            </a:extLst>
          </p:cNvPr>
          <p:cNvSpPr>
            <a:spLocks noGrp="1"/>
          </p:cNvSpPr>
          <p:nvPr>
            <p:ph type="body" sz="quarter" idx="19"/>
          </p:nvPr>
        </p:nvSpPr>
        <p:spPr/>
        <p:txBody>
          <a:bodyPr>
            <a:normAutofit lnSpcReduction="10000"/>
          </a:bodyPr>
          <a:lstStyle/>
          <a:p>
            <a:endParaRPr lang="id-ID"/>
          </a:p>
        </p:txBody>
      </p:sp>
    </p:spTree>
    <p:extLst>
      <p:ext uri="{BB962C8B-B14F-4D97-AF65-F5344CB8AC3E}">
        <p14:creationId xmlns:p14="http://schemas.microsoft.com/office/powerpoint/2010/main" val="793952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E279D93-527B-44FB-86DA-E18F62F21B64}"/>
              </a:ext>
            </a:extLst>
          </p:cNvPr>
          <p:cNvSpPr>
            <a:spLocks noGrp="1"/>
          </p:cNvSpPr>
          <p:nvPr>
            <p:ph type="title"/>
          </p:nvPr>
        </p:nvSpPr>
        <p:spPr/>
        <p:txBody>
          <a:bodyPr/>
          <a:lstStyle/>
          <a:p>
            <a:r>
              <a:rPr lang="id-ID" dirty="0"/>
              <a:t>Kesimpulan dan Saran</a:t>
            </a:r>
          </a:p>
        </p:txBody>
      </p:sp>
      <p:sp>
        <p:nvSpPr>
          <p:cNvPr id="13" name="Text Placeholder 12">
            <a:extLst>
              <a:ext uri="{FF2B5EF4-FFF2-40B4-BE49-F238E27FC236}">
                <a16:creationId xmlns:a16="http://schemas.microsoft.com/office/drawing/2014/main" id="{F13B4A38-9955-4878-ACDA-463B4E26EABB}"/>
              </a:ext>
            </a:extLst>
          </p:cNvPr>
          <p:cNvSpPr>
            <a:spLocks noGrp="1"/>
          </p:cNvSpPr>
          <p:nvPr>
            <p:ph type="body" sz="quarter" idx="13"/>
          </p:nvPr>
        </p:nvSpPr>
        <p:spPr/>
        <p:txBody>
          <a:bodyPr>
            <a:normAutofit fontScale="92500" lnSpcReduction="20000"/>
          </a:bodyPr>
          <a:lstStyle/>
          <a:p>
            <a:endParaRPr lang="id-ID" dirty="0"/>
          </a:p>
        </p:txBody>
      </p:sp>
      <p:sp>
        <p:nvSpPr>
          <p:cNvPr id="15" name="Text Placeholder 14">
            <a:extLst>
              <a:ext uri="{FF2B5EF4-FFF2-40B4-BE49-F238E27FC236}">
                <a16:creationId xmlns:a16="http://schemas.microsoft.com/office/drawing/2014/main" id="{2749338B-CAE8-49AF-8FB7-781AF517B906}"/>
              </a:ext>
            </a:extLst>
          </p:cNvPr>
          <p:cNvSpPr>
            <a:spLocks noGrp="1"/>
          </p:cNvSpPr>
          <p:nvPr>
            <p:ph type="body" sz="quarter" idx="15"/>
          </p:nvPr>
        </p:nvSpPr>
        <p:spPr/>
        <p:txBody>
          <a:bodyPr/>
          <a:lstStyle/>
          <a:p>
            <a:r>
              <a:rPr lang="id-ID" dirty="0"/>
              <a:t>Kesimpulan</a:t>
            </a:r>
          </a:p>
        </p:txBody>
      </p:sp>
      <p:sp>
        <p:nvSpPr>
          <p:cNvPr id="14" name="Text Placeholder 13">
            <a:extLst>
              <a:ext uri="{FF2B5EF4-FFF2-40B4-BE49-F238E27FC236}">
                <a16:creationId xmlns:a16="http://schemas.microsoft.com/office/drawing/2014/main" id="{46CA7C9A-254E-4F17-8C74-A8A47A9AA3F5}"/>
              </a:ext>
            </a:extLst>
          </p:cNvPr>
          <p:cNvSpPr>
            <a:spLocks noGrp="1"/>
          </p:cNvSpPr>
          <p:nvPr>
            <p:ph type="body" sz="quarter" idx="14"/>
          </p:nvPr>
        </p:nvSpPr>
        <p:spPr/>
        <p:txBody>
          <a:bodyPr>
            <a:normAutofit/>
          </a:bodyPr>
          <a:lstStyle/>
          <a:p>
            <a:pPr marL="342900" indent="-342900">
              <a:buFont typeface="Arial" panose="020B0604020202020204" pitchFamily="34" charset="0"/>
              <a:buChar char="•"/>
            </a:pPr>
            <a:r>
              <a:rPr lang="id-ID" dirty="0"/>
              <a:t>Sistem mudah digunakan.</a:t>
            </a:r>
          </a:p>
          <a:p>
            <a:pPr marL="342900" indent="-342900">
              <a:buFont typeface="Arial" panose="020B0604020202020204" pitchFamily="34" charset="0"/>
              <a:buChar char="•"/>
            </a:pPr>
            <a:r>
              <a:rPr lang="id-ID" dirty="0"/>
              <a:t>Menyediakan arahan pengguna yang jelas.</a:t>
            </a:r>
          </a:p>
          <a:p>
            <a:pPr marL="342900" indent="-342900">
              <a:buFont typeface="Arial" panose="020B0604020202020204" pitchFamily="34" charset="0"/>
              <a:buChar char="•"/>
            </a:pPr>
            <a:r>
              <a:rPr lang="id-ID" dirty="0"/>
              <a:t>Dapat digunakan di mana saja, sesuai dengan standar dari BAN-PT.</a:t>
            </a:r>
          </a:p>
          <a:p>
            <a:pPr marL="342900" indent="-342900">
              <a:buFont typeface="Arial" panose="020B0604020202020204" pitchFamily="34" charset="0"/>
              <a:buChar char="•"/>
            </a:pPr>
            <a:r>
              <a:rPr lang="id-ID" dirty="0"/>
              <a:t>Membantu pengisian borang aplikasi.</a:t>
            </a:r>
          </a:p>
          <a:p>
            <a:pPr marL="342900" indent="-342900">
              <a:buFont typeface="Arial" panose="020B0604020202020204" pitchFamily="34" charset="0"/>
              <a:buChar char="•"/>
            </a:pPr>
            <a:r>
              <a:rPr lang="id-ID" dirty="0"/>
              <a:t>Tampilan sistem menarik.</a:t>
            </a:r>
          </a:p>
          <a:p>
            <a:pPr marL="342900" indent="-342900">
              <a:buFont typeface="Arial" panose="020B0604020202020204" pitchFamily="34" charset="0"/>
              <a:buChar char="•"/>
            </a:pPr>
            <a:r>
              <a:rPr lang="id-ID" dirty="0"/>
              <a:t>Responsif dan dapat diandalkan.</a:t>
            </a:r>
          </a:p>
          <a:p>
            <a:pPr marL="342900" indent="-342900">
              <a:buFont typeface="Arial" panose="020B0604020202020204" pitchFamily="34" charset="0"/>
              <a:buChar char="•"/>
            </a:pPr>
            <a:r>
              <a:rPr lang="id-ID" dirty="0"/>
              <a:t>Fitur yang disediakan lengkap.</a:t>
            </a:r>
          </a:p>
          <a:p>
            <a:pPr marL="342900" indent="-342900">
              <a:buFont typeface="Arial" panose="020B0604020202020204" pitchFamily="34" charset="0"/>
              <a:buChar char="•"/>
            </a:pPr>
            <a:r>
              <a:rPr lang="id-ID" dirty="0"/>
              <a:t>Secara keseluruhan berguna.</a:t>
            </a:r>
          </a:p>
          <a:p>
            <a:endParaRPr lang="id-ID" dirty="0"/>
          </a:p>
        </p:txBody>
      </p:sp>
      <p:sp>
        <p:nvSpPr>
          <p:cNvPr id="16" name="Text Placeholder 15">
            <a:extLst>
              <a:ext uri="{FF2B5EF4-FFF2-40B4-BE49-F238E27FC236}">
                <a16:creationId xmlns:a16="http://schemas.microsoft.com/office/drawing/2014/main" id="{0C3BA47A-D185-4ACE-8B88-0A11DBAC574D}"/>
              </a:ext>
            </a:extLst>
          </p:cNvPr>
          <p:cNvSpPr>
            <a:spLocks noGrp="1"/>
          </p:cNvSpPr>
          <p:nvPr>
            <p:ph type="body" sz="quarter" idx="16"/>
          </p:nvPr>
        </p:nvSpPr>
        <p:spPr/>
        <p:txBody>
          <a:bodyPr/>
          <a:lstStyle/>
          <a:p>
            <a:r>
              <a:rPr lang="id-ID" dirty="0"/>
              <a:t>Saran</a:t>
            </a:r>
          </a:p>
        </p:txBody>
      </p:sp>
      <p:sp>
        <p:nvSpPr>
          <p:cNvPr id="17" name="Text Placeholder 16">
            <a:extLst>
              <a:ext uri="{FF2B5EF4-FFF2-40B4-BE49-F238E27FC236}">
                <a16:creationId xmlns:a16="http://schemas.microsoft.com/office/drawing/2014/main" id="{7F53DC54-5626-406F-B67E-153F30352102}"/>
              </a:ext>
            </a:extLst>
          </p:cNvPr>
          <p:cNvSpPr>
            <a:spLocks noGrp="1"/>
          </p:cNvSpPr>
          <p:nvPr>
            <p:ph type="body" sz="quarter" idx="17"/>
          </p:nvPr>
        </p:nvSpPr>
        <p:spPr/>
        <p:txBody>
          <a:bodyPr/>
          <a:lstStyle/>
          <a:p>
            <a:pPr marL="342900" indent="-342900">
              <a:buFont typeface="Arial" panose="020B0604020202020204" pitchFamily="34" charset="0"/>
              <a:buChar char="•"/>
            </a:pPr>
            <a:r>
              <a:rPr lang="id-ID" dirty="0"/>
              <a:t>Sistem yang dibuat dapat diintegrasikan dengan sistem lainya seperti sistem informasi akademik, sistem dosen, sistem dokumen dan lainnya.</a:t>
            </a:r>
          </a:p>
          <a:p>
            <a:pPr marL="342900" indent="-342900">
              <a:buFont typeface="Arial" panose="020B0604020202020204" pitchFamily="34" charset="0"/>
              <a:buChar char="•"/>
            </a:pPr>
            <a:r>
              <a:rPr lang="id-ID" dirty="0"/>
              <a:t>Hasil ekspor laporan dapat menyesuaikan format yang sudah ditentukan oleh BAN-PT.</a:t>
            </a:r>
          </a:p>
          <a:p>
            <a:endParaRPr lang="id-ID" dirty="0"/>
          </a:p>
        </p:txBody>
      </p:sp>
    </p:spTree>
    <p:extLst>
      <p:ext uri="{BB962C8B-B14F-4D97-AF65-F5344CB8AC3E}">
        <p14:creationId xmlns:p14="http://schemas.microsoft.com/office/powerpoint/2010/main" val="668537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タイトル 15"/>
          <p:cNvSpPr>
            <a:spLocks noGrp="1"/>
          </p:cNvSpPr>
          <p:nvPr>
            <p:ph type="ctrTitle"/>
          </p:nvPr>
        </p:nvSpPr>
        <p:spPr/>
        <p:txBody>
          <a:bodyPr/>
          <a:lstStyle/>
          <a:p>
            <a:r>
              <a:rPr kumimoji="1" lang="en-US" altLang="ja-JP" dirty="0"/>
              <a:t>Thank You for Watching!</a:t>
            </a:r>
            <a:endParaRPr kumimoji="1" lang="ja-JP" altLang="en-US" dirty="0"/>
          </a:p>
        </p:txBody>
      </p:sp>
      <p:sp>
        <p:nvSpPr>
          <p:cNvPr id="18" name="テキスト プレースホルダー 17"/>
          <p:cNvSpPr>
            <a:spLocks noGrp="1"/>
          </p:cNvSpPr>
          <p:nvPr>
            <p:ph type="body" sz="quarter" idx="10"/>
          </p:nvPr>
        </p:nvSpPr>
        <p:spPr/>
        <p:txBody>
          <a:bodyPr/>
          <a:lstStyle/>
          <a:p>
            <a:r>
              <a:rPr kumimoji="1" lang="en-US" altLang="ja-JP" dirty="0"/>
              <a:t>Any Questions?</a:t>
            </a:r>
            <a:endParaRPr kumimoji="1" lang="ja-JP" altLang="en-US" dirty="0"/>
          </a:p>
        </p:txBody>
      </p:sp>
    </p:spTree>
    <p:extLst>
      <p:ext uri="{BB962C8B-B14F-4D97-AF65-F5344CB8AC3E}">
        <p14:creationId xmlns:p14="http://schemas.microsoft.com/office/powerpoint/2010/main" val="3746168901"/>
      </p:ext>
    </p:extLst>
  </p:cSld>
  <p:clrMapOvr>
    <a:masterClrMapping/>
  </p:clrMapOvr>
  <mc:AlternateContent xmlns:mc="http://schemas.openxmlformats.org/markup-compatibility/2006" xmlns:p14="http://schemas.microsoft.com/office/powerpoint/2010/main">
    <mc:Choice Requires="p14">
      <p:transition spd="slow" p14:dur="1200" advTm="9607">
        <p14:flip dir="r"/>
      </p:transition>
    </mc:Choice>
    <mc:Fallback xmlns="">
      <p:transition spd="slow" advTm="9607">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4"/>
</p:tagLst>
</file>

<file path=ppt/theme/theme1.xml><?xml version="1.0" encoding="utf-8"?>
<a:theme xmlns:a="http://schemas.openxmlformats.org/drawingml/2006/main" name="Vega - Header">
  <a:themeElements>
    <a:clrScheme name="A">
      <a:dk1>
        <a:srgbClr val="1C1C1C"/>
      </a:dk1>
      <a:lt1>
        <a:sysClr val="window" lastClr="FFFFFF"/>
      </a:lt1>
      <a:dk2>
        <a:srgbClr val="545454"/>
      </a:dk2>
      <a:lt2>
        <a:srgbClr val="EEECE1"/>
      </a:lt2>
      <a:accent1>
        <a:srgbClr val="00ACE2"/>
      </a:accent1>
      <a:accent2>
        <a:srgbClr val="FD497C"/>
      </a:accent2>
      <a:accent3>
        <a:srgbClr val="87C32F"/>
      </a:accent3>
      <a:accent4>
        <a:srgbClr val="B143DD"/>
      </a:accent4>
      <a:accent5>
        <a:srgbClr val="FFA513"/>
      </a:accent5>
      <a:accent6>
        <a:srgbClr val="5BB8D1"/>
      </a:accent6>
      <a:hlink>
        <a:srgbClr val="0000FF"/>
      </a:hlink>
      <a:folHlink>
        <a:srgbClr val="800080"/>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prstDash val="sysDot"/>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a:solidFill>
              <a:schemeClr val="accent6"/>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2"/>
          </a:solidFill>
          <a:prstDash val="sysDot"/>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Vega - Footer Only">
  <a:themeElements>
    <a:clrScheme name="Vega">
      <a:dk1>
        <a:srgbClr val="1C1C1C"/>
      </a:dk1>
      <a:lt1>
        <a:sysClr val="window" lastClr="FFFFFF"/>
      </a:lt1>
      <a:dk2>
        <a:srgbClr val="545454"/>
      </a:dk2>
      <a:lt2>
        <a:srgbClr val="EEECE1"/>
      </a:lt2>
      <a:accent1>
        <a:srgbClr val="00ACE2"/>
      </a:accent1>
      <a:accent2>
        <a:srgbClr val="FD497C"/>
      </a:accent2>
      <a:accent3>
        <a:srgbClr val="87C32F"/>
      </a:accent3>
      <a:accent4>
        <a:srgbClr val="B143DD"/>
      </a:accent4>
      <a:accent5>
        <a:srgbClr val="FFA513"/>
      </a:accent5>
      <a:accent6>
        <a:srgbClr val="5BB8D1"/>
      </a:accent6>
      <a:hlink>
        <a:srgbClr val="00ACE2"/>
      </a:hlink>
      <a:folHlink>
        <a:srgbClr val="00ACE2"/>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Vega - Free">
  <a:themeElements>
    <a:clrScheme name="A">
      <a:dk1>
        <a:srgbClr val="1C1C1C"/>
      </a:dk1>
      <a:lt1>
        <a:sysClr val="window" lastClr="FFFFFF"/>
      </a:lt1>
      <a:dk2>
        <a:srgbClr val="545454"/>
      </a:dk2>
      <a:lt2>
        <a:srgbClr val="EEECE1"/>
      </a:lt2>
      <a:accent1>
        <a:srgbClr val="00ACE2"/>
      </a:accent1>
      <a:accent2>
        <a:srgbClr val="FD497C"/>
      </a:accent2>
      <a:accent3>
        <a:srgbClr val="87C32F"/>
      </a:accent3>
      <a:accent4>
        <a:srgbClr val="B143DD"/>
      </a:accent4>
      <a:accent5>
        <a:srgbClr val="FFA513"/>
      </a:accent5>
      <a:accent6>
        <a:srgbClr val="5BB8D1"/>
      </a:accent6>
      <a:hlink>
        <a:srgbClr val="00ACE2"/>
      </a:hlink>
      <a:folHlink>
        <a:srgbClr val="00ACE2"/>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16397</TotalTime>
  <Words>1108</Words>
  <Application>Microsoft Office PowerPoint</Application>
  <PresentationFormat>Custom</PresentationFormat>
  <Paragraphs>142</Paragraphs>
  <Slides>19</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19</vt:i4>
      </vt:variant>
    </vt:vector>
  </HeadingPairs>
  <TitlesOfParts>
    <vt:vector size="33" baseType="lpstr">
      <vt:lpstr>Arial</vt:lpstr>
      <vt:lpstr>Calibri</vt:lpstr>
      <vt:lpstr>Open Sans</vt:lpstr>
      <vt:lpstr>Open Sans Light</vt:lpstr>
      <vt:lpstr>Open Sans Semibold</vt:lpstr>
      <vt:lpstr>Route 159 Bold</vt:lpstr>
      <vt:lpstr>Route 159 Light</vt:lpstr>
      <vt:lpstr>Route 159 SemiBold</vt:lpstr>
      <vt:lpstr>Route 159 UltraLight</vt:lpstr>
      <vt:lpstr>Times New Roman</vt:lpstr>
      <vt:lpstr>Wingdings</vt:lpstr>
      <vt:lpstr>Vega - Header</vt:lpstr>
      <vt:lpstr>Vega - Footer Only</vt:lpstr>
      <vt:lpstr>Vega - Free</vt:lpstr>
      <vt:lpstr>DASHBOARD PENJAMINAN MUTU AKREDITASI  BERBASIS 9 KRITERIA</vt:lpstr>
      <vt:lpstr>Daftar Isi</vt:lpstr>
      <vt:lpstr>PowerPoint Presentation</vt:lpstr>
      <vt:lpstr>Latar Belakang</vt:lpstr>
      <vt:lpstr>Bagaimana merancang dan membangun Dashboard Penjaminan Mutu Akreditasi Berbasis 9 Kriteria</vt:lpstr>
      <vt:lpstr>Merancang dan membangun Dashboard Penjaminan Mutu Akreditasi Berbasis 9 Kriteria. </vt:lpstr>
      <vt:lpstr>Batasan Penelitian</vt:lpstr>
      <vt:lpstr>PowerPoint Presentation</vt:lpstr>
      <vt:lpstr>Landasan Teori</vt:lpstr>
      <vt:lpstr>PowerPoint Presentation</vt:lpstr>
      <vt:lpstr>Metodologi  Penelitian</vt:lpstr>
      <vt:lpstr>PowerPoint Presentation</vt:lpstr>
      <vt:lpstr>PowerPoint Presentation</vt:lpstr>
      <vt:lpstr>PowerPoint Presentation</vt:lpstr>
      <vt:lpstr>PowerPoint Presentation</vt:lpstr>
      <vt:lpstr>PowerPoint Presentation</vt:lpstr>
      <vt:lpstr>PowerPoint Presentation</vt:lpstr>
      <vt:lpstr>Kesimpulan dan Saran</vt:lpstr>
      <vt:lpstr>Thank You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Vega</dc:title>
  <dc:creator>Jun</dc:creator>
  <cp:lastModifiedBy>Adryan Eka Vandra</cp:lastModifiedBy>
  <cp:revision>390</cp:revision>
  <dcterms:created xsi:type="dcterms:W3CDTF">2015-09-05T11:42:45Z</dcterms:created>
  <dcterms:modified xsi:type="dcterms:W3CDTF">2021-06-29T02:05:37Z</dcterms:modified>
</cp:coreProperties>
</file>